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134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7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1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5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7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8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4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67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5520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14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54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8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85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7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Leibniz's Theorem Explained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Simplified Explanation with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Leibniz's Theorem?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73" y="1496334"/>
            <a:ext cx="6711654" cy="4195481"/>
          </a:xfrm>
        </p:spPr>
        <p:txBody>
          <a:bodyPr/>
          <a:lstStyle/>
          <a:p>
            <a:r>
              <a:rPr dirty="0"/>
              <a:t>Leibniz's theorem helps find the nth derivative of a product of two functions.</a:t>
            </a:r>
          </a:p>
          <a:p>
            <a:endParaRPr dirty="0"/>
          </a:p>
          <a:p>
            <a:r>
              <a:rPr dirty="0"/>
              <a:t>If u(x) and v(x) are differentiable, then:</a:t>
            </a:r>
          </a:p>
          <a:p>
            <a:r>
              <a:rPr dirty="0"/>
              <a:t>   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Where:</a:t>
            </a:r>
          </a:p>
          <a:p>
            <a:r>
              <a:rPr dirty="0"/>
              <a:t>   </a:t>
            </a:r>
            <a:r>
              <a:rPr dirty="0" err="1"/>
              <a:t>nCr</a:t>
            </a:r>
            <a:r>
              <a:rPr dirty="0"/>
              <a:t> = Binomial coefficient = n! / [r!(n-r)!]</a:t>
            </a:r>
          </a:p>
          <a:p>
            <a:r>
              <a:rPr dirty="0"/>
              <a:t>   dⁿ/dxⁿ denotes the nth derivative.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53D0B-57FB-E045-2B2B-E7B7BFF5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63" y="3194003"/>
            <a:ext cx="4749474" cy="9108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 for Using Leibniz's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product must be of two differentiable functions: u(x) * v(x).</a:t>
            </a:r>
          </a:p>
          <a:p>
            <a:r>
              <a:t>2. Both functions u(x) and v(x) must be differentiable up to the required nth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the 3rd derivative of:</a:t>
            </a:r>
          </a:p>
          <a:p>
            <a:r>
              <a:t>   f(x) = (x² + 1)(e^x)</a:t>
            </a:r>
          </a:p>
          <a:p>
            <a:endParaRPr/>
          </a:p>
          <a:p>
            <a:r>
              <a:t>Solution:</a:t>
            </a:r>
          </a:p>
          <a:p>
            <a:r>
              <a:t>   Let u(x) = x² + 1, v(x) = e^x.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Derivative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Using Leibniz's theorem: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d³/dx³ [u(x)v(x)] = Σ (3Cr) * (d^r u/dx^r) * (d^(3-r) v/dx^(3-r))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Steps: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1. Compute derivatives of u(x):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u(x) = x² + 1 → u'(x) = 2x → u''(x) = 2 → u'''(x)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2. Compute derivatives of v(x):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v(x) = e^x → v'(x) = e^x (all derivatives are e^x).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Expanding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Substitute into the formula: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d³/dx³ [(x² + 1)e^x] = Σ (3Cr) * (d^r u/dx^r) * (d^(3-r) v/dx^(3-r))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Expand terms: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r=0: (x² + 1)e^x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r=1: 3(2x)e^x = 6xe^x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r=2: 3(2)e^x = 6e^x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   - r=3: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all terms together:</a:t>
            </a:r>
          </a:p>
          <a:p>
            <a:r>
              <a:t>   d³/dx³ [(x² + 1)e^x] = (x² + 6x + 7)e^x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419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Leibniz's Theorem Explained</vt:lpstr>
      <vt:lpstr>What is Leibniz's Theorem?</vt:lpstr>
      <vt:lpstr>Conditions for Using Leibniz's Theorem</vt:lpstr>
      <vt:lpstr>Example Question</vt:lpstr>
      <vt:lpstr>Step-by-Step Derivative Calculation</vt:lpstr>
      <vt:lpstr>Expanding Terms</vt:lpstr>
      <vt:lpstr>Final 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Hamna Mirza</cp:lastModifiedBy>
  <cp:revision>2</cp:revision>
  <dcterms:created xsi:type="dcterms:W3CDTF">2013-01-27T09:14:16Z</dcterms:created>
  <dcterms:modified xsi:type="dcterms:W3CDTF">2024-12-05T03:59:23Z</dcterms:modified>
  <cp:category/>
</cp:coreProperties>
</file>