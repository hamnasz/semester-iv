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19" r:id="rId2"/>
    <p:sldId id="323" r:id="rId3"/>
    <p:sldId id="350" r:id="rId4"/>
    <p:sldId id="351" r:id="rId5"/>
    <p:sldId id="353" r:id="rId6"/>
    <p:sldId id="356" r:id="rId7"/>
    <p:sldId id="359" r:id="rId8"/>
    <p:sldId id="360" r:id="rId9"/>
    <p:sldId id="358" r:id="rId10"/>
    <p:sldId id="357" r:id="rId11"/>
    <p:sldId id="352" r:id="rId12"/>
    <p:sldId id="355" r:id="rId13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09" autoAdjust="0"/>
    <p:restoredTop sz="94660"/>
  </p:normalViewPr>
  <p:slideViewPr>
    <p:cSldViewPr snapToGrid="0" showGuides="1">
      <p:cViewPr>
        <p:scale>
          <a:sx n="79" d="100"/>
          <a:sy n="79" d="100"/>
        </p:scale>
        <p:origin x="-348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10/15/2024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5.svg"/><Relationship Id="rId9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2032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1895" y="1275347"/>
            <a:ext cx="8915400" cy="2093681"/>
          </a:xfrm>
        </p:spPr>
        <p:txBody>
          <a:bodyPr>
            <a:normAutofit fontScale="90000"/>
          </a:bodyPr>
          <a:lstStyle/>
          <a:p>
            <a:r>
              <a:rPr lang="en-US" altLang="en-GB" b="1" dirty="0" smtClean="0"/>
              <a:t>Technical and Business Writing  </a:t>
            </a:r>
            <a:br>
              <a:rPr lang="en-US" altLang="en-GB" b="1" dirty="0" smtClean="0"/>
            </a:br>
            <a:endParaRPr lang="en-US" altLang="en-GB" b="1" dirty="0"/>
          </a:p>
        </p:txBody>
      </p:sp>
      <p:sp>
        <p:nvSpPr>
          <p:cNvPr id="5" name="Subtitle 2"/>
          <p:cNvSpPr txBox="1"/>
          <p:nvPr/>
        </p:nvSpPr>
        <p:spPr>
          <a:xfrm>
            <a:off x="1158240" y="5331778"/>
            <a:ext cx="2828544" cy="719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978B433-14DE-44B9-B3D5-660505C9095A}"/>
              </a:ext>
            </a:extLst>
          </p:cNvPr>
          <p:cNvSpPr txBox="1"/>
          <p:nvPr/>
        </p:nvSpPr>
        <p:spPr>
          <a:xfrm>
            <a:off x="1158240" y="3369028"/>
            <a:ext cx="8335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 smtClean="0"/>
              <a:t>Miss. Aqsa Ashraf</a:t>
            </a:r>
          </a:p>
          <a:p>
            <a:pPr algn="ctr"/>
            <a:r>
              <a:rPr lang="en-US" sz="3200" i="1" dirty="0" smtClean="0"/>
              <a:t>ENG-201</a:t>
            </a:r>
          </a:p>
          <a:p>
            <a:pPr algn="ctr"/>
            <a:r>
              <a:rPr lang="en-US" sz="3200" i="1" dirty="0" smtClean="0"/>
              <a:t>Week 4, Lecture </a:t>
            </a:r>
            <a:r>
              <a:rPr lang="en-US" sz="3200" i="1" dirty="0" smtClean="0"/>
              <a:t>3</a:t>
            </a:r>
            <a:endParaRPr lang="x-none" sz="3200" i="1" dirty="0"/>
          </a:p>
        </p:txBody>
      </p:sp>
    </p:spTree>
    <p:extLst>
      <p:ext uri="{BB962C8B-B14F-4D97-AF65-F5344CB8AC3E}">
        <p14:creationId xmlns:p14="http://schemas.microsoft.com/office/powerpoint/2010/main" val="1572502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2032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1895" y="986589"/>
            <a:ext cx="8915400" cy="2382439"/>
          </a:xfrm>
        </p:spPr>
        <p:txBody>
          <a:bodyPr>
            <a:normAutofit fontScale="90000"/>
          </a:bodyPr>
          <a:lstStyle/>
          <a:p>
            <a:r>
              <a:rPr lang="en-US" altLang="en-GB" b="1" dirty="0" smtClean="0"/>
              <a:t>Organizing </a:t>
            </a:r>
            <a:r>
              <a:rPr lang="en-US" altLang="en-GB" b="1" dirty="0"/>
              <a:t>information and generation solution  </a:t>
            </a:r>
            <a:r>
              <a:rPr lang="en-US" altLang="en-GB" b="1" dirty="0" smtClean="0"/>
              <a:t/>
            </a:r>
            <a:br>
              <a:rPr lang="en-US" altLang="en-GB" b="1" dirty="0" smtClean="0"/>
            </a:br>
            <a:endParaRPr lang="en-US" altLang="en-GB" b="1" dirty="0"/>
          </a:p>
        </p:txBody>
      </p:sp>
      <p:sp>
        <p:nvSpPr>
          <p:cNvPr id="5" name="Subtitle 2"/>
          <p:cNvSpPr txBox="1"/>
          <p:nvPr/>
        </p:nvSpPr>
        <p:spPr>
          <a:xfrm>
            <a:off x="1158240" y="5331778"/>
            <a:ext cx="2828544" cy="719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86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30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64695" y="1115736"/>
            <a:ext cx="11478126" cy="606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2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31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385011" y="960419"/>
            <a:ext cx="11061135" cy="2889686"/>
          </a:xfrm>
          <a:prstGeom prst="rect">
            <a:avLst/>
          </a:prstGeom>
        </p:spPr>
      </p:pic>
      <p:pic>
        <p:nvPicPr>
          <p:cNvPr id="14" name="Picture 13" descr="temp_3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852" y="3477126"/>
            <a:ext cx="10995630" cy="357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3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33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1263316" y="1825625"/>
            <a:ext cx="106359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34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457199" y="1263316"/>
            <a:ext cx="11559599" cy="491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25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35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-589547" y="1115736"/>
            <a:ext cx="12606346" cy="587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46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36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421105" y="1115736"/>
            <a:ext cx="11770895" cy="665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34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37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36096" y="958527"/>
            <a:ext cx="11980704" cy="576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37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38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360947" y="1203158"/>
            <a:ext cx="11655851" cy="565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15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39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276726" y="1115736"/>
            <a:ext cx="12062060" cy="558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42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9C4D88C-3B42-4F0C-983C-5D361896A0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D07B982-2120-464E-825F-C912366259C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612DDE6-6330-4541-9E3E-FC4A47C2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143A8E-5D2D-4752-8D32-107C75024BE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xmlns="" id="{E0A7FE5A-D6FA-4390-BC4B-5D875EF72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664A2EC-C5C3-4377-9C85-52FAE2A44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xmlns="" id="{F1F98BB4-B39C-43BB-AEF6-82CB94875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F7E7FFF8-876A-4B45-8420-0752EA8DA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B96D1EF-2F53-4C5C-8A3E-7FC11817D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4462" y="1462528"/>
            <a:ext cx="2042337" cy="5145470"/>
          </a:xfrm>
          <a:prstGeom prst="rect">
            <a:avLst/>
          </a:prstGeom>
        </p:spPr>
      </p:pic>
      <p:pic>
        <p:nvPicPr>
          <p:cNvPr id="13" name="Content Placeholder 12" descr="temp_40.jpg"/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-1" y="960418"/>
            <a:ext cx="12016799" cy="690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06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159</Words>
  <Application>Microsoft Office PowerPoint</Application>
  <PresentationFormat>Custom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Technical and Business Writing   </vt:lpstr>
      <vt:lpstr>Organizing information and generation solution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One</cp:lastModifiedBy>
  <cp:revision>60</cp:revision>
  <dcterms:created xsi:type="dcterms:W3CDTF">2024-06-21T09:49:00Z</dcterms:created>
  <dcterms:modified xsi:type="dcterms:W3CDTF">2024-10-15T08:35:48Z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746BA2BC228C464D8DA6A1456E503FEB_13</vt:lpwstr>
  </property>
  <property fmtid="{D5CDD505-2E9C-101B-9397-08002B2CF9AE}" pid="3" name="KSOProductBuildVer">
    <vt:lpwstr>1033-12.2.0.18283</vt:lpwstr>
  </property>
</Properties>
</file>