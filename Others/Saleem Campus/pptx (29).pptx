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9" r:id="rId3"/>
    <p:sldId id="258" r:id="rId4"/>
    <p:sldId id="812" r:id="rId5"/>
    <p:sldId id="813" r:id="rId6"/>
    <p:sldId id="814" r:id="rId7"/>
    <p:sldId id="815" r:id="rId8"/>
    <p:sldId id="816" r:id="rId9"/>
    <p:sldId id="817" r:id="rId10"/>
    <p:sldId id="818" r:id="rId1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6" autoAdjust="0"/>
    <p:restoredTop sz="94660" autoAdjust="0"/>
  </p:normalViewPr>
  <p:slideViewPr>
    <p:cSldViewPr snapToGrid="0">
      <p:cViewPr>
        <p:scale>
          <a:sx n="53" d="100"/>
          <a:sy n="53" d="100"/>
        </p:scale>
        <p:origin x="-1338" y="-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10/9/2024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hyperlink" Target="https://appwrk.com/types-of-technical-writ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375" y="324853"/>
            <a:ext cx="10053267" cy="3681663"/>
          </a:xfrm>
        </p:spPr>
        <p:txBody>
          <a:bodyPr>
            <a:noAutofit/>
          </a:bodyPr>
          <a:lstStyle/>
          <a:p>
            <a:r>
              <a:rPr lang="en-GB" sz="8800" b="1" dirty="0" smtClean="0"/>
              <a:t>Overview of Technical Writing</a:t>
            </a:r>
            <a:endParaRPr lang="en-GB" sz="8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2512" y="4307305"/>
            <a:ext cx="7540752" cy="760714"/>
          </a:xfrm>
        </p:spPr>
        <p:txBody>
          <a:bodyPr>
            <a:noAutofit/>
          </a:bodyPr>
          <a:lstStyle/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Course Title: Technical and Business </a:t>
            </a:r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Writing</a:t>
            </a:r>
          </a:p>
          <a:p>
            <a:pPr algn="l"/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Course code :  ENG-201</a:t>
            </a:r>
          </a:p>
          <a:p>
            <a:pPr algn="l"/>
            <a:r>
              <a:rPr lang="en-GB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W</a:t>
            </a:r>
            <a:r>
              <a:rPr lang="en-GB" sz="2800" b="1" smtClean="0">
                <a:solidFill>
                  <a:schemeClr val="bg1"/>
                </a:solidFill>
                <a:latin typeface="Bahnschrift" panose="020B0502040204020203" pitchFamily="34" charset="0"/>
              </a:rPr>
              <a:t>eek </a:t>
            </a:r>
            <a:r>
              <a:rPr lang="en-GB" sz="2800" b="1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1, Lecture 3</a:t>
            </a:r>
            <a:endParaRPr lang="en-GB" sz="28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xmlns="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1158240" y="5331778"/>
            <a:ext cx="2828544" cy="719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0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9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2389"/>
            <a:ext cx="10515600" cy="4504574"/>
          </a:xfr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i="1" u="sng" dirty="0" smtClean="0"/>
              <a:t>In Today’s Lecture We Will Discuss…</a:t>
            </a:r>
          </a:p>
          <a:p>
            <a:pPr>
              <a:lnSpc>
                <a:spcPct val="150000"/>
              </a:lnSpc>
            </a:pPr>
            <a:r>
              <a:rPr lang="en-US" b="1" dirty="0" smtClean="0"/>
              <a:t>What </a:t>
            </a:r>
            <a:r>
              <a:rPr lang="en-US" b="1" dirty="0"/>
              <a:t>is technical writing</a:t>
            </a:r>
            <a:r>
              <a:rPr lang="en-US" b="1" dirty="0" smtClean="0"/>
              <a:t>?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Components of technical </a:t>
            </a:r>
            <a:r>
              <a:rPr lang="en-US" b="1" dirty="0" smtClean="0"/>
              <a:t>writing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Technical Writing </a:t>
            </a:r>
            <a:r>
              <a:rPr lang="en-US" b="1" dirty="0" smtClean="0"/>
              <a:t>Principles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Industries </a:t>
            </a:r>
            <a:r>
              <a:rPr lang="en-US" b="1" dirty="0" smtClean="0"/>
              <a:t>Supported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Types of Technical Writing </a:t>
            </a:r>
            <a:r>
              <a:rPr lang="en-US" b="1" dirty="0" smtClean="0"/>
              <a:t>Documentation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The scope of technical writing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x-non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8584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xmlns="" id="{FF7170C3-FB1F-4CF8-A115-23304150A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42" y="1227221"/>
            <a:ext cx="11887200" cy="55224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u="sng" dirty="0"/>
              <a:t>What is technical writing</a:t>
            </a:r>
            <a:r>
              <a:rPr lang="en-US" sz="3200" b="1" u="sng" dirty="0" smtClean="0"/>
              <a:t>?</a:t>
            </a:r>
          </a:p>
          <a:p>
            <a:pPr marL="0" indent="0" algn="just">
              <a:buNone/>
            </a:pPr>
            <a:r>
              <a:rPr lang="en-US" dirty="0"/>
              <a:t>Technical writing is a writing discipline that involves communicating complex information to those who need it to carry out a specific task or achieve a certain goal. Because of this, technical writing is often defined as </a:t>
            </a:r>
            <a:r>
              <a:rPr lang="en-US" i="1" u="sng" dirty="0"/>
              <a:t>“simplifying the complex</a:t>
            </a:r>
            <a:r>
              <a:rPr lang="en-US" i="1" u="sng" dirty="0" smtClean="0"/>
              <a:t>.”</a:t>
            </a:r>
          </a:p>
          <a:p>
            <a:pPr marL="0" indent="0" algn="ctr">
              <a:buNone/>
            </a:pPr>
            <a:r>
              <a:rPr lang="en-US" b="1" dirty="0" smtClean="0"/>
              <a:t>OR</a:t>
            </a:r>
          </a:p>
          <a:p>
            <a:pPr marL="0" indent="0" algn="just">
              <a:buNone/>
            </a:pPr>
            <a:r>
              <a:rPr lang="en-US" dirty="0"/>
              <a:t>Technical writing is a form of communication that involves breaking down complex information into a simple and concise manner. The primary purpose of</a:t>
            </a:r>
            <a:r>
              <a:rPr lang="en-US" b="1" dirty="0"/>
              <a:t> technical writing</a:t>
            </a:r>
            <a:r>
              <a:rPr lang="en-US" dirty="0"/>
              <a:t> is to provide information, instructions, explanations, or documentation that helps readers understand and use technical concepts, products, processes, or systems. </a:t>
            </a:r>
            <a:endParaRPr lang="en-US" b="1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2400" dirty="0">
                <a:latin typeface="+mj-lt"/>
              </a:rPr>
              <a:t>It’s </a:t>
            </a:r>
            <a:r>
              <a:rPr lang="en-US" sz="2400" dirty="0" smtClean="0">
                <a:latin typeface="+mj-lt"/>
              </a:rPr>
              <a:t>used </a:t>
            </a:r>
            <a:r>
              <a:rPr lang="en-US" sz="2400" dirty="0">
                <a:latin typeface="+mj-lt"/>
              </a:rPr>
              <a:t>in technical and operational disciplines, such as digital technologies, engineering, science, aeronautics, robotics, finance, medical, electronics, environmental regulations, and biotechnology.</a:t>
            </a:r>
            <a:endParaRPr lang="en-GB" sz="2400" dirty="0">
              <a:latin typeface="+mj-lt"/>
              <a:ea typeface="Arial" charset="0"/>
              <a:cs typeface="Arial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2CF01162-D0B6-4CEC-B999-30B23E8FE853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876FD797-A00B-49D8-A888-67D34967B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xmlns="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xmlns="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xmlns="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xmlns="" id="{19B401B7-B613-4C06-A492-7A70682495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847252" y="1519722"/>
            <a:ext cx="2039974" cy="514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34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916" y="1347536"/>
            <a:ext cx="11550316" cy="52818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u="sng" dirty="0"/>
              <a:t>Components of technical </a:t>
            </a:r>
            <a:r>
              <a:rPr lang="en-US" sz="3600" b="1" u="sng" dirty="0" smtClean="0"/>
              <a:t>writing</a:t>
            </a:r>
          </a:p>
          <a:p>
            <a:pPr marL="0" indent="0">
              <a:buNone/>
            </a:pPr>
            <a:endParaRPr lang="en-US" b="1" dirty="0" smtClean="0"/>
          </a:p>
          <a:p>
            <a:pPr algn="just"/>
            <a:r>
              <a:rPr lang="en-US" b="1" dirty="0"/>
              <a:t>Clear: </a:t>
            </a:r>
            <a:r>
              <a:rPr lang="en-US" dirty="0"/>
              <a:t>Technical writing conveys information clearly and concisely, leaving little room for </a:t>
            </a:r>
            <a:r>
              <a:rPr lang="en-US" dirty="0" smtClean="0"/>
              <a:t>misinterpretation</a:t>
            </a:r>
            <a:r>
              <a:rPr lang="en-US" dirty="0"/>
              <a:t>. The language is straightforward and succinct.</a:t>
            </a:r>
          </a:p>
          <a:p>
            <a:pPr algn="just"/>
            <a:r>
              <a:rPr lang="en-US" b="1" dirty="0"/>
              <a:t>Straightforward: </a:t>
            </a:r>
            <a:r>
              <a:rPr lang="en-US" dirty="0"/>
              <a:t>Facts are presented in a direct and to-the-point manner.</a:t>
            </a:r>
          </a:p>
          <a:p>
            <a:pPr algn="just"/>
            <a:r>
              <a:rPr lang="en-US" b="1" dirty="0"/>
              <a:t>Precise: </a:t>
            </a:r>
            <a:r>
              <a:rPr lang="en-US" dirty="0"/>
              <a:t>Technical writing uses specific terminology to precisely describe objects and processes.</a:t>
            </a:r>
          </a:p>
          <a:p>
            <a:pPr algn="just"/>
            <a:r>
              <a:rPr lang="en-US" b="1" dirty="0"/>
              <a:t>Easy to understand: </a:t>
            </a:r>
            <a:r>
              <a:rPr lang="en-US" dirty="0"/>
              <a:t>Technical writers use simple, understandable words and avoid complex terminology.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x-non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979" y="1359568"/>
            <a:ext cx="11442031" cy="5233737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Denotative: </a:t>
            </a:r>
            <a:r>
              <a:rPr lang="en-US" dirty="0"/>
              <a:t>Technical writing emphasizes literal definitions. By doing so, you avoid misunderstandings caused by the many different connotations of words.</a:t>
            </a:r>
          </a:p>
          <a:p>
            <a:pPr algn="just"/>
            <a:r>
              <a:rPr lang="en-US" b="1" dirty="0" smtClean="0"/>
              <a:t>Very </a:t>
            </a:r>
            <a:r>
              <a:rPr lang="en-US" b="1" dirty="0"/>
              <a:t>structured: </a:t>
            </a:r>
            <a:r>
              <a:rPr lang="en-US" dirty="0"/>
              <a:t>It needs to have a clear structure so readers can follow along. Readers rely on technical documents for step-by-step instructions.</a:t>
            </a:r>
          </a:p>
          <a:p>
            <a:pPr algn="just"/>
            <a:r>
              <a:rPr lang="en-US" b="1" dirty="0"/>
              <a:t>Easy to skim: </a:t>
            </a:r>
            <a:r>
              <a:rPr lang="en-US" dirty="0"/>
              <a:t>Documents are written with '</a:t>
            </a:r>
            <a:r>
              <a:rPr lang="en-US" dirty="0" err="1"/>
              <a:t>skimability</a:t>
            </a:r>
            <a:r>
              <a:rPr lang="en-US" dirty="0"/>
              <a:t>' in mind, so audiences can simply scan the text to get the information they need. There is often a table of contents, index, and relevant, descriptive headings.</a:t>
            </a:r>
          </a:p>
          <a:p>
            <a:pPr algn="just"/>
            <a:r>
              <a:rPr lang="en-US" b="1" dirty="0"/>
              <a:t>Problem-solving: </a:t>
            </a:r>
            <a:r>
              <a:rPr lang="en-US" dirty="0"/>
              <a:t>Every technical document is written to solve problems. In these texts, readers learn how to accomplish certain tasks or obtain technical information. </a:t>
            </a:r>
          </a:p>
          <a:p>
            <a:pPr marL="0" indent="0">
              <a:buNone/>
            </a:pPr>
            <a:endParaRPr lang="x-non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75" y="1383632"/>
            <a:ext cx="11321714" cy="51495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Technical Writing </a:t>
            </a:r>
            <a:r>
              <a:rPr lang="en-US" sz="3200" b="1" u="sng" dirty="0" smtClean="0"/>
              <a:t>Principles</a:t>
            </a:r>
          </a:p>
          <a:p>
            <a:pPr marL="0" indent="0" algn="just">
              <a:buNone/>
            </a:pPr>
            <a:r>
              <a:rPr lang="en-US" dirty="0" smtClean="0"/>
              <a:t>There </a:t>
            </a:r>
            <a:r>
              <a:rPr lang="en-US" dirty="0"/>
              <a:t>are principles technical writers follow when developing documentation. These principles include: 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Quality of the content</a:t>
            </a:r>
          </a:p>
          <a:p>
            <a:pPr algn="just"/>
            <a:r>
              <a:rPr lang="en-US" dirty="0"/>
              <a:t>Audience</a:t>
            </a:r>
          </a:p>
          <a:p>
            <a:pPr algn="just"/>
            <a:r>
              <a:rPr lang="en-US" dirty="0"/>
              <a:t>Purpose</a:t>
            </a:r>
          </a:p>
          <a:p>
            <a:pPr algn="just"/>
            <a:r>
              <a:rPr lang="en-US" dirty="0"/>
              <a:t>Accessibility</a:t>
            </a:r>
          </a:p>
          <a:p>
            <a:pPr algn="just"/>
            <a:r>
              <a:rPr lang="en-US" dirty="0"/>
              <a:t>Grammar</a:t>
            </a:r>
          </a:p>
          <a:p>
            <a:pPr algn="just"/>
            <a:r>
              <a:rPr lang="en-US" dirty="0"/>
              <a:t>Writing style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x-non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978"/>
            <a:ext cx="10691069" cy="48848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b="1" u="sng" dirty="0"/>
              <a:t>Industries Supported</a:t>
            </a:r>
          </a:p>
          <a:p>
            <a:r>
              <a:rPr lang="en-US" dirty="0"/>
              <a:t>Technical Writers support a number of industries such as: </a:t>
            </a:r>
          </a:p>
          <a:p>
            <a:r>
              <a:rPr lang="en-US" dirty="0"/>
              <a:t>IT</a:t>
            </a:r>
          </a:p>
          <a:p>
            <a:r>
              <a:rPr lang="en-US" dirty="0"/>
              <a:t>Engineering</a:t>
            </a:r>
          </a:p>
          <a:p>
            <a:r>
              <a:rPr lang="en-US" dirty="0"/>
              <a:t>Software</a:t>
            </a:r>
          </a:p>
          <a:p>
            <a:r>
              <a:rPr lang="en-US" dirty="0"/>
              <a:t>Heavy Machinery</a:t>
            </a:r>
          </a:p>
          <a:p>
            <a:r>
              <a:rPr lang="en-US" dirty="0"/>
              <a:t>Aerospace/Aviation</a:t>
            </a:r>
          </a:p>
          <a:p>
            <a:r>
              <a:rPr lang="en-US" dirty="0"/>
              <a:t>Electronic</a:t>
            </a:r>
          </a:p>
          <a:p>
            <a:r>
              <a:rPr lang="en-US" dirty="0"/>
              <a:t>Healthcare</a:t>
            </a:r>
          </a:p>
          <a:p>
            <a:r>
              <a:rPr lang="en-US" dirty="0"/>
              <a:t>Education</a:t>
            </a:r>
          </a:p>
          <a:p>
            <a:pPr marL="0" indent="0">
              <a:buNone/>
            </a:pPr>
            <a:endParaRPr lang="x-non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916" y="1383632"/>
            <a:ext cx="11369842" cy="5269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/>
              <a:t>Types of Technical Writing </a:t>
            </a:r>
            <a:r>
              <a:rPr lang="en-US" sz="3200" b="1" u="sng" dirty="0" smtClean="0"/>
              <a:t>Documentation</a:t>
            </a:r>
          </a:p>
          <a:p>
            <a:pPr marL="0" indent="0">
              <a:buNone/>
            </a:pPr>
            <a:endParaRPr lang="en-US" b="1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 smtClean="0"/>
              <a:t>There </a:t>
            </a:r>
            <a:r>
              <a:rPr lang="en-US" dirty="0"/>
              <a:t>are different types of technical writing documentation, which include: </a:t>
            </a:r>
            <a:endParaRPr lang="en-US" dirty="0" smtClean="0"/>
          </a:p>
          <a:p>
            <a:pPr marL="0" indent="0" algn="just">
              <a:lnSpc>
                <a:spcPct val="100000"/>
              </a:lnSpc>
              <a:buNone/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b="1" dirty="0"/>
              <a:t>End User Documentation: </a:t>
            </a:r>
            <a:r>
              <a:rPr lang="en-US" dirty="0"/>
              <a:t>This type of documentation helps customers understand and use a product by breaking down technical terms into easy-to-understand content. Examples of end user documents include user help guides, product manuals, assembly </a:t>
            </a:r>
            <a:r>
              <a:rPr lang="en-US" dirty="0" smtClean="0"/>
              <a:t>guidelines</a:t>
            </a:r>
            <a:r>
              <a:rPr lang="en-US" dirty="0"/>
              <a:t> </a:t>
            </a:r>
            <a:r>
              <a:rPr lang="en-US" dirty="0" smtClean="0"/>
              <a:t>etc.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1263316"/>
            <a:ext cx="11405936" cy="5342021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b="1" dirty="0"/>
              <a:t>Medical Documentation: </a:t>
            </a:r>
            <a:r>
              <a:rPr lang="en-US" dirty="0"/>
              <a:t>This type of writing pertains to medical research, diagnosis, and treatment. Medical documentation needs to be accurate, organized, and detailed, using the best-in-class medical documentation software. 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Traditional Documentation: </a:t>
            </a:r>
            <a:r>
              <a:rPr lang="en-US" dirty="0"/>
              <a:t>Technical writers develop these documents for experts in the field the document is about. These documents include software user manuals, how-to instructions, operation and maintenance manuals, and standard operating procedures.</a:t>
            </a:r>
          </a:p>
          <a:p>
            <a:pPr algn="just">
              <a:lnSpc>
                <a:spcPct val="120000"/>
              </a:lnSpc>
            </a:pPr>
            <a:r>
              <a:rPr lang="en-US" b="1" dirty="0"/>
              <a:t>Case Studies: </a:t>
            </a:r>
            <a:r>
              <a:rPr lang="en-US" dirty="0"/>
              <a:t>These studies are used to show how a particular product helps a business. The organization will write how this product or service was a great benefit that helped the company reach its business goals. Examples of case studies include testimonials or customer reviews.</a:t>
            </a:r>
          </a:p>
          <a:p>
            <a:pPr marL="0" indent="0">
              <a:buNone/>
            </a:pPr>
            <a:endParaRPr lang="x-non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5E409FE-0CBB-4EAD-8A22-C51F65DE1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1311442"/>
            <a:ext cx="11357809" cy="5233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/>
              <a:t>The scope of technical writing </a:t>
            </a:r>
            <a:r>
              <a:rPr lang="en-US" dirty="0"/>
              <a:t>is very wide, providing documentation to a large audience. Some of the common </a:t>
            </a:r>
            <a:r>
              <a:rPr lang="en-US" dirty="0">
                <a:hlinkClick r:id="rId2"/>
              </a:rPr>
              <a:t>types of technical writing</a:t>
            </a:r>
            <a:r>
              <a:rPr lang="en-US" dirty="0"/>
              <a:t> are</a:t>
            </a:r>
            <a:r>
              <a:rPr lang="en-US" dirty="0" smtClean="0"/>
              <a:t>: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238032"/>
              </p:ext>
            </p:extLst>
          </p:nvPr>
        </p:nvGraphicFramePr>
        <p:xfrm>
          <a:off x="1349196" y="2285998"/>
          <a:ext cx="9683762" cy="4367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1881"/>
                <a:gridCol w="4841881"/>
              </a:tblGrid>
              <a:tr h="873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Medical and Scientific Papers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User Guides/User Manuals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873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Assembly Manuals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Technical Reports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873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u="none" dirty="0" smtClean="0">
                          <a:solidFill>
                            <a:schemeClr val="tx1"/>
                          </a:solidFill>
                          <a:latin typeface="+mj-lt"/>
                        </a:rPr>
                        <a:t>End-user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Technical Proposals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873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Project Plans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Business Plans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8734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Corporate Reports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Policies and Procedures </a:t>
                      </a:r>
                      <a:r>
                        <a:rPr lang="en-US" dirty="0" err="1" smtClean="0"/>
                        <a:t>etc</a:t>
                      </a:r>
                      <a:r>
                        <a:rPr lang="en-US" dirty="0" smtClean="0"/>
                        <a:t>  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536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473</Words>
  <Application>Microsoft Office PowerPoint</Application>
  <PresentationFormat>Custom</PresentationFormat>
  <Paragraphs>86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Overview of Technical Writing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One</cp:lastModifiedBy>
  <cp:revision>66</cp:revision>
  <dcterms:created xsi:type="dcterms:W3CDTF">2024-06-21T09:49:54Z</dcterms:created>
  <dcterms:modified xsi:type="dcterms:W3CDTF">2024-10-09T07:26:46Z</dcterms:modified>
</cp:coreProperties>
</file>