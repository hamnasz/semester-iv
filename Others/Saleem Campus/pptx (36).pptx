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319" r:id="rId2"/>
    <p:sldId id="323" r:id="rId3"/>
    <p:sldId id="305" r:id="rId4"/>
    <p:sldId id="306" r:id="rId5"/>
    <p:sldId id="330" r:id="rId6"/>
    <p:sldId id="307" r:id="rId7"/>
    <p:sldId id="311" r:id="rId8"/>
    <p:sldId id="321" r:id="rId9"/>
    <p:sldId id="322" r:id="rId10"/>
    <p:sldId id="324" r:id="rId11"/>
    <p:sldId id="325" r:id="rId12"/>
    <p:sldId id="326" r:id="rId13"/>
    <p:sldId id="327" r:id="rId14"/>
    <p:sldId id="328" r:id="rId15"/>
    <p:sldId id="329" r:id="rId16"/>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09" autoAdjust="0"/>
    <p:restoredTop sz="94660"/>
  </p:normalViewPr>
  <p:slideViewPr>
    <p:cSldViewPr snapToGrid="0" showGuides="1">
      <p:cViewPr>
        <p:scale>
          <a:sx n="79" d="100"/>
          <a:sy n="79" d="100"/>
        </p:scale>
        <p:origin x="-34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75349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10/15/2024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10/15/2024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10/15/2024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10/15/2024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10/15/2024</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10/15/2024</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10/15/2024</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10/15/2024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10/15/2024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10/15/2024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10/15/2024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x-none" smtClean="0"/>
              <a:t>10/15/2024</a:t>
            </a:fld>
            <a:endParaRPr lang="x-non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7.jp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8.jp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9.jp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0.jp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1.jp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2.jp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3.jp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4.jp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5.jp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6.jp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032"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1895" y="1275347"/>
            <a:ext cx="8915400" cy="2093681"/>
          </a:xfrm>
        </p:spPr>
        <p:txBody>
          <a:bodyPr>
            <a:normAutofit fontScale="90000"/>
          </a:bodyPr>
          <a:lstStyle/>
          <a:p>
            <a:r>
              <a:rPr lang="en-US" altLang="en-GB" b="1" dirty="0" smtClean="0"/>
              <a:t>Technical and Business Writing  </a:t>
            </a:r>
            <a:br>
              <a:rPr lang="en-US" altLang="en-GB" b="1" dirty="0" smtClean="0"/>
            </a:br>
            <a:endParaRPr lang="en-US" altLang="en-GB" b="1" dirty="0"/>
          </a:p>
        </p:txBody>
      </p:sp>
      <p:sp>
        <p:nvSpPr>
          <p:cNvPr id="5" name="Subtitle 2"/>
          <p:cNvSpPr txBox="1"/>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b="1" dirty="0">
              <a:latin typeface="Arial" panose="020B0604020202020204" pitchFamily="34" charset="0"/>
              <a:cs typeface="Arial" panose="020B0604020202020204" pitchFamily="34" charset="0"/>
            </a:endParaRPr>
          </a:p>
        </p:txBody>
      </p:sp>
      <p:pic>
        <p:nvPicPr>
          <p:cNvPr id="10" name="Graphic 9"/>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0" cy="3611690"/>
          </a:xfrm>
          <a:prstGeom prst="rect">
            <a:avLst/>
          </a:prstGeom>
        </p:spPr>
      </p:pic>
      <p:sp>
        <p:nvSpPr>
          <p:cNvPr id="8" name="TextBox 7">
            <a:extLst>
              <a:ext uri="{FF2B5EF4-FFF2-40B4-BE49-F238E27FC236}">
                <a16:creationId xmlns="" xmlns:a16="http://schemas.microsoft.com/office/drawing/2014/main" id="{A978B433-14DE-44B9-B3D5-660505C9095A}"/>
              </a:ext>
            </a:extLst>
          </p:cNvPr>
          <p:cNvSpPr txBox="1"/>
          <p:nvPr/>
        </p:nvSpPr>
        <p:spPr>
          <a:xfrm>
            <a:off x="1158240" y="3369028"/>
            <a:ext cx="8335384" cy="1569660"/>
          </a:xfrm>
          <a:prstGeom prst="rect">
            <a:avLst/>
          </a:prstGeom>
          <a:noFill/>
        </p:spPr>
        <p:txBody>
          <a:bodyPr wrap="square" rtlCol="0">
            <a:spAutoFit/>
          </a:bodyPr>
          <a:lstStyle/>
          <a:p>
            <a:pPr algn="ctr"/>
            <a:r>
              <a:rPr lang="en-US" sz="3200" i="1" dirty="0" smtClean="0"/>
              <a:t>Miss. Aqsa Ashraf</a:t>
            </a:r>
          </a:p>
          <a:p>
            <a:pPr algn="ctr"/>
            <a:r>
              <a:rPr lang="en-US" sz="3200" i="1" dirty="0" smtClean="0"/>
              <a:t>ENG-201</a:t>
            </a:r>
          </a:p>
          <a:p>
            <a:pPr algn="ctr"/>
            <a:r>
              <a:rPr lang="en-US" sz="3200" i="1" dirty="0" smtClean="0"/>
              <a:t>Week 4, Lecture 1</a:t>
            </a:r>
            <a:endParaRPr lang="x-none" sz="3200" i="1" dirty="0"/>
          </a:p>
        </p:txBody>
      </p:sp>
    </p:spTree>
    <p:extLst>
      <p:ext uri="{BB962C8B-B14F-4D97-AF65-F5344CB8AC3E}">
        <p14:creationId xmlns:p14="http://schemas.microsoft.com/office/powerpoint/2010/main" val="1572502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032"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1895" y="986589"/>
            <a:ext cx="8915400" cy="2382439"/>
          </a:xfrm>
        </p:spPr>
        <p:txBody>
          <a:bodyPr>
            <a:normAutofit fontScale="90000"/>
          </a:bodyPr>
          <a:lstStyle/>
          <a:p>
            <a:r>
              <a:rPr lang="en-US" altLang="en-GB" b="1" dirty="0" smtClean="0"/>
              <a:t>Organizing </a:t>
            </a:r>
            <a:r>
              <a:rPr lang="en-US" altLang="en-GB" b="1" dirty="0"/>
              <a:t>information and generation solution  </a:t>
            </a:r>
            <a:r>
              <a:rPr lang="en-US" altLang="en-GB" b="1" dirty="0" smtClean="0"/>
              <a:t/>
            </a:r>
            <a:br>
              <a:rPr lang="en-US" altLang="en-GB" b="1" dirty="0" smtClean="0"/>
            </a:br>
            <a:endParaRPr lang="en-US" altLang="en-GB" b="1" dirty="0"/>
          </a:p>
        </p:txBody>
      </p:sp>
      <p:sp>
        <p:nvSpPr>
          <p:cNvPr id="5" name="Subtitle 2"/>
          <p:cNvSpPr txBox="1"/>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b="1" dirty="0">
              <a:latin typeface="Arial" panose="020B0604020202020204" pitchFamily="34" charset="0"/>
              <a:cs typeface="Arial" panose="020B0604020202020204" pitchFamily="34" charset="0"/>
            </a:endParaRPr>
          </a:p>
        </p:txBody>
      </p:sp>
      <p:pic>
        <p:nvPicPr>
          <p:cNvPr id="10" name="Graphic 9"/>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2803786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4604527-BBDC-4E72-B53D-936C5B6C59EC}"/>
              </a:ext>
            </a:extLst>
          </p:cNvPr>
          <p:cNvSpPr>
            <a:spLocks noGrp="1"/>
          </p:cNvSpPr>
          <p:nvPr>
            <p:ph idx="1"/>
          </p:nvPr>
        </p:nvSpPr>
        <p:spPr/>
        <p:txBody>
          <a:bodyPr/>
          <a:lstStyle/>
          <a:p>
            <a:r>
              <a:rPr lang="en-US" b="1" dirty="0"/>
              <a:t>Definition of Organizing Information:</a:t>
            </a:r>
            <a:endParaRPr lang="en-US" dirty="0"/>
          </a:p>
          <a:p>
            <a:r>
              <a:rPr lang="en-US" dirty="0"/>
              <a:t>Organizing information refers to the process of arranging data, facts, or knowledge in a structured manner that makes it easier to access, understand, and use. This can involve categorizing, classifying, and prioritizing information based on specific criteria, which helps in creating a coherent framework for retrieval and analysis.</a:t>
            </a:r>
          </a:p>
          <a:p>
            <a:pPr marL="0" indent="0">
              <a:buNone/>
            </a:pPr>
            <a:endParaRPr lang="x-none" dirty="0"/>
          </a:p>
        </p:txBody>
      </p:sp>
      <p:grpSp>
        <p:nvGrpSpPr>
          <p:cNvPr id="4" name="Group 3">
            <a:extLst>
              <a:ext uri="{FF2B5EF4-FFF2-40B4-BE49-F238E27FC236}">
                <a16:creationId xmlns="" xmlns:a16="http://schemas.microsoft.com/office/drawing/2014/main" id="{55903CE8-3FAD-44BE-9B30-F9CDEA66845C}"/>
              </a:ext>
            </a:extLst>
          </p:cNvPr>
          <p:cNvGrpSpPr/>
          <p:nvPr/>
        </p:nvGrpSpPr>
        <p:grpSpPr>
          <a:xfrm>
            <a:off x="0" y="0"/>
            <a:ext cx="12749348" cy="1115736"/>
            <a:chOff x="0" y="0"/>
            <a:chExt cx="12749348" cy="1115736"/>
          </a:xfrm>
        </p:grpSpPr>
        <p:sp>
          <p:nvSpPr>
            <p:cNvPr id="5" name="Rectangle 4">
              <a:extLst>
                <a:ext uri="{FF2B5EF4-FFF2-40B4-BE49-F238E27FC236}">
                  <a16:creationId xmlns="" xmlns:a16="http://schemas.microsoft.com/office/drawing/2014/main" id="{F1C2263B-4935-4CAB-85B3-A7ED5A6DDB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3200" b="1" dirty="0">
                <a:solidFill>
                  <a:schemeClr val="tx1"/>
                </a:solidFill>
              </a:endParaRPr>
            </a:p>
          </p:txBody>
        </p:sp>
        <p:pic>
          <p:nvPicPr>
            <p:cNvPr id="6" name="Picture 5">
              <a:extLst>
                <a:ext uri="{FF2B5EF4-FFF2-40B4-BE49-F238E27FC236}">
                  <a16:creationId xmlns="" xmlns:a16="http://schemas.microsoft.com/office/drawing/2014/main" id="{756FC611-7228-4D61-BC8A-E018F45F72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 xmlns:a16="http://schemas.microsoft.com/office/drawing/2014/main" id="{DCA08A90-4A16-428C-97A0-9FBD607059A0}"/>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8" name="Graphic 7">
              <a:extLst>
                <a:ext uri="{FF2B5EF4-FFF2-40B4-BE49-F238E27FC236}">
                  <a16:creationId xmlns="" xmlns:a16="http://schemas.microsoft.com/office/drawing/2014/main" id="{B2649CC8-92B4-4002-8EDD-848D5831EBF3}"/>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 xmlns:a16="http://schemas.microsoft.com/office/drawing/2014/main" id="{793C02EF-9C16-4CC8-B307-EE7EBCD86B09}"/>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0" name="Graphic 9">
              <a:extLst>
                <a:ext uri="{FF2B5EF4-FFF2-40B4-BE49-F238E27FC236}">
                  <a16:creationId xmlns="" xmlns:a16="http://schemas.microsoft.com/office/drawing/2014/main" id="{3EFCD58F-5D38-48A4-9DBE-56F2EDF6E8F4}"/>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 xmlns:a16="http://schemas.microsoft.com/office/drawing/2014/main" id="{32A13A36-B447-4CBC-88CF-73B373FB126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2" name="Picture 11">
            <a:extLst>
              <a:ext uri="{FF2B5EF4-FFF2-40B4-BE49-F238E27FC236}">
                <a16:creationId xmlns="" xmlns:a16="http://schemas.microsoft.com/office/drawing/2014/main" id="{5E86EE2B-E713-43E1-AB91-57A34BB956D6}"/>
              </a:ext>
            </a:extLst>
          </p:cNvPr>
          <p:cNvPicPr>
            <a:picLocks noChangeAspect="1"/>
          </p:cNvPicPr>
          <p:nvPr/>
        </p:nvPicPr>
        <p:blipFill>
          <a:blip r:embed="rId8"/>
          <a:stretch>
            <a:fillRect/>
          </a:stretch>
        </p:blipFill>
        <p:spPr>
          <a:xfrm>
            <a:off x="10052136" y="1330181"/>
            <a:ext cx="2042337" cy="5145470"/>
          </a:xfrm>
          <a:prstGeom prst="rect">
            <a:avLst/>
          </a:prstGeom>
        </p:spPr>
      </p:pic>
    </p:spTree>
    <p:extLst>
      <p:ext uri="{BB962C8B-B14F-4D97-AF65-F5344CB8AC3E}">
        <p14:creationId xmlns:p14="http://schemas.microsoft.com/office/powerpoint/2010/main" val="1440380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093EC51-44E4-4B3F-A214-0183AD9E0BA4}"/>
              </a:ext>
            </a:extLst>
          </p:cNvPr>
          <p:cNvSpPr>
            <a:spLocks noGrp="1"/>
          </p:cNvSpPr>
          <p:nvPr>
            <p:ph idx="1"/>
          </p:nvPr>
        </p:nvSpPr>
        <p:spPr>
          <a:xfrm>
            <a:off x="662730" y="1519722"/>
            <a:ext cx="10691070" cy="4657241"/>
          </a:xfrm>
        </p:spPr>
        <p:txBody>
          <a:bodyPr>
            <a:normAutofit/>
          </a:bodyPr>
          <a:lstStyle/>
          <a:p>
            <a:endParaRPr lang="en-US" sz="3200" dirty="0" smtClean="0"/>
          </a:p>
          <a:p>
            <a:r>
              <a:rPr lang="en-US" sz="3200" b="1" dirty="0" smtClean="0"/>
              <a:t>What is Generating solutions? </a:t>
            </a:r>
          </a:p>
          <a:p>
            <a:r>
              <a:rPr lang="en-US" sz="3200" dirty="0"/>
              <a:t>Generating solutions </a:t>
            </a:r>
            <a:r>
              <a:rPr lang="en-US" sz="3200" dirty="0" smtClean="0"/>
              <a:t>is </a:t>
            </a:r>
            <a:r>
              <a:rPr lang="en-US" sz="3200" dirty="0"/>
              <a:t>about discovering ways of bridging the current state to the future, improved state. There are many different ways to problem solve. Techniques are most successful when the process is inclusive, inquisitive and creative.</a:t>
            </a:r>
            <a:endParaRPr lang="x-none" sz="3200" dirty="0"/>
          </a:p>
        </p:txBody>
      </p:sp>
      <p:grpSp>
        <p:nvGrpSpPr>
          <p:cNvPr id="4" name="Group 3">
            <a:extLst>
              <a:ext uri="{FF2B5EF4-FFF2-40B4-BE49-F238E27FC236}">
                <a16:creationId xmlns="" xmlns:a16="http://schemas.microsoft.com/office/drawing/2014/main" id="{D940975E-E0EA-4821-A2BE-323C872AFDC9}"/>
              </a:ext>
            </a:extLst>
          </p:cNvPr>
          <p:cNvGrpSpPr/>
          <p:nvPr/>
        </p:nvGrpSpPr>
        <p:grpSpPr>
          <a:xfrm>
            <a:off x="0" y="0"/>
            <a:ext cx="12749348" cy="1115736"/>
            <a:chOff x="0" y="0"/>
            <a:chExt cx="12749348" cy="1115736"/>
          </a:xfrm>
        </p:grpSpPr>
        <p:sp>
          <p:nvSpPr>
            <p:cNvPr id="5" name="Rectangle 4">
              <a:extLst>
                <a:ext uri="{FF2B5EF4-FFF2-40B4-BE49-F238E27FC236}">
                  <a16:creationId xmlns="" xmlns:a16="http://schemas.microsoft.com/office/drawing/2014/main" id="{5F729E7E-03F9-4803-A15F-B7AEB701490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3200" b="1" dirty="0">
                <a:solidFill>
                  <a:schemeClr val="tx1"/>
                </a:solidFill>
              </a:endParaRPr>
            </a:p>
          </p:txBody>
        </p:sp>
        <p:pic>
          <p:nvPicPr>
            <p:cNvPr id="6" name="Picture 5">
              <a:extLst>
                <a:ext uri="{FF2B5EF4-FFF2-40B4-BE49-F238E27FC236}">
                  <a16:creationId xmlns="" xmlns:a16="http://schemas.microsoft.com/office/drawing/2014/main" id="{1AD5A920-FB0C-4B80-BF63-2BF875301D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 xmlns:a16="http://schemas.microsoft.com/office/drawing/2014/main" id="{E304AFB2-C3D9-4FA0-B5C7-AE12030DD4E7}"/>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8" name="Graphic 7">
              <a:extLst>
                <a:ext uri="{FF2B5EF4-FFF2-40B4-BE49-F238E27FC236}">
                  <a16:creationId xmlns="" xmlns:a16="http://schemas.microsoft.com/office/drawing/2014/main" id="{67B4546D-A71A-4B72-9C95-7C401AF4E91C}"/>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 xmlns:a16="http://schemas.microsoft.com/office/drawing/2014/main" id="{086D0B94-960E-4640-A031-F2337A652AD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0" name="Graphic 9">
              <a:extLst>
                <a:ext uri="{FF2B5EF4-FFF2-40B4-BE49-F238E27FC236}">
                  <a16:creationId xmlns="" xmlns:a16="http://schemas.microsoft.com/office/drawing/2014/main" id="{254339FD-2699-439D-9653-8C51773BBA83}"/>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 xmlns:a16="http://schemas.microsoft.com/office/drawing/2014/main" id="{967FCF90-902A-4344-9EE0-C46FA89C4B8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2" name="Picture 11">
            <a:extLst>
              <a:ext uri="{FF2B5EF4-FFF2-40B4-BE49-F238E27FC236}">
                <a16:creationId xmlns="" xmlns:a16="http://schemas.microsoft.com/office/drawing/2014/main" id="{83B64FE8-6E48-4E1C-93C5-A6AFD9378880}"/>
              </a:ext>
            </a:extLst>
          </p:cNvPr>
          <p:cNvPicPr>
            <a:picLocks noChangeAspect="1"/>
          </p:cNvPicPr>
          <p:nvPr/>
        </p:nvPicPr>
        <p:blipFill>
          <a:blip r:embed="rId8"/>
          <a:stretch>
            <a:fillRect/>
          </a:stretch>
        </p:blipFill>
        <p:spPr>
          <a:xfrm>
            <a:off x="9906056" y="1462528"/>
            <a:ext cx="2042337" cy="5145470"/>
          </a:xfrm>
          <a:prstGeom prst="rect">
            <a:avLst/>
          </a:prstGeom>
        </p:spPr>
      </p:pic>
    </p:spTree>
    <p:extLst>
      <p:ext uri="{BB962C8B-B14F-4D97-AF65-F5344CB8AC3E}">
        <p14:creationId xmlns:p14="http://schemas.microsoft.com/office/powerpoint/2010/main" val="4156480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093EC51-44E4-4B3F-A214-0183AD9E0BA4}"/>
              </a:ext>
            </a:extLst>
          </p:cNvPr>
          <p:cNvSpPr>
            <a:spLocks noGrp="1"/>
          </p:cNvSpPr>
          <p:nvPr>
            <p:ph idx="1"/>
          </p:nvPr>
        </p:nvSpPr>
        <p:spPr>
          <a:xfrm>
            <a:off x="662730" y="1519722"/>
            <a:ext cx="10691070" cy="4657241"/>
          </a:xfrm>
        </p:spPr>
        <p:txBody>
          <a:bodyPr>
            <a:normAutofit/>
          </a:bodyPr>
          <a:lstStyle/>
          <a:p>
            <a:endParaRPr lang="en-US" sz="3200" dirty="0" smtClean="0"/>
          </a:p>
          <a:p>
            <a:r>
              <a:rPr lang="en-US" sz="3200" b="1" dirty="0" smtClean="0"/>
              <a:t>What is Generating solutions? </a:t>
            </a:r>
          </a:p>
          <a:p>
            <a:r>
              <a:rPr lang="en-US" sz="3200" dirty="0"/>
              <a:t>Generating solutions </a:t>
            </a:r>
            <a:r>
              <a:rPr lang="en-US" sz="3200" dirty="0" smtClean="0"/>
              <a:t>is </a:t>
            </a:r>
            <a:r>
              <a:rPr lang="en-US" sz="3200" dirty="0"/>
              <a:t>about discovering ways of bridging the current state to the future, improved state. There are many different ways to problem solve. Techniques are most successful when the process is inclusive, inquisitive and creative.</a:t>
            </a:r>
            <a:endParaRPr lang="x-none" sz="3200" dirty="0"/>
          </a:p>
        </p:txBody>
      </p:sp>
      <p:grpSp>
        <p:nvGrpSpPr>
          <p:cNvPr id="4" name="Group 3">
            <a:extLst>
              <a:ext uri="{FF2B5EF4-FFF2-40B4-BE49-F238E27FC236}">
                <a16:creationId xmlns="" xmlns:a16="http://schemas.microsoft.com/office/drawing/2014/main" id="{D940975E-E0EA-4821-A2BE-323C872AFDC9}"/>
              </a:ext>
            </a:extLst>
          </p:cNvPr>
          <p:cNvGrpSpPr/>
          <p:nvPr/>
        </p:nvGrpSpPr>
        <p:grpSpPr>
          <a:xfrm>
            <a:off x="0" y="0"/>
            <a:ext cx="12749348" cy="1115736"/>
            <a:chOff x="0" y="0"/>
            <a:chExt cx="12749348" cy="1115736"/>
          </a:xfrm>
        </p:grpSpPr>
        <p:sp>
          <p:nvSpPr>
            <p:cNvPr id="5" name="Rectangle 4">
              <a:extLst>
                <a:ext uri="{FF2B5EF4-FFF2-40B4-BE49-F238E27FC236}">
                  <a16:creationId xmlns="" xmlns:a16="http://schemas.microsoft.com/office/drawing/2014/main" id="{5F729E7E-03F9-4803-A15F-B7AEB701490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3200" b="1" dirty="0">
                <a:solidFill>
                  <a:schemeClr val="tx1"/>
                </a:solidFill>
              </a:endParaRPr>
            </a:p>
          </p:txBody>
        </p:sp>
        <p:pic>
          <p:nvPicPr>
            <p:cNvPr id="6" name="Picture 5">
              <a:extLst>
                <a:ext uri="{FF2B5EF4-FFF2-40B4-BE49-F238E27FC236}">
                  <a16:creationId xmlns="" xmlns:a16="http://schemas.microsoft.com/office/drawing/2014/main" id="{1AD5A920-FB0C-4B80-BF63-2BF875301D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 xmlns:a16="http://schemas.microsoft.com/office/drawing/2014/main" id="{E304AFB2-C3D9-4FA0-B5C7-AE12030DD4E7}"/>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8" name="Graphic 7">
              <a:extLst>
                <a:ext uri="{FF2B5EF4-FFF2-40B4-BE49-F238E27FC236}">
                  <a16:creationId xmlns="" xmlns:a16="http://schemas.microsoft.com/office/drawing/2014/main" id="{67B4546D-A71A-4B72-9C95-7C401AF4E91C}"/>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 xmlns:a16="http://schemas.microsoft.com/office/drawing/2014/main" id="{086D0B94-960E-4640-A031-F2337A652AD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0" name="Graphic 9">
              <a:extLst>
                <a:ext uri="{FF2B5EF4-FFF2-40B4-BE49-F238E27FC236}">
                  <a16:creationId xmlns="" xmlns:a16="http://schemas.microsoft.com/office/drawing/2014/main" id="{254339FD-2699-439D-9653-8C51773BBA83}"/>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 xmlns:a16="http://schemas.microsoft.com/office/drawing/2014/main" id="{967FCF90-902A-4344-9EE0-C46FA89C4B8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2" name="Picture 11">
            <a:extLst>
              <a:ext uri="{FF2B5EF4-FFF2-40B4-BE49-F238E27FC236}">
                <a16:creationId xmlns="" xmlns:a16="http://schemas.microsoft.com/office/drawing/2014/main" id="{83B64FE8-6E48-4E1C-93C5-A6AFD9378880}"/>
              </a:ext>
            </a:extLst>
          </p:cNvPr>
          <p:cNvPicPr>
            <a:picLocks noChangeAspect="1"/>
          </p:cNvPicPr>
          <p:nvPr/>
        </p:nvPicPr>
        <p:blipFill>
          <a:blip r:embed="rId8"/>
          <a:stretch>
            <a:fillRect/>
          </a:stretch>
        </p:blipFill>
        <p:spPr>
          <a:xfrm>
            <a:off x="9906056" y="1462528"/>
            <a:ext cx="2042337" cy="5145470"/>
          </a:xfrm>
          <a:prstGeom prst="rect">
            <a:avLst/>
          </a:prstGeom>
        </p:spPr>
      </p:pic>
      <p:pic>
        <p:nvPicPr>
          <p:cNvPr id="13" name="Picture 12" descr="temp_44.jpg"/>
          <p:cNvPicPr>
            <a:picLocks noChangeAspect="1"/>
          </p:cNvPicPr>
          <p:nvPr/>
        </p:nvPicPr>
        <p:blipFill>
          <a:blip r:embed="rId9"/>
          <a:stretch>
            <a:fillRect/>
          </a:stretch>
        </p:blipFill>
        <p:spPr>
          <a:xfrm>
            <a:off x="133382" y="1215189"/>
            <a:ext cx="11815011" cy="5642811"/>
          </a:xfrm>
          <a:prstGeom prst="rect">
            <a:avLst/>
          </a:prstGeom>
        </p:spPr>
      </p:pic>
    </p:spTree>
    <p:extLst>
      <p:ext uri="{BB962C8B-B14F-4D97-AF65-F5344CB8AC3E}">
        <p14:creationId xmlns:p14="http://schemas.microsoft.com/office/powerpoint/2010/main" val="363696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 xmlns:a16="http://schemas.microsoft.com/office/drawing/2014/main" id="{627BDFF3-2CEF-45E6-830A-0E11F16F8C80}"/>
              </a:ext>
            </a:extLst>
          </p:cNvPr>
          <p:cNvGrpSpPr/>
          <p:nvPr/>
        </p:nvGrpSpPr>
        <p:grpSpPr>
          <a:xfrm>
            <a:off x="0" y="0"/>
            <a:ext cx="12749348" cy="1115736"/>
            <a:chOff x="0" y="0"/>
            <a:chExt cx="12749348" cy="1115736"/>
          </a:xfrm>
        </p:grpSpPr>
        <p:sp>
          <p:nvSpPr>
            <p:cNvPr id="5" name="Rectangle 4">
              <a:extLst>
                <a:ext uri="{FF2B5EF4-FFF2-40B4-BE49-F238E27FC236}">
                  <a16:creationId xmlns="" xmlns:a16="http://schemas.microsoft.com/office/drawing/2014/main" id="{85F15FFB-D040-437F-B80E-3C9E5795B63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3200" b="1" dirty="0">
                <a:solidFill>
                  <a:schemeClr val="tx1"/>
                </a:solidFill>
              </a:endParaRPr>
            </a:p>
          </p:txBody>
        </p:sp>
        <p:pic>
          <p:nvPicPr>
            <p:cNvPr id="6" name="Picture 5">
              <a:extLst>
                <a:ext uri="{FF2B5EF4-FFF2-40B4-BE49-F238E27FC236}">
                  <a16:creationId xmlns="" xmlns:a16="http://schemas.microsoft.com/office/drawing/2014/main" id="{0B718E6E-3FBD-48D2-9E74-7E6A5CB919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 xmlns:a16="http://schemas.microsoft.com/office/drawing/2014/main" id="{4F5AD5CA-6C41-4F6E-8407-51A5C6A0CA9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8" name="Graphic 7">
              <a:extLst>
                <a:ext uri="{FF2B5EF4-FFF2-40B4-BE49-F238E27FC236}">
                  <a16:creationId xmlns="" xmlns:a16="http://schemas.microsoft.com/office/drawing/2014/main" id="{CE043CB0-7E10-40A7-910A-F60ECEB25670}"/>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 xmlns:a16="http://schemas.microsoft.com/office/drawing/2014/main" id="{E3BE373F-4410-4AC6-BB44-7FE7C88ECFC7}"/>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0" name="Graphic 9">
              <a:extLst>
                <a:ext uri="{FF2B5EF4-FFF2-40B4-BE49-F238E27FC236}">
                  <a16:creationId xmlns="" xmlns:a16="http://schemas.microsoft.com/office/drawing/2014/main" id="{54B6287E-241F-4A31-82F2-24CE91593643}"/>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 xmlns:a16="http://schemas.microsoft.com/office/drawing/2014/main" id="{B574C7DA-18E9-4A8E-BC81-D0218DC8EFD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2" name="Picture 11">
            <a:extLst>
              <a:ext uri="{FF2B5EF4-FFF2-40B4-BE49-F238E27FC236}">
                <a16:creationId xmlns="" xmlns:a16="http://schemas.microsoft.com/office/drawing/2014/main" id="{BDE3B566-A069-457C-941B-4A76C25C2F24}"/>
              </a:ext>
            </a:extLst>
          </p:cNvPr>
          <p:cNvPicPr>
            <a:picLocks noChangeAspect="1"/>
          </p:cNvPicPr>
          <p:nvPr/>
        </p:nvPicPr>
        <p:blipFill>
          <a:blip r:embed="rId8"/>
          <a:stretch>
            <a:fillRect/>
          </a:stretch>
        </p:blipFill>
        <p:spPr>
          <a:xfrm>
            <a:off x="9974462" y="1462528"/>
            <a:ext cx="2042337" cy="5145470"/>
          </a:xfrm>
          <a:prstGeom prst="rect">
            <a:avLst/>
          </a:prstGeom>
        </p:spPr>
      </p:pic>
      <p:pic>
        <p:nvPicPr>
          <p:cNvPr id="13" name="Content Placeholder 12" descr="temp_0.jpg"/>
          <p:cNvPicPr>
            <a:picLocks noGrp="1" noChangeAspect="1"/>
          </p:cNvPicPr>
          <p:nvPr>
            <p:ph idx="1"/>
          </p:nvPr>
        </p:nvPicPr>
        <p:blipFill>
          <a:blip r:embed="rId9"/>
          <a:stretch>
            <a:fillRect/>
          </a:stretch>
        </p:blipFill>
        <p:spPr>
          <a:xfrm>
            <a:off x="866274" y="1115735"/>
            <a:ext cx="10359189" cy="5609917"/>
          </a:xfrm>
          <a:prstGeom prst="rect">
            <a:avLst/>
          </a:prstGeom>
        </p:spPr>
      </p:pic>
    </p:spTree>
    <p:extLst>
      <p:ext uri="{BB962C8B-B14F-4D97-AF65-F5344CB8AC3E}">
        <p14:creationId xmlns:p14="http://schemas.microsoft.com/office/powerpoint/2010/main" val="468808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pic>
        <p:nvPicPr>
          <p:cNvPr id="13" name="Content Placeholder 12" descr="temp_1.jpg"/>
          <p:cNvPicPr>
            <a:picLocks noGrp="1" noChangeAspect="1"/>
          </p:cNvPicPr>
          <p:nvPr>
            <p:ph idx="1"/>
          </p:nvPr>
        </p:nvPicPr>
        <p:blipFill>
          <a:blip r:embed="rId9"/>
          <a:stretch>
            <a:fillRect/>
          </a:stretch>
        </p:blipFill>
        <p:spPr>
          <a:xfrm>
            <a:off x="128337" y="1115737"/>
            <a:ext cx="11935326" cy="5742264"/>
          </a:xfrm>
          <a:prstGeom prst="rect">
            <a:avLst/>
          </a:prstGeom>
        </p:spPr>
      </p:pic>
    </p:spTree>
    <p:extLst>
      <p:ext uri="{BB962C8B-B14F-4D97-AF65-F5344CB8AC3E}">
        <p14:creationId xmlns:p14="http://schemas.microsoft.com/office/powerpoint/2010/main" val="3133899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pic>
        <p:nvPicPr>
          <p:cNvPr id="13" name="Content Placeholder 12" descr="temp_2.jpg"/>
          <p:cNvPicPr>
            <a:picLocks noGrp="1" noChangeAspect="1"/>
          </p:cNvPicPr>
          <p:nvPr>
            <p:ph idx="1"/>
          </p:nvPr>
        </p:nvPicPr>
        <p:blipFill>
          <a:blip r:embed="rId9"/>
          <a:stretch>
            <a:fillRect/>
          </a:stretch>
        </p:blipFill>
        <p:spPr>
          <a:xfrm>
            <a:off x="204537" y="1115736"/>
            <a:ext cx="11987463" cy="5850548"/>
          </a:xfrm>
          <a:prstGeom prst="rect">
            <a:avLst/>
          </a:prstGeom>
        </p:spPr>
      </p:pic>
    </p:spTree>
    <p:extLst>
      <p:ext uri="{BB962C8B-B14F-4D97-AF65-F5344CB8AC3E}">
        <p14:creationId xmlns:p14="http://schemas.microsoft.com/office/powerpoint/2010/main" val="2864520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pic>
        <p:nvPicPr>
          <p:cNvPr id="13" name="Content Placeholder 12" descr="temp_3.jpg"/>
          <p:cNvPicPr>
            <a:picLocks noGrp="1" noChangeAspect="1"/>
          </p:cNvPicPr>
          <p:nvPr>
            <p:ph idx="1"/>
          </p:nvPr>
        </p:nvPicPr>
        <p:blipFill>
          <a:blip r:embed="rId9"/>
          <a:stretch>
            <a:fillRect/>
          </a:stretch>
        </p:blipFill>
        <p:spPr>
          <a:xfrm>
            <a:off x="264695" y="1115736"/>
            <a:ext cx="11264573" cy="5492261"/>
          </a:xfrm>
          <a:prstGeom prst="rect">
            <a:avLst/>
          </a:prstGeom>
        </p:spPr>
      </p:pic>
    </p:spTree>
    <p:extLst>
      <p:ext uri="{BB962C8B-B14F-4D97-AF65-F5344CB8AC3E}">
        <p14:creationId xmlns:p14="http://schemas.microsoft.com/office/powerpoint/2010/main" val="1201148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pic>
        <p:nvPicPr>
          <p:cNvPr id="14" name="Content Placeholder 13" descr="temp_4.jpg"/>
          <p:cNvPicPr>
            <a:picLocks noGrp="1" noChangeAspect="1"/>
          </p:cNvPicPr>
          <p:nvPr>
            <p:ph idx="1"/>
          </p:nvPr>
        </p:nvPicPr>
        <p:blipFill>
          <a:blip r:embed="rId9"/>
          <a:stretch>
            <a:fillRect/>
          </a:stretch>
        </p:blipFill>
        <p:spPr>
          <a:xfrm>
            <a:off x="216569" y="1115736"/>
            <a:ext cx="11706726" cy="5742264"/>
          </a:xfrm>
          <a:prstGeom prst="rect">
            <a:avLst/>
          </a:prstGeom>
        </p:spPr>
      </p:pic>
    </p:spTree>
    <p:extLst>
      <p:ext uri="{BB962C8B-B14F-4D97-AF65-F5344CB8AC3E}">
        <p14:creationId xmlns:p14="http://schemas.microsoft.com/office/powerpoint/2010/main" val="2128329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pic>
        <p:nvPicPr>
          <p:cNvPr id="14" name="Content Placeholder 13" descr="temp_5.jpg"/>
          <p:cNvPicPr>
            <a:picLocks noGrp="1" noChangeAspect="1"/>
          </p:cNvPicPr>
          <p:nvPr>
            <p:ph idx="1"/>
          </p:nvPr>
        </p:nvPicPr>
        <p:blipFill>
          <a:blip r:embed="rId9"/>
          <a:stretch>
            <a:fillRect/>
          </a:stretch>
        </p:blipFill>
        <p:spPr>
          <a:xfrm>
            <a:off x="192505" y="1115736"/>
            <a:ext cx="11824294" cy="5742264"/>
          </a:xfrm>
          <a:prstGeom prst="rect">
            <a:avLst/>
          </a:prstGeom>
        </p:spPr>
      </p:pic>
    </p:spTree>
    <p:extLst>
      <p:ext uri="{BB962C8B-B14F-4D97-AF65-F5344CB8AC3E}">
        <p14:creationId xmlns:p14="http://schemas.microsoft.com/office/powerpoint/2010/main" val="4286659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pic>
        <p:nvPicPr>
          <p:cNvPr id="14" name="Content Placeholder 13" descr="temp_6.jpg"/>
          <p:cNvPicPr>
            <a:picLocks noGrp="1" noChangeAspect="1"/>
          </p:cNvPicPr>
          <p:nvPr>
            <p:ph idx="1"/>
          </p:nvPr>
        </p:nvPicPr>
        <p:blipFill>
          <a:blip r:embed="rId9"/>
          <a:stretch>
            <a:fillRect/>
          </a:stretch>
        </p:blipFill>
        <p:spPr>
          <a:xfrm>
            <a:off x="421105" y="1115736"/>
            <a:ext cx="11595694" cy="5742263"/>
          </a:xfrm>
          <a:prstGeom prst="rect">
            <a:avLst/>
          </a:prstGeom>
        </p:spPr>
      </p:pic>
    </p:spTree>
    <p:extLst>
      <p:ext uri="{BB962C8B-B14F-4D97-AF65-F5344CB8AC3E}">
        <p14:creationId xmlns:p14="http://schemas.microsoft.com/office/powerpoint/2010/main" val="4006622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pic>
        <p:nvPicPr>
          <p:cNvPr id="14" name="Content Placeholder 13" descr="temp_7.jpg"/>
          <p:cNvPicPr>
            <a:picLocks noGrp="1" noChangeAspect="1"/>
          </p:cNvPicPr>
          <p:nvPr>
            <p:ph idx="1"/>
          </p:nvPr>
        </p:nvPicPr>
        <p:blipFill>
          <a:blip r:embed="rId9"/>
          <a:stretch>
            <a:fillRect/>
          </a:stretch>
        </p:blipFill>
        <p:spPr>
          <a:xfrm>
            <a:off x="-1" y="960418"/>
            <a:ext cx="12016799" cy="5777266"/>
          </a:xfrm>
          <a:prstGeom prst="rect">
            <a:avLst/>
          </a:prstGeom>
        </p:spPr>
      </p:pic>
    </p:spTree>
    <p:extLst>
      <p:ext uri="{BB962C8B-B14F-4D97-AF65-F5344CB8AC3E}">
        <p14:creationId xmlns:p14="http://schemas.microsoft.com/office/powerpoint/2010/main" val="1659237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pic>
        <p:nvPicPr>
          <p:cNvPr id="14" name="Content Placeholder 13" descr="temp_8.jpg"/>
          <p:cNvPicPr>
            <a:picLocks noGrp="1" noChangeAspect="1"/>
          </p:cNvPicPr>
          <p:nvPr>
            <p:ph idx="1"/>
          </p:nvPr>
        </p:nvPicPr>
        <p:blipFill>
          <a:blip r:embed="rId9"/>
          <a:stretch>
            <a:fillRect/>
          </a:stretch>
        </p:blipFill>
        <p:spPr>
          <a:xfrm>
            <a:off x="252663" y="1215189"/>
            <a:ext cx="11939337" cy="5546558"/>
          </a:xfrm>
          <a:prstGeom prst="rect">
            <a:avLst/>
          </a:prstGeom>
        </p:spPr>
      </p:pic>
    </p:spTree>
    <p:extLst>
      <p:ext uri="{BB962C8B-B14F-4D97-AF65-F5344CB8AC3E}">
        <p14:creationId xmlns:p14="http://schemas.microsoft.com/office/powerpoint/2010/main" val="1751068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pic>
        <p:nvPicPr>
          <p:cNvPr id="14" name="Content Placeholder 13" descr="temp_9.jpg"/>
          <p:cNvPicPr>
            <a:picLocks noGrp="1" noChangeAspect="1"/>
          </p:cNvPicPr>
          <p:nvPr>
            <p:ph idx="1"/>
          </p:nvPr>
        </p:nvPicPr>
        <p:blipFill>
          <a:blip r:embed="rId9"/>
          <a:stretch>
            <a:fillRect/>
          </a:stretch>
        </p:blipFill>
        <p:spPr>
          <a:xfrm>
            <a:off x="84221" y="1115736"/>
            <a:ext cx="11932578" cy="5492262"/>
          </a:xfrm>
          <a:prstGeom prst="rect">
            <a:avLst/>
          </a:prstGeom>
        </p:spPr>
      </p:pic>
    </p:spTree>
    <p:extLst>
      <p:ext uri="{BB962C8B-B14F-4D97-AF65-F5344CB8AC3E}">
        <p14:creationId xmlns:p14="http://schemas.microsoft.com/office/powerpoint/2010/main" val="2511200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555</TotalTime>
  <Words>281</Words>
  <Application>Microsoft Office PowerPoint</Application>
  <PresentationFormat>Custom</PresentationFormat>
  <Paragraphs>39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Technical and Business Writing   </vt:lpstr>
      <vt:lpstr>Organizing information and generation solution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One</cp:lastModifiedBy>
  <cp:revision>60</cp:revision>
  <dcterms:created xsi:type="dcterms:W3CDTF">2024-06-21T09:49:00Z</dcterms:created>
  <dcterms:modified xsi:type="dcterms:W3CDTF">2024-10-15T08:33:47Z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746BA2BC228C464D8DA6A1456E503FEB_13</vt:lpwstr>
  </property>
  <property fmtid="{D5CDD505-2E9C-101B-9397-08002B2CF9AE}" pid="3" name="KSOProductBuildVer">
    <vt:lpwstr>1033-12.2.0.18283</vt:lpwstr>
  </property>
</Properties>
</file>