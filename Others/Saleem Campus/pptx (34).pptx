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
  </p:notesMasterIdLst>
  <p:sldIdLst>
    <p:sldId id="875" r:id="rId2"/>
    <p:sldId id="868" r:id="rId3"/>
    <p:sldId id="871" r:id="rId4"/>
    <p:sldId id="826" r:id="rId5"/>
    <p:sldId id="872" r:id="rId6"/>
    <p:sldId id="873" r:id="rId7"/>
    <p:sldId id="874" r:id="rId8"/>
    <p:sldId id="877" r:id="rId9"/>
    <p:sldId id="87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32A2A"/>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17" autoAdjust="0"/>
    <p:restoredTop sz="97691" autoAdjust="0"/>
  </p:normalViewPr>
  <p:slideViewPr>
    <p:cSldViewPr snapToGrid="0" showGuides="1">
      <p:cViewPr>
        <p:scale>
          <a:sx n="70" d="100"/>
          <a:sy n="70" d="100"/>
        </p:scale>
        <p:origin x="-714" y="-1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10/9/2024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1506402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237A82C-AEEE-48DB-A866-3B1CA0AC9D5D}" type="datetimeFigureOut">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237A82C-AEEE-48DB-A866-3B1CA0AC9D5D}" type="datetimeFigureOut">
              <a:rPr lang="en-US" smtClean="0"/>
              <a:t>10/9/2024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237A82C-AEEE-48DB-A866-3B1CA0AC9D5D}" type="datetimeFigureOut">
              <a:rPr lang="en-US" smtClean="0"/>
              <a:t>10/9/2024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en-US" smtClean="0"/>
              <a:t>10/9/2024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US" smtClean="0"/>
              <a:t>10/9/2024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grammarly.com/blog/writing-tips/descriptive-writing/" TargetMode="External"/><Relationship Id="rId7" Type="http://schemas.openxmlformats.org/officeDocument/2006/relationships/image" Target="../media/image4.png"/><Relationship Id="rId2" Type="http://schemas.openxmlformats.org/officeDocument/2006/relationships/hyperlink" Target="https://www.grammarly.com/blog/writing-techniques/types-of-writing/" TargetMode="Externa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www.grammarly.com/blog/writing-techniques/persuasive-writing/" TargetMode="External"/><Relationship Id="rId4" Type="http://schemas.openxmlformats.org/officeDocument/2006/relationships/hyperlink" Target="https://www.grammarly.com/blog/writing-techniques/narrative-writing/" TargetMode="External"/><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01675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679450" y="2449195"/>
            <a:ext cx="8822055" cy="1153160"/>
          </a:xfrm>
        </p:spPr>
        <p:txBody>
          <a:bodyPr>
            <a:normAutofit fontScale="90000"/>
          </a:bodyPr>
          <a:lstStyle/>
          <a:p>
            <a:r>
              <a:rPr lang="en-US" altLang="en-GB" b="1" dirty="0" smtClean="0">
                <a:solidFill>
                  <a:schemeClr val="bg1"/>
                </a:solidFill>
              </a:rPr>
              <a:t>Technical and Business Writing</a:t>
            </a:r>
            <a:endParaRPr lang="en-US" altLang="en-GB" b="1" dirty="0">
              <a:solidFill>
                <a:schemeClr val="bg1"/>
              </a:solidFill>
            </a:endParaRPr>
          </a:p>
        </p:txBody>
      </p:sp>
      <p:sp>
        <p:nvSpPr>
          <p:cNvPr id="3" name="Subtitle 2"/>
          <p:cNvSpPr>
            <a:spLocks noGrp="1"/>
          </p:cNvSpPr>
          <p:nvPr>
            <p:ph type="subTitle" idx="1"/>
          </p:nvPr>
        </p:nvSpPr>
        <p:spPr>
          <a:xfrm>
            <a:off x="1158494" y="3602038"/>
            <a:ext cx="8955024" cy="1153160"/>
          </a:xfrm>
        </p:spPr>
        <p:txBody>
          <a:bodyPr>
            <a:noAutofit/>
          </a:bodyPr>
          <a:lstStyle/>
          <a:p>
            <a:pPr algn="l"/>
            <a:r>
              <a:rPr lang="en-US" altLang="en-GB" sz="2800" b="1" dirty="0">
                <a:solidFill>
                  <a:schemeClr val="bg1"/>
                </a:solidFill>
                <a:latin typeface="Bahnschrift" panose="020B0502040204020203" pitchFamily="34" charset="0"/>
              </a:rPr>
              <a:t>                   </a:t>
            </a:r>
          </a:p>
        </p:txBody>
      </p:sp>
      <p:sp>
        <p:nvSpPr>
          <p:cNvPr id="5" name="Subtitle 2"/>
          <p:cNvSpPr txBox="1"/>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b="1" dirty="0" smtClean="0">
                <a:solidFill>
                  <a:schemeClr val="bg1"/>
                </a:solidFill>
                <a:latin typeface="Arial" panose="020B0604020202020204" pitchFamily="34" charset="0"/>
                <a:cs typeface="Arial" panose="020B0604020202020204" pitchFamily="34" charset="0"/>
              </a:rPr>
              <a:t>Aqsa Ashraf</a:t>
            </a:r>
          </a:p>
          <a:p>
            <a:pPr algn="l"/>
            <a:r>
              <a:rPr lang="en-US" sz="2000" b="1" dirty="0" smtClean="0">
                <a:solidFill>
                  <a:schemeClr val="bg1"/>
                </a:solidFill>
                <a:latin typeface="Arial" panose="020B0604020202020204" pitchFamily="34" charset="0"/>
                <a:cs typeface="Arial" panose="020B0604020202020204" pitchFamily="34" charset="0"/>
              </a:rPr>
              <a:t>ENG-201</a:t>
            </a:r>
          </a:p>
          <a:p>
            <a:pPr algn="l"/>
            <a:r>
              <a:rPr lang="en-US" sz="2000" b="1" dirty="0" smtClean="0">
                <a:solidFill>
                  <a:schemeClr val="bg1"/>
                </a:solidFill>
                <a:latin typeface="Arial" panose="020B0604020202020204" pitchFamily="34" charset="0"/>
                <a:cs typeface="Arial" panose="020B0604020202020204" pitchFamily="34" charset="0"/>
              </a:rPr>
              <a:t>Week3, Lecture </a:t>
            </a:r>
            <a:r>
              <a:rPr lang="en-US" sz="2000" b="1" dirty="0" smtClean="0">
                <a:solidFill>
                  <a:schemeClr val="bg1"/>
                </a:solidFill>
                <a:latin typeface="Arial" panose="020B0604020202020204" pitchFamily="34" charset="0"/>
                <a:cs typeface="Arial" panose="020B0604020202020204" pitchFamily="34" charset="0"/>
              </a:rPr>
              <a:t>2</a:t>
            </a:r>
            <a:endParaRPr lang="en-GB" sz="2000" b="1" dirty="0">
              <a:solidFill>
                <a:schemeClr val="bg1"/>
              </a:solidFill>
              <a:latin typeface="Arial" panose="020B0604020202020204" pitchFamily="34" charset="0"/>
              <a:cs typeface="Arial" panose="020B0604020202020204" pitchFamily="34" charset="0"/>
            </a:endParaRPr>
          </a:p>
        </p:txBody>
      </p:sp>
      <p:pic>
        <p:nvPicPr>
          <p:cNvPr id="10" name="Graphic 9"/>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9525"/>
            <a:ext cx="3611690" cy="3611690"/>
          </a:xfrm>
          <a:prstGeom prst="rect">
            <a:avLst/>
          </a:prstGeom>
        </p:spPr>
      </p:pic>
      <p:pic>
        <p:nvPicPr>
          <p:cNvPr id="6" name="Picture 5" descr="Department of English Language and Literature"/>
          <p:cNvPicPr>
            <a:picLocks noChangeAspect="1"/>
          </p:cNvPicPr>
          <p:nvPr/>
        </p:nvPicPr>
        <p:blipFill>
          <a:blip r:embed="rId4" cstate="print"/>
          <a:stretch>
            <a:fillRect/>
          </a:stretch>
        </p:blipFill>
        <p:spPr>
          <a:xfrm>
            <a:off x="309245" y="259715"/>
            <a:ext cx="2382520" cy="1418590"/>
          </a:xfrm>
          <a:prstGeom prst="rect">
            <a:avLst/>
          </a:prstGeom>
        </p:spPr>
      </p:pic>
    </p:spTree>
    <p:extLst>
      <p:ext uri="{BB962C8B-B14F-4D97-AF65-F5344CB8AC3E}">
        <p14:creationId xmlns:p14="http://schemas.microsoft.com/office/powerpoint/2010/main" val="34037472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0" y="0"/>
            <a:ext cx="12749348" cy="1115736"/>
            <a:chOff x="0" y="0"/>
            <a:chExt cx="12749348" cy="1115736"/>
          </a:xfrm>
        </p:grpSpPr>
        <p:sp>
          <p:nvSpPr>
            <p:cNvPr id="6" name="Rectangle 5"/>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8" name="TextBox 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11"/>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3"/>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13" name="Rectangle 12"/>
          <p:cNvSpPr/>
          <p:nvPr/>
        </p:nvSpPr>
        <p:spPr>
          <a:xfrm>
            <a:off x="1959661" y="6011912"/>
            <a:ext cx="8077200" cy="815608"/>
          </a:xfrm>
          <a:prstGeom prst="rect">
            <a:avLst/>
          </a:prstGeom>
        </p:spPr>
        <p:txBody>
          <a:bodyPr wrap="square">
            <a:spAutoFit/>
          </a:bodyPr>
          <a:lstStyle/>
          <a:p>
            <a:pPr algn="ctr"/>
            <a:r>
              <a:rPr lang="en-US" sz="2400" b="1" dirty="0" smtClean="0">
                <a:latin typeface="Arial" panose="020B0604020202020204" pitchFamily="34" charset="0"/>
                <a:cs typeface="Arial" panose="020B0604020202020204" pitchFamily="34" charset="0"/>
              </a:rPr>
              <a:t> </a:t>
            </a:r>
            <a:r>
              <a:rPr lang="en-US" sz="2300" b="1" dirty="0" smtClean="0">
                <a:latin typeface="Arial" panose="020B0604020202020204" pitchFamily="34" charset="0"/>
                <a:cs typeface="Arial" panose="020B0604020202020204" pitchFamily="34" charset="0"/>
              </a:rPr>
              <a:t/>
            </a:r>
            <a:br>
              <a:rPr lang="en-US" sz="2300" b="1" dirty="0" smtClean="0">
                <a:latin typeface="Arial" panose="020B0604020202020204" pitchFamily="34" charset="0"/>
                <a:cs typeface="Arial" panose="020B0604020202020204" pitchFamily="34" charset="0"/>
              </a:rPr>
            </a:br>
            <a:endParaRPr lang="en-US" sz="2300" b="1" dirty="0"/>
          </a:p>
        </p:txBody>
      </p:sp>
      <p:sp>
        <p:nvSpPr>
          <p:cNvPr id="3" name="Content Placeholder 2"/>
          <p:cNvSpPr>
            <a:spLocks noGrp="1"/>
          </p:cNvSpPr>
          <p:nvPr>
            <p:ph idx="1"/>
          </p:nvPr>
        </p:nvSpPr>
        <p:spPr>
          <a:xfrm>
            <a:off x="838200" y="2552131"/>
            <a:ext cx="10515600" cy="1774208"/>
          </a:xfrm>
        </p:spPr>
        <p:txBody>
          <a:bodyPr>
            <a:normAutofit/>
          </a:bodyPr>
          <a:lstStyle/>
          <a:p>
            <a:pPr marL="0" indent="0">
              <a:buNone/>
            </a:pPr>
            <a:r>
              <a:rPr lang="en-US" sz="6600" dirty="0" smtClean="0"/>
              <a:t>         Effective  Exposition</a:t>
            </a:r>
            <a:endParaRPr lang="en-US" sz="6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nSpc>
                <a:spcPct val="150000"/>
              </a:lnSpc>
              <a:spcBef>
                <a:spcPts val="600"/>
              </a:spcBef>
              <a:buNone/>
            </a:pPr>
            <a:r>
              <a:rPr lang="en-US" dirty="0"/>
              <a:t>Expository writing, as its name implies, is writing that </a:t>
            </a:r>
            <a:r>
              <a:rPr lang="en-US" i="1" dirty="0"/>
              <a:t>exposes facts.</a:t>
            </a:r>
            <a:r>
              <a:rPr lang="en-US" dirty="0"/>
              <a:t> In other words, it’s writing that explains and educates its readers, rather than entertaining or attempting to persuade them. When you read a scholarly article, a textbook page, a news report, or an instructional guide, you’re reading expository writing. </a:t>
            </a:r>
            <a:endParaRPr lang="en-US"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3</a:t>
            </a:fld>
            <a:endParaRPr lang="en-US"/>
          </a:p>
        </p:txBody>
      </p:sp>
    </p:spTree>
    <p:extLst>
      <p:ext uri="{BB962C8B-B14F-4D97-AF65-F5344CB8AC3E}">
        <p14:creationId xmlns:p14="http://schemas.microsoft.com/office/powerpoint/2010/main" val="23144881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b="1" dirty="0"/>
              <a:t>What is expository writing?</a:t>
            </a:r>
          </a:p>
          <a:p>
            <a:pPr marL="0" indent="0">
              <a:buNone/>
            </a:pPr>
            <a:r>
              <a:rPr lang="en-US" sz="3200" dirty="0"/>
              <a:t>Expository writing is writing that aims to inform its reader. As we mentioned above, this includes all types of factual writing, like textbooks, news stories, technical guides, and pieces of business writing. Many journalistic pieces are pieces of expository writing, but not all are—advertorials, opinion pieces, and many pieces of political writing are </a:t>
            </a:r>
            <a:r>
              <a:rPr lang="en-US" sz="3200" b="1" dirty="0"/>
              <a:t>not</a:t>
            </a:r>
            <a:r>
              <a:rPr lang="en-US" sz="3200" dirty="0"/>
              <a:t> pieces of expository writing because their primary goal is something </a:t>
            </a:r>
            <a:r>
              <a:rPr lang="en-US" sz="3200" i="1" dirty="0"/>
              <a:t>other</a:t>
            </a:r>
            <a:r>
              <a:rPr lang="en-US" sz="3200" dirty="0"/>
              <a:t> than providing unbiased facts. </a:t>
            </a:r>
          </a:p>
          <a:p>
            <a:pPr marL="0" indent="0">
              <a:lnSpc>
                <a:spcPct val="150000"/>
              </a:lnSpc>
              <a:spcBef>
                <a:spcPts val="600"/>
              </a:spcBef>
              <a:buNone/>
            </a:pPr>
            <a:endParaRPr lang="en-US" sz="16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fontAlgn="base"/>
            <a:r>
              <a:rPr lang="en-US" sz="3200" dirty="0"/>
              <a:t>An easy way to understand expository writing is to compare and contrast it with other </a:t>
            </a:r>
            <a:r>
              <a:rPr lang="en-US" sz="3200" dirty="0">
                <a:hlinkClick r:id="rId2"/>
              </a:rPr>
              <a:t>types of writing</a:t>
            </a:r>
            <a:r>
              <a:rPr lang="en-US" sz="3200" dirty="0"/>
              <a:t>. Three other commonly recognized types of writing are </a:t>
            </a:r>
            <a:r>
              <a:rPr lang="en-US" sz="3200" b="1" dirty="0">
                <a:hlinkClick r:id="rId3"/>
              </a:rPr>
              <a:t>descriptive</a:t>
            </a:r>
            <a:r>
              <a:rPr lang="en-US" sz="3200" b="1" dirty="0"/>
              <a:t>, </a:t>
            </a:r>
            <a:r>
              <a:rPr lang="en-US" sz="3200" b="1" dirty="0">
                <a:hlinkClick r:id="rId4"/>
              </a:rPr>
              <a:t>narrative</a:t>
            </a:r>
            <a:r>
              <a:rPr lang="en-US" sz="3200" b="1" dirty="0"/>
              <a:t>, and </a:t>
            </a:r>
            <a:r>
              <a:rPr lang="en-US" sz="3200" b="1" dirty="0">
                <a:hlinkClick r:id="rId5"/>
              </a:rPr>
              <a:t>persuasive</a:t>
            </a:r>
            <a:r>
              <a:rPr lang="en-US" sz="3200" b="1" dirty="0"/>
              <a:t>. </a:t>
            </a:r>
            <a:r>
              <a:rPr lang="en-US" sz="3200" dirty="0"/>
              <a:t>Each of these types of writing has a specific goal. Descriptive writing creates a sense of time, place, and experience in the reader’s mind. Narrative writing tells the reader a story. Persuasive writing convinces the reader that a specific position is the right position. Expository writing gives the reader the facts they need about a specific topic to deepen their understanding of it.</a:t>
            </a:r>
            <a:r>
              <a:rPr lang="en-US" sz="2400" dirty="0"/>
              <a:t> </a:t>
            </a:r>
            <a:endParaRPr lang="en-US" sz="24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7"/>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8"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5</a:t>
            </a:fld>
            <a:endParaRPr lang="en-US"/>
          </a:p>
        </p:txBody>
      </p:sp>
    </p:spTree>
    <p:extLst>
      <p:ext uri="{BB962C8B-B14F-4D97-AF65-F5344CB8AC3E}">
        <p14:creationId xmlns:p14="http://schemas.microsoft.com/office/powerpoint/2010/main" val="5994017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4000" b="1" u="sng" dirty="0"/>
              <a:t>Expository writing is:</a:t>
            </a:r>
          </a:p>
          <a:p>
            <a:pPr>
              <a:buFont typeface="Wingdings" pitchFamily="2" charset="2"/>
              <a:buChar char="Ø"/>
            </a:pPr>
            <a:r>
              <a:rPr lang="en-US" sz="4000" dirty="0"/>
              <a:t>Factual</a:t>
            </a:r>
          </a:p>
          <a:p>
            <a:pPr>
              <a:buFont typeface="Wingdings" pitchFamily="2" charset="2"/>
              <a:buChar char="Ø"/>
            </a:pPr>
            <a:r>
              <a:rPr lang="en-US" sz="4000" dirty="0"/>
              <a:t>Usually presented in a linear format</a:t>
            </a:r>
          </a:p>
          <a:p>
            <a:pPr>
              <a:buFont typeface="Wingdings" pitchFamily="2" charset="2"/>
              <a:buChar char="Ø"/>
            </a:pPr>
            <a:r>
              <a:rPr lang="en-US" sz="4000" dirty="0"/>
              <a:t>Always presented in a </a:t>
            </a:r>
            <a:r>
              <a:rPr lang="en-US" sz="4000" b="1" dirty="0"/>
              <a:t>logical</a:t>
            </a:r>
            <a:r>
              <a:rPr lang="en-US" sz="4000" dirty="0"/>
              <a:t> format</a:t>
            </a:r>
          </a:p>
          <a:p>
            <a:pPr>
              <a:buFont typeface="Wingdings" pitchFamily="2" charset="2"/>
              <a:buChar char="Ø"/>
            </a:pPr>
            <a:r>
              <a:rPr lang="en-US" sz="4000" dirty="0"/>
              <a:t>Objective</a:t>
            </a:r>
          </a:p>
          <a:p>
            <a:pPr>
              <a:buFont typeface="Wingdings" pitchFamily="2" charset="2"/>
              <a:buChar char="Ø"/>
            </a:pPr>
            <a:r>
              <a:rPr lang="en-US" sz="4000" dirty="0"/>
              <a:t>Clear about its purpose</a:t>
            </a:r>
          </a:p>
          <a:p>
            <a:pPr marL="0" indent="0" fontAlgn="base">
              <a:buNone/>
            </a:pPr>
            <a:endParaRPr lang="en-US" sz="24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6</a:t>
            </a:fld>
            <a:endParaRPr lang="en-US"/>
          </a:p>
        </p:txBody>
      </p:sp>
    </p:spTree>
    <p:extLst>
      <p:ext uri="{BB962C8B-B14F-4D97-AF65-F5344CB8AC3E}">
        <p14:creationId xmlns:p14="http://schemas.microsoft.com/office/powerpoint/2010/main" val="38463025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6000" b="1" u="sng" dirty="0"/>
              <a:t>Expository writing is not:</a:t>
            </a:r>
          </a:p>
          <a:p>
            <a:pPr>
              <a:buFont typeface="Wingdings" pitchFamily="2" charset="2"/>
              <a:buChar char="Ø"/>
            </a:pPr>
            <a:r>
              <a:rPr lang="en-US" sz="3200" dirty="0"/>
              <a:t>The author’s opinion</a:t>
            </a:r>
          </a:p>
          <a:p>
            <a:pPr>
              <a:buFont typeface="Wingdings" pitchFamily="2" charset="2"/>
              <a:buChar char="Ø"/>
            </a:pPr>
            <a:r>
              <a:rPr lang="en-US" sz="3200" dirty="0"/>
              <a:t>An attempt to change the reader’s mind or shape their perspective</a:t>
            </a:r>
          </a:p>
          <a:p>
            <a:pPr>
              <a:buFont typeface="Wingdings" pitchFamily="2" charset="2"/>
              <a:buChar char="Ø"/>
            </a:pPr>
            <a:r>
              <a:rPr lang="en-US" sz="3200" dirty="0"/>
              <a:t>Subjective</a:t>
            </a:r>
          </a:p>
          <a:p>
            <a:pPr>
              <a:buFont typeface="Wingdings" pitchFamily="2" charset="2"/>
              <a:buChar char="Ø"/>
            </a:pPr>
            <a:r>
              <a:rPr lang="en-US" sz="3200" dirty="0"/>
              <a:t>Nonlinear or otherwise unconventional in how it presents </a:t>
            </a:r>
            <a:r>
              <a:rPr lang="en-US" sz="3200" dirty="0" smtClean="0"/>
              <a:t>content</a:t>
            </a:r>
            <a:endParaRPr lang="en-US" sz="3200" dirty="0"/>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7</a:t>
            </a:fld>
            <a:endParaRPr lang="en-US"/>
          </a:p>
        </p:txBody>
      </p:sp>
    </p:spTree>
    <p:extLst>
      <p:ext uri="{BB962C8B-B14F-4D97-AF65-F5344CB8AC3E}">
        <p14:creationId xmlns:p14="http://schemas.microsoft.com/office/powerpoint/2010/main" val="10963579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600" b="1" u="sng" dirty="0"/>
              <a:t>Importance of Exposition</a:t>
            </a:r>
          </a:p>
          <a:p>
            <a:pPr marL="0" indent="0">
              <a:buNone/>
            </a:pPr>
            <a:r>
              <a:rPr lang="en-US" sz="3600" dirty="0"/>
              <a:t>Exposition is one of the most common and essential rhetorical modes. At some point, everyone needs information explained to them. You are reading a piece of exposition on exposition right now! The world is a complicated place, and exposition as a rhetorical mode can help people make sense of it.</a:t>
            </a:r>
            <a:endParaRPr lang="en-US" sz="3600" dirty="0"/>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8</a:t>
            </a:fld>
            <a:endParaRPr lang="en-US"/>
          </a:p>
        </p:txBody>
      </p:sp>
    </p:spTree>
    <p:extLst>
      <p:ext uri="{BB962C8B-B14F-4D97-AF65-F5344CB8AC3E}">
        <p14:creationId xmlns:p14="http://schemas.microsoft.com/office/powerpoint/2010/main" val="38824179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US" sz="3600" dirty="0" smtClean="0"/>
              <a:t>Exposition </a:t>
            </a:r>
            <a:r>
              <a:rPr lang="en-US" sz="3600" dirty="0"/>
              <a:t>can also assist people when they need to know how to perform new activities or tasks. For example, when you are a new driver, you read about proper driving procedures, such as merging into traffic.</a:t>
            </a:r>
          </a:p>
          <a:p>
            <a:pPr marL="0" indent="0">
              <a:buNone/>
            </a:pPr>
            <a:r>
              <a:rPr lang="en-US" sz="3600" dirty="0"/>
              <a:t>Exposition serves an essential purpose in helping people learn and use further information.</a:t>
            </a:r>
          </a:p>
          <a:p>
            <a:pPr marL="0" indent="0">
              <a:buNone/>
            </a:pPr>
            <a:r>
              <a:rPr lang="en-US" sz="3200" dirty="0"/>
              <a:t/>
            </a:r>
            <a:br>
              <a:rPr lang="en-US" sz="3200" dirty="0"/>
            </a:br>
            <a:endParaRPr lang="en-US" sz="3200" dirty="0"/>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9</a:t>
            </a:fld>
            <a:endParaRPr lang="en-US"/>
          </a:p>
        </p:txBody>
      </p:sp>
    </p:spTree>
    <p:extLst>
      <p:ext uri="{BB962C8B-B14F-4D97-AF65-F5344CB8AC3E}">
        <p14:creationId xmlns:p14="http://schemas.microsoft.com/office/powerpoint/2010/main" val="30567684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387</Words>
  <Application>Microsoft Office PowerPoint</Application>
  <PresentationFormat>Custom</PresentationFormat>
  <Paragraphs>50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Technical and Business Writing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One</cp:lastModifiedBy>
  <cp:revision>111</cp:revision>
  <dcterms:created xsi:type="dcterms:W3CDTF">2024-06-21T09:49:00Z</dcterms:created>
  <dcterms:modified xsi:type="dcterms:W3CDTF">2024-10-09T14:54:48Z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E48CE66456BC42688DB7678D65527672_13</vt:lpwstr>
  </property>
  <property fmtid="{D5CDD505-2E9C-101B-9397-08002B2CF9AE}" pid="3" name="KSOProductBuildVer">
    <vt:lpwstr>1033-12.2.0.17562</vt:lpwstr>
  </property>
</Properties>
</file>