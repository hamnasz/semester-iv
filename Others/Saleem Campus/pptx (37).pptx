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319" r:id="rId2"/>
    <p:sldId id="323" r:id="rId3"/>
    <p:sldId id="330" r:id="rId4"/>
    <p:sldId id="331" r:id="rId5"/>
    <p:sldId id="332" r:id="rId6"/>
    <p:sldId id="333" r:id="rId7"/>
    <p:sldId id="334" r:id="rId8"/>
    <p:sldId id="335" r:id="rId9"/>
    <p:sldId id="336" r:id="rId10"/>
    <p:sldId id="337" r:id="rId11"/>
    <p:sldId id="338" r:id="rId12"/>
    <p:sldId id="339" r:id="rId13"/>
    <p:sldId id="340" r:id="rId14"/>
    <p:sldId id="341" r:id="rId15"/>
    <p:sldId id="342" r:id="rId16"/>
    <p:sldId id="347" r:id="rId17"/>
    <p:sldId id="343" r:id="rId18"/>
    <p:sldId id="344" r:id="rId19"/>
    <p:sldId id="345" r:id="rId20"/>
    <p:sldId id="346" r:id="rId21"/>
    <p:sldId id="348" r:id="rId22"/>
    <p:sldId id="349" r:id="rId23"/>
  </p:sldIdLst>
  <p:sldSz cx="12192000" cy="6858000"/>
  <p:notesSz cx="6858000" cy="9144000"/>
  <p:defaultTextStyle>
    <a:defPPr>
      <a:defRPr lang="x-non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2A2A"/>
    <a:srgbClr val="C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809" autoAdjust="0"/>
    <p:restoredTop sz="94660"/>
  </p:normalViewPr>
  <p:slideViewPr>
    <p:cSldViewPr snapToGrid="0" showGuides="1">
      <p:cViewPr>
        <p:scale>
          <a:sx n="79" d="100"/>
          <a:sy n="79" d="100"/>
        </p:scale>
        <p:origin x="-348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499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10/15/2024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10/15/2024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10/15/2024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10/15/2024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10/15/2024</a:t>
            </a:fld>
            <a:endParaRPr 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10/15/2024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10/15/2024</a:t>
            </a:fld>
            <a:endParaRPr 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10/15/2024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10/15/2024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10/15/2024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10/15/2024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7A82C-AEEE-48DB-A866-3B1CA0AC9D5D}" type="datetimeFigureOut">
              <a:rPr lang="x-none" smtClean="0"/>
              <a:t>10/15/2024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Relationship Id="rId9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Relationship Id="rId9" Type="http://schemas.openxmlformats.org/officeDocument/2006/relationships/image" Target="../media/image8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Relationship Id="rId9" Type="http://schemas.openxmlformats.org/officeDocument/2006/relationships/image" Target="../media/image9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Relationship Id="rId9" Type="http://schemas.openxmlformats.org/officeDocument/2006/relationships/image" Target="../media/image10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Relationship Id="rId9" Type="http://schemas.openxmlformats.org/officeDocument/2006/relationships/image" Target="../media/image11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Relationship Id="rId9" Type="http://schemas.openxmlformats.org/officeDocument/2006/relationships/image" Target="../media/image12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Relationship Id="rId9" Type="http://schemas.openxmlformats.org/officeDocument/2006/relationships/image" Target="../media/image13.jp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Relationship Id="rId9" Type="http://schemas.openxmlformats.org/officeDocument/2006/relationships/image" Target="../media/image14.jp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Relationship Id="rId9" Type="http://schemas.openxmlformats.org/officeDocument/2006/relationships/image" Target="../media/image15.jp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Relationship Id="rId9" Type="http://schemas.openxmlformats.org/officeDocument/2006/relationships/image" Target="../media/image16.jp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Relationship Id="rId9" Type="http://schemas.openxmlformats.org/officeDocument/2006/relationships/image" Target="../media/image17.jp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Relationship Id="rId9" Type="http://schemas.openxmlformats.org/officeDocument/2006/relationships/image" Target="../media/image18.jp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Relationship Id="rId9" Type="http://schemas.openxmlformats.org/officeDocument/2006/relationships/image" Target="../media/image19.jp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Relationship Id="rId9" Type="http://schemas.openxmlformats.org/officeDocument/2006/relationships/image" Target="../media/image20.jp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Relationship Id="rId9" Type="http://schemas.openxmlformats.org/officeDocument/2006/relationships/image" Target="../media/image21.jp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Relationship Id="rId9" Type="http://schemas.openxmlformats.org/officeDocument/2006/relationships/image" Target="../media/image22.jp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Relationship Id="rId9" Type="http://schemas.openxmlformats.org/officeDocument/2006/relationships/image" Target="../media/image23.jp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Relationship Id="rId9" Type="http://schemas.openxmlformats.org/officeDocument/2006/relationships/image" Target="../media/image24.jp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Relationship Id="rId9" Type="http://schemas.openxmlformats.org/officeDocument/2006/relationships/image" Target="../media/image25.jp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Relationship Id="rId9" Type="http://schemas.openxmlformats.org/officeDocument/2006/relationships/image" Target="../media/image2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2032" y="0"/>
            <a:ext cx="12192000" cy="6858000"/>
          </a:xfrm>
          <a:prstGeom prst="rect">
            <a:avLst/>
          </a:prstGeom>
          <a:solidFill>
            <a:srgbClr val="D32A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1895" y="1275347"/>
            <a:ext cx="8915400" cy="2093681"/>
          </a:xfrm>
        </p:spPr>
        <p:txBody>
          <a:bodyPr>
            <a:normAutofit fontScale="90000"/>
          </a:bodyPr>
          <a:lstStyle/>
          <a:p>
            <a:r>
              <a:rPr lang="en-US" altLang="en-GB" b="1" dirty="0" smtClean="0"/>
              <a:t>Technical and Business Writing  </a:t>
            </a:r>
            <a:br>
              <a:rPr lang="en-US" altLang="en-GB" b="1" dirty="0" smtClean="0"/>
            </a:br>
            <a:endParaRPr lang="en-US" altLang="en-GB" b="1" dirty="0"/>
          </a:p>
        </p:txBody>
      </p:sp>
      <p:sp>
        <p:nvSpPr>
          <p:cNvPr id="5" name="Subtitle 2"/>
          <p:cNvSpPr txBox="1"/>
          <p:nvPr/>
        </p:nvSpPr>
        <p:spPr>
          <a:xfrm>
            <a:off x="1158240" y="5331778"/>
            <a:ext cx="2828544" cy="71913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GB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Graphic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62283" y="0"/>
            <a:ext cx="3611690" cy="36116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A978B433-14DE-44B9-B3D5-660505C9095A}"/>
              </a:ext>
            </a:extLst>
          </p:cNvPr>
          <p:cNvSpPr txBox="1"/>
          <p:nvPr/>
        </p:nvSpPr>
        <p:spPr>
          <a:xfrm>
            <a:off x="1158240" y="3369028"/>
            <a:ext cx="83353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i="1" dirty="0" smtClean="0"/>
              <a:t>Miss. Aqsa Ashraf</a:t>
            </a:r>
          </a:p>
          <a:p>
            <a:pPr algn="ctr"/>
            <a:r>
              <a:rPr lang="en-US" sz="3200" i="1" dirty="0" smtClean="0"/>
              <a:t>ENG-201</a:t>
            </a:r>
          </a:p>
          <a:p>
            <a:pPr algn="ctr"/>
            <a:r>
              <a:rPr lang="en-US" sz="3200" i="1" dirty="0" smtClean="0"/>
              <a:t>Week 4, Lecture </a:t>
            </a:r>
            <a:r>
              <a:rPr lang="en-US" sz="3200" i="1" dirty="0" smtClean="0"/>
              <a:t>2</a:t>
            </a:r>
            <a:endParaRPr lang="x-none" sz="3200" i="1" dirty="0"/>
          </a:p>
        </p:txBody>
      </p:sp>
    </p:spTree>
    <p:extLst>
      <p:ext uri="{BB962C8B-B14F-4D97-AF65-F5344CB8AC3E}">
        <p14:creationId xmlns:p14="http://schemas.microsoft.com/office/powerpoint/2010/main" val="1572502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2032" y="0"/>
            <a:ext cx="12192000" cy="6858000"/>
          </a:xfrm>
          <a:prstGeom prst="rect">
            <a:avLst/>
          </a:prstGeom>
          <a:solidFill>
            <a:srgbClr val="D32A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1895" y="986589"/>
            <a:ext cx="8915400" cy="2382439"/>
          </a:xfrm>
        </p:spPr>
        <p:txBody>
          <a:bodyPr>
            <a:normAutofit fontScale="90000"/>
          </a:bodyPr>
          <a:lstStyle/>
          <a:p>
            <a:r>
              <a:rPr lang="en-US" altLang="en-GB" b="1" dirty="0" smtClean="0"/>
              <a:t>Organizing </a:t>
            </a:r>
            <a:r>
              <a:rPr lang="en-US" altLang="en-GB" b="1" dirty="0"/>
              <a:t>information and generation solution  </a:t>
            </a:r>
            <a:r>
              <a:rPr lang="en-US" altLang="en-GB" b="1" dirty="0" smtClean="0"/>
              <a:t/>
            </a:r>
            <a:br>
              <a:rPr lang="en-US" altLang="en-GB" b="1" dirty="0" smtClean="0"/>
            </a:br>
            <a:endParaRPr lang="en-US" altLang="en-GB" b="1" dirty="0"/>
          </a:p>
        </p:txBody>
      </p:sp>
      <p:sp>
        <p:nvSpPr>
          <p:cNvPr id="5" name="Subtitle 2"/>
          <p:cNvSpPr txBox="1"/>
          <p:nvPr/>
        </p:nvSpPr>
        <p:spPr>
          <a:xfrm>
            <a:off x="1158240" y="5331778"/>
            <a:ext cx="2828544" cy="71913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GB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Graphic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62283" y="0"/>
            <a:ext cx="3611690" cy="3611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786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39C4D88C-3B42-4F0C-983C-5D361896A0BA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="" id="{2D07B982-2120-464E-825F-C912366259C8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xmlns="" id="{C612DDE6-6330-4541-9E3E-FC4A47C23A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16143A8E-5D2D-4752-8D32-107C75024BE9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xmlns="" id="{E0A7FE5A-D6FA-4390-BC4B-5D875EF728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xmlns="" id="{2664A2EC-C5C3-4377-9C85-52FAE2A44420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xmlns="" id="{F1F98BB4-B39C-43BB-AEF6-82CB948758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xmlns="" id="{F7E7FFF8-876A-4B45-8420-0752EA8DA40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CB96D1EF-2F53-4C5C-8A3E-7FC11817DAA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74462" y="1462528"/>
            <a:ext cx="2042337" cy="5145470"/>
          </a:xfrm>
          <a:prstGeom prst="rect">
            <a:avLst/>
          </a:prstGeom>
        </p:spPr>
      </p:pic>
      <p:pic>
        <p:nvPicPr>
          <p:cNvPr id="14" name="Content Placeholder 13" descr="temp_10.jpg"/>
          <p:cNvPicPr>
            <a:picLocks noGrp="1" noChangeAspect="1"/>
          </p:cNvPicPr>
          <p:nvPr>
            <p:ph idx="1"/>
          </p:nvPr>
        </p:nvPicPr>
        <p:blipFill>
          <a:blip r:embed="rId9"/>
          <a:stretch>
            <a:fillRect/>
          </a:stretch>
        </p:blipFill>
        <p:spPr>
          <a:xfrm>
            <a:off x="360947" y="1115736"/>
            <a:ext cx="11658600" cy="6716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634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39C4D88C-3B42-4F0C-983C-5D361896A0BA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="" id="{2D07B982-2120-464E-825F-C912366259C8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xmlns="" id="{C612DDE6-6330-4541-9E3E-FC4A47C23A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16143A8E-5D2D-4752-8D32-107C75024BE9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xmlns="" id="{E0A7FE5A-D6FA-4390-BC4B-5D875EF728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xmlns="" id="{2664A2EC-C5C3-4377-9C85-52FAE2A44420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xmlns="" id="{F1F98BB4-B39C-43BB-AEF6-82CB948758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xmlns="" id="{F7E7FFF8-876A-4B45-8420-0752EA8DA40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CB96D1EF-2F53-4C5C-8A3E-7FC11817DAA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74462" y="1462528"/>
            <a:ext cx="2042337" cy="5145470"/>
          </a:xfrm>
          <a:prstGeom prst="rect">
            <a:avLst/>
          </a:prstGeom>
        </p:spPr>
      </p:pic>
      <p:pic>
        <p:nvPicPr>
          <p:cNvPr id="14" name="Content Placeholder 13" descr="temp_11.jpg"/>
          <p:cNvPicPr>
            <a:picLocks noGrp="1" noChangeAspect="1"/>
          </p:cNvPicPr>
          <p:nvPr>
            <p:ph idx="1"/>
          </p:nvPr>
        </p:nvPicPr>
        <p:blipFill>
          <a:blip r:embed="rId9"/>
          <a:stretch>
            <a:fillRect/>
          </a:stretch>
        </p:blipFill>
        <p:spPr>
          <a:xfrm>
            <a:off x="168442" y="1115736"/>
            <a:ext cx="12170344" cy="6704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727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39C4D88C-3B42-4F0C-983C-5D361896A0BA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="" id="{2D07B982-2120-464E-825F-C912366259C8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xmlns="" id="{C612DDE6-6330-4541-9E3E-FC4A47C23A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16143A8E-5D2D-4752-8D32-107C75024BE9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xmlns="" id="{E0A7FE5A-D6FA-4390-BC4B-5D875EF728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xmlns="" id="{2664A2EC-C5C3-4377-9C85-52FAE2A44420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xmlns="" id="{F1F98BB4-B39C-43BB-AEF6-82CB948758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xmlns="" id="{F7E7FFF8-876A-4B45-8420-0752EA8DA40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CB96D1EF-2F53-4C5C-8A3E-7FC11817DAA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74462" y="1462528"/>
            <a:ext cx="2042337" cy="5145470"/>
          </a:xfrm>
          <a:prstGeom prst="rect">
            <a:avLst/>
          </a:prstGeom>
        </p:spPr>
      </p:pic>
      <p:pic>
        <p:nvPicPr>
          <p:cNvPr id="14" name="Content Placeholder 13" descr="temp_12.jpg"/>
          <p:cNvPicPr>
            <a:picLocks noGrp="1" noChangeAspect="1"/>
          </p:cNvPicPr>
          <p:nvPr>
            <p:ph idx="1"/>
          </p:nvPr>
        </p:nvPicPr>
        <p:blipFill>
          <a:blip r:embed="rId9"/>
          <a:stretch>
            <a:fillRect/>
          </a:stretch>
        </p:blipFill>
        <p:spPr>
          <a:xfrm>
            <a:off x="264695" y="1287379"/>
            <a:ext cx="11899231" cy="488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527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39C4D88C-3B42-4F0C-983C-5D361896A0BA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="" id="{2D07B982-2120-464E-825F-C912366259C8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xmlns="" id="{C612DDE6-6330-4541-9E3E-FC4A47C23A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16143A8E-5D2D-4752-8D32-107C75024BE9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xmlns="" id="{E0A7FE5A-D6FA-4390-BC4B-5D875EF728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xmlns="" id="{2664A2EC-C5C3-4377-9C85-52FAE2A44420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xmlns="" id="{F1F98BB4-B39C-43BB-AEF6-82CB948758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xmlns="" id="{F7E7FFF8-876A-4B45-8420-0752EA8DA40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CB96D1EF-2F53-4C5C-8A3E-7FC11817DAA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74462" y="1462528"/>
            <a:ext cx="2042337" cy="5145470"/>
          </a:xfrm>
          <a:prstGeom prst="rect">
            <a:avLst/>
          </a:prstGeom>
        </p:spPr>
      </p:pic>
      <p:pic>
        <p:nvPicPr>
          <p:cNvPr id="14" name="Content Placeholder 13" descr="temp_13.jpg"/>
          <p:cNvPicPr>
            <a:picLocks noGrp="1" noChangeAspect="1"/>
          </p:cNvPicPr>
          <p:nvPr>
            <p:ph idx="1"/>
          </p:nvPr>
        </p:nvPicPr>
        <p:blipFill>
          <a:blip r:embed="rId9"/>
          <a:stretch>
            <a:fillRect/>
          </a:stretch>
        </p:blipFill>
        <p:spPr>
          <a:xfrm>
            <a:off x="300789" y="1115736"/>
            <a:ext cx="11622506" cy="6885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582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39C4D88C-3B42-4F0C-983C-5D361896A0BA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="" id="{2D07B982-2120-464E-825F-C912366259C8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xmlns="" id="{C612DDE6-6330-4541-9E3E-FC4A47C23A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16143A8E-5D2D-4752-8D32-107C75024BE9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xmlns="" id="{E0A7FE5A-D6FA-4390-BC4B-5D875EF728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xmlns="" id="{2664A2EC-C5C3-4377-9C85-52FAE2A44420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xmlns="" id="{F1F98BB4-B39C-43BB-AEF6-82CB948758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xmlns="" id="{F7E7FFF8-876A-4B45-8420-0752EA8DA40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CB96D1EF-2F53-4C5C-8A3E-7FC11817DAA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74462" y="1462528"/>
            <a:ext cx="2042337" cy="5145470"/>
          </a:xfrm>
          <a:prstGeom prst="rect">
            <a:avLst/>
          </a:prstGeom>
        </p:spPr>
      </p:pic>
      <p:pic>
        <p:nvPicPr>
          <p:cNvPr id="14" name="Content Placeholder 13" descr="temp_14.jpg"/>
          <p:cNvPicPr>
            <a:picLocks noGrp="1" noChangeAspect="1"/>
          </p:cNvPicPr>
          <p:nvPr>
            <p:ph idx="1"/>
          </p:nvPr>
        </p:nvPicPr>
        <p:blipFill>
          <a:blip r:embed="rId9"/>
          <a:stretch>
            <a:fillRect/>
          </a:stretch>
        </p:blipFill>
        <p:spPr>
          <a:xfrm>
            <a:off x="0" y="1224046"/>
            <a:ext cx="11778916" cy="5633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1399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39C4D88C-3B42-4F0C-983C-5D361896A0BA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="" id="{2D07B982-2120-464E-825F-C912366259C8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xmlns="" id="{C612DDE6-6330-4541-9E3E-FC4A47C23A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16143A8E-5D2D-4752-8D32-107C75024BE9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xmlns="" id="{E0A7FE5A-D6FA-4390-BC4B-5D875EF728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xmlns="" id="{2664A2EC-C5C3-4377-9C85-52FAE2A44420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xmlns="" id="{F1F98BB4-B39C-43BB-AEF6-82CB948758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xmlns="" id="{F7E7FFF8-876A-4B45-8420-0752EA8DA40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CB96D1EF-2F53-4C5C-8A3E-7FC11817DAA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74462" y="1462528"/>
            <a:ext cx="2042337" cy="5145470"/>
          </a:xfrm>
          <a:prstGeom prst="rect">
            <a:avLst/>
          </a:prstGeom>
        </p:spPr>
      </p:pic>
      <p:pic>
        <p:nvPicPr>
          <p:cNvPr id="14" name="Content Placeholder 13" descr="temp_15.jpg"/>
          <p:cNvPicPr>
            <a:picLocks noGrp="1" noChangeAspect="1"/>
          </p:cNvPicPr>
          <p:nvPr>
            <p:ph idx="1"/>
          </p:nvPr>
        </p:nvPicPr>
        <p:blipFill>
          <a:blip r:embed="rId9"/>
          <a:stretch>
            <a:fillRect/>
          </a:stretch>
        </p:blipFill>
        <p:spPr>
          <a:xfrm>
            <a:off x="0" y="1115736"/>
            <a:ext cx="12127832" cy="6885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5667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39C4D88C-3B42-4F0C-983C-5D361896A0BA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="" id="{2D07B982-2120-464E-825F-C912366259C8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xmlns="" id="{C612DDE6-6330-4541-9E3E-FC4A47C23A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16143A8E-5D2D-4752-8D32-107C75024BE9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xmlns="" id="{E0A7FE5A-D6FA-4390-BC4B-5D875EF728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xmlns="" id="{2664A2EC-C5C3-4377-9C85-52FAE2A44420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xmlns="" id="{F1F98BB4-B39C-43BB-AEF6-82CB948758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xmlns="" id="{F7E7FFF8-876A-4B45-8420-0752EA8DA40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CB96D1EF-2F53-4C5C-8A3E-7FC11817DAA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74462" y="1462528"/>
            <a:ext cx="2042337" cy="5145470"/>
          </a:xfrm>
          <a:prstGeom prst="rect">
            <a:avLst/>
          </a:prstGeom>
        </p:spPr>
      </p:pic>
      <p:pic>
        <p:nvPicPr>
          <p:cNvPr id="14" name="Content Placeholder 13" descr="temp_16.jpg"/>
          <p:cNvPicPr>
            <a:picLocks noGrp="1" noChangeAspect="1"/>
          </p:cNvPicPr>
          <p:nvPr>
            <p:ph idx="1"/>
          </p:nvPr>
        </p:nvPicPr>
        <p:blipFill>
          <a:blip r:embed="rId9"/>
          <a:stretch>
            <a:fillRect/>
          </a:stretch>
        </p:blipFill>
        <p:spPr>
          <a:xfrm>
            <a:off x="264695" y="1115736"/>
            <a:ext cx="11586410" cy="5492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592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39C4D88C-3B42-4F0C-983C-5D361896A0BA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="" id="{2D07B982-2120-464E-825F-C912366259C8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xmlns="" id="{C612DDE6-6330-4541-9E3E-FC4A47C23A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16143A8E-5D2D-4752-8D32-107C75024BE9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xmlns="" id="{E0A7FE5A-D6FA-4390-BC4B-5D875EF728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xmlns="" id="{2664A2EC-C5C3-4377-9C85-52FAE2A44420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xmlns="" id="{F1F98BB4-B39C-43BB-AEF6-82CB948758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xmlns="" id="{F7E7FFF8-876A-4B45-8420-0752EA8DA40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CB96D1EF-2F53-4C5C-8A3E-7FC11817DAA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74462" y="1462528"/>
            <a:ext cx="2042337" cy="5145470"/>
          </a:xfrm>
          <a:prstGeom prst="rect">
            <a:avLst/>
          </a:prstGeom>
        </p:spPr>
      </p:pic>
      <p:pic>
        <p:nvPicPr>
          <p:cNvPr id="14" name="Content Placeholder 13" descr="temp_17.jpg"/>
          <p:cNvPicPr>
            <a:picLocks noGrp="1" noChangeAspect="1"/>
          </p:cNvPicPr>
          <p:nvPr>
            <p:ph idx="1"/>
          </p:nvPr>
        </p:nvPicPr>
        <p:blipFill>
          <a:blip r:embed="rId9"/>
          <a:stretch>
            <a:fillRect/>
          </a:stretch>
        </p:blipFill>
        <p:spPr>
          <a:xfrm>
            <a:off x="348916" y="1115736"/>
            <a:ext cx="11550316" cy="6223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1924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39C4D88C-3B42-4F0C-983C-5D361896A0BA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="" id="{2D07B982-2120-464E-825F-C912366259C8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xmlns="" id="{C612DDE6-6330-4541-9E3E-FC4A47C23A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16143A8E-5D2D-4752-8D32-107C75024BE9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xmlns="" id="{E0A7FE5A-D6FA-4390-BC4B-5D875EF728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xmlns="" id="{2664A2EC-C5C3-4377-9C85-52FAE2A44420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xmlns="" id="{F1F98BB4-B39C-43BB-AEF6-82CB948758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xmlns="" id="{F7E7FFF8-876A-4B45-8420-0752EA8DA40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CB96D1EF-2F53-4C5C-8A3E-7FC11817DAA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74462" y="1462528"/>
            <a:ext cx="2042337" cy="5145470"/>
          </a:xfrm>
          <a:prstGeom prst="rect">
            <a:avLst/>
          </a:prstGeom>
        </p:spPr>
      </p:pic>
      <p:pic>
        <p:nvPicPr>
          <p:cNvPr id="14" name="Content Placeholder 13" descr="temp_18.jpg"/>
          <p:cNvPicPr>
            <a:picLocks noGrp="1" noChangeAspect="1"/>
          </p:cNvPicPr>
          <p:nvPr>
            <p:ph idx="1"/>
          </p:nvPr>
        </p:nvPicPr>
        <p:blipFill>
          <a:blip r:embed="rId9"/>
          <a:stretch>
            <a:fillRect/>
          </a:stretch>
        </p:blipFill>
        <p:spPr>
          <a:xfrm>
            <a:off x="228599" y="1115736"/>
            <a:ext cx="11788199" cy="5597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6501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39C4D88C-3B42-4F0C-983C-5D361896A0BA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="" id="{2D07B982-2120-464E-825F-C912366259C8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xmlns="" id="{C612DDE6-6330-4541-9E3E-FC4A47C23A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16143A8E-5D2D-4752-8D32-107C75024BE9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xmlns="" id="{E0A7FE5A-D6FA-4390-BC4B-5D875EF728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xmlns="" id="{2664A2EC-C5C3-4377-9C85-52FAE2A44420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xmlns="" id="{F1F98BB4-B39C-43BB-AEF6-82CB948758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xmlns="" id="{F7E7FFF8-876A-4B45-8420-0752EA8DA40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CB96D1EF-2F53-4C5C-8A3E-7FC11817DAA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74462" y="1462528"/>
            <a:ext cx="2042337" cy="5145470"/>
          </a:xfrm>
          <a:prstGeom prst="rect">
            <a:avLst/>
          </a:prstGeom>
        </p:spPr>
      </p:pic>
      <p:pic>
        <p:nvPicPr>
          <p:cNvPr id="14" name="Content Placeholder 13" descr="temp_19.jpg"/>
          <p:cNvPicPr>
            <a:picLocks noGrp="1" noChangeAspect="1"/>
          </p:cNvPicPr>
          <p:nvPr>
            <p:ph idx="1"/>
          </p:nvPr>
        </p:nvPicPr>
        <p:blipFill>
          <a:blip r:embed="rId9"/>
          <a:stretch>
            <a:fillRect/>
          </a:stretch>
        </p:blipFill>
        <p:spPr>
          <a:xfrm>
            <a:off x="144379" y="1115736"/>
            <a:ext cx="11574379" cy="6885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057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39C4D88C-3B42-4F0C-983C-5D361896A0BA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="" id="{2D07B982-2120-464E-825F-C912366259C8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xmlns="" id="{C612DDE6-6330-4541-9E3E-FC4A47C23A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16143A8E-5D2D-4752-8D32-107C75024BE9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xmlns="" id="{E0A7FE5A-D6FA-4390-BC4B-5D875EF728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xmlns="" id="{2664A2EC-C5C3-4377-9C85-52FAE2A44420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xmlns="" id="{F1F98BB4-B39C-43BB-AEF6-82CB948758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xmlns="" id="{F7E7FFF8-876A-4B45-8420-0752EA8DA40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CB96D1EF-2F53-4C5C-8A3E-7FC11817DAA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74462" y="1462528"/>
            <a:ext cx="2042337" cy="5145470"/>
          </a:xfrm>
          <a:prstGeom prst="rect">
            <a:avLst/>
          </a:prstGeom>
        </p:spPr>
      </p:pic>
      <p:pic>
        <p:nvPicPr>
          <p:cNvPr id="13" name="Content Placeholder 12" descr="temp_20.jpg"/>
          <p:cNvPicPr>
            <a:picLocks noGrp="1" noChangeAspect="1"/>
          </p:cNvPicPr>
          <p:nvPr>
            <p:ph idx="1"/>
          </p:nvPr>
        </p:nvPicPr>
        <p:blipFill>
          <a:blip r:embed="rId9"/>
          <a:stretch>
            <a:fillRect/>
          </a:stretch>
        </p:blipFill>
        <p:spPr>
          <a:xfrm>
            <a:off x="156411" y="1239253"/>
            <a:ext cx="11860388" cy="5474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1095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39C4D88C-3B42-4F0C-983C-5D361896A0BA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="" id="{2D07B982-2120-464E-825F-C912366259C8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xmlns="" id="{C612DDE6-6330-4541-9E3E-FC4A47C23A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16143A8E-5D2D-4752-8D32-107C75024BE9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xmlns="" id="{E0A7FE5A-D6FA-4390-BC4B-5D875EF728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xmlns="" id="{2664A2EC-C5C3-4377-9C85-52FAE2A44420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xmlns="" id="{F1F98BB4-B39C-43BB-AEF6-82CB948758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xmlns="" id="{F7E7FFF8-876A-4B45-8420-0752EA8DA40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CB96D1EF-2F53-4C5C-8A3E-7FC11817DAA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74462" y="1462528"/>
            <a:ext cx="2042337" cy="5145470"/>
          </a:xfrm>
          <a:prstGeom prst="rect">
            <a:avLst/>
          </a:prstGeom>
        </p:spPr>
      </p:pic>
      <p:pic>
        <p:nvPicPr>
          <p:cNvPr id="13" name="Content Placeholder 12" descr="temp_21.jpg"/>
          <p:cNvPicPr>
            <a:picLocks noGrp="1" noChangeAspect="1"/>
          </p:cNvPicPr>
          <p:nvPr>
            <p:ph idx="1"/>
          </p:nvPr>
        </p:nvPicPr>
        <p:blipFill>
          <a:blip r:embed="rId9"/>
          <a:stretch>
            <a:fillRect/>
          </a:stretch>
        </p:blipFill>
        <p:spPr>
          <a:xfrm>
            <a:off x="-1" y="1115736"/>
            <a:ext cx="12016799" cy="6885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2512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39C4D88C-3B42-4F0C-983C-5D361896A0BA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="" id="{2D07B982-2120-464E-825F-C912366259C8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xmlns="" id="{C612DDE6-6330-4541-9E3E-FC4A47C23A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16143A8E-5D2D-4752-8D32-107C75024BE9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xmlns="" id="{E0A7FE5A-D6FA-4390-BC4B-5D875EF728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xmlns="" id="{2664A2EC-C5C3-4377-9C85-52FAE2A44420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xmlns="" id="{F1F98BB4-B39C-43BB-AEF6-82CB948758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xmlns="" id="{F7E7FFF8-876A-4B45-8420-0752EA8DA40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CB96D1EF-2F53-4C5C-8A3E-7FC11817DAA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74462" y="1462528"/>
            <a:ext cx="2042337" cy="5145470"/>
          </a:xfrm>
          <a:prstGeom prst="rect">
            <a:avLst/>
          </a:prstGeom>
        </p:spPr>
      </p:pic>
      <p:pic>
        <p:nvPicPr>
          <p:cNvPr id="13" name="Content Placeholder 12" descr="temp_22.jpg"/>
          <p:cNvPicPr>
            <a:picLocks noGrp="1" noChangeAspect="1"/>
          </p:cNvPicPr>
          <p:nvPr>
            <p:ph idx="1"/>
          </p:nvPr>
        </p:nvPicPr>
        <p:blipFill>
          <a:blip r:embed="rId9"/>
          <a:stretch>
            <a:fillRect/>
          </a:stretch>
        </p:blipFill>
        <p:spPr>
          <a:xfrm>
            <a:off x="421105" y="1215188"/>
            <a:ext cx="11466095" cy="5392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6066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39C4D88C-3B42-4F0C-983C-5D361896A0BA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="" id="{2D07B982-2120-464E-825F-C912366259C8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xmlns="" id="{C612DDE6-6330-4541-9E3E-FC4A47C23A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16143A8E-5D2D-4752-8D32-107C75024BE9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xmlns="" id="{E0A7FE5A-D6FA-4390-BC4B-5D875EF728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xmlns="" id="{2664A2EC-C5C3-4377-9C85-52FAE2A44420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xmlns="" id="{F1F98BB4-B39C-43BB-AEF6-82CB948758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xmlns="" id="{F7E7FFF8-876A-4B45-8420-0752EA8DA40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CB96D1EF-2F53-4C5C-8A3E-7FC11817DAA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74462" y="1462528"/>
            <a:ext cx="2042337" cy="5145470"/>
          </a:xfrm>
          <a:prstGeom prst="rect">
            <a:avLst/>
          </a:prstGeom>
        </p:spPr>
      </p:pic>
      <p:pic>
        <p:nvPicPr>
          <p:cNvPr id="13" name="Content Placeholder 12" descr="temp_23.jpg"/>
          <p:cNvPicPr>
            <a:picLocks noGrp="1" noChangeAspect="1"/>
          </p:cNvPicPr>
          <p:nvPr>
            <p:ph idx="1"/>
          </p:nvPr>
        </p:nvPicPr>
        <p:blipFill>
          <a:blip r:embed="rId9"/>
          <a:stretch>
            <a:fillRect/>
          </a:stretch>
        </p:blipFill>
        <p:spPr>
          <a:xfrm>
            <a:off x="662730" y="1323472"/>
            <a:ext cx="10866539" cy="5775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004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39C4D88C-3B42-4F0C-983C-5D361896A0BA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="" id="{2D07B982-2120-464E-825F-C912366259C8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xmlns="" id="{C612DDE6-6330-4541-9E3E-FC4A47C23A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16143A8E-5D2D-4752-8D32-107C75024BE9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xmlns="" id="{E0A7FE5A-D6FA-4390-BC4B-5D875EF728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xmlns="" id="{2664A2EC-C5C3-4377-9C85-52FAE2A44420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xmlns="" id="{F1F98BB4-B39C-43BB-AEF6-82CB948758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xmlns="" id="{F7E7FFF8-876A-4B45-8420-0752EA8DA40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CB96D1EF-2F53-4C5C-8A3E-7FC11817DAA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74462" y="1462528"/>
            <a:ext cx="2042337" cy="5145470"/>
          </a:xfrm>
          <a:prstGeom prst="rect">
            <a:avLst/>
          </a:prstGeom>
        </p:spPr>
      </p:pic>
      <p:pic>
        <p:nvPicPr>
          <p:cNvPr id="13" name="Content Placeholder 12" descr="temp_24.jpg"/>
          <p:cNvPicPr>
            <a:picLocks noGrp="1" noChangeAspect="1"/>
          </p:cNvPicPr>
          <p:nvPr>
            <p:ph idx="1"/>
          </p:nvPr>
        </p:nvPicPr>
        <p:blipFill>
          <a:blip r:embed="rId9"/>
          <a:stretch>
            <a:fillRect/>
          </a:stretch>
        </p:blipFill>
        <p:spPr>
          <a:xfrm>
            <a:off x="469232" y="1115736"/>
            <a:ext cx="11722768" cy="5061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4822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39C4D88C-3B42-4F0C-983C-5D361896A0BA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="" id="{2D07B982-2120-464E-825F-C912366259C8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xmlns="" id="{C612DDE6-6330-4541-9E3E-FC4A47C23A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16143A8E-5D2D-4752-8D32-107C75024BE9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xmlns="" id="{E0A7FE5A-D6FA-4390-BC4B-5D875EF728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xmlns="" id="{2664A2EC-C5C3-4377-9C85-52FAE2A44420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xmlns="" id="{F1F98BB4-B39C-43BB-AEF6-82CB948758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xmlns="" id="{F7E7FFF8-876A-4B45-8420-0752EA8DA40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CB96D1EF-2F53-4C5C-8A3E-7FC11817DAA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74462" y="1462528"/>
            <a:ext cx="2042337" cy="5145470"/>
          </a:xfrm>
          <a:prstGeom prst="rect">
            <a:avLst/>
          </a:prstGeom>
        </p:spPr>
      </p:pic>
      <p:pic>
        <p:nvPicPr>
          <p:cNvPr id="13" name="Content Placeholder 12" descr="temp_25.jpg"/>
          <p:cNvPicPr>
            <a:picLocks noGrp="1" noChangeAspect="1"/>
          </p:cNvPicPr>
          <p:nvPr>
            <p:ph idx="1"/>
          </p:nvPr>
        </p:nvPicPr>
        <p:blipFill>
          <a:blip r:embed="rId9"/>
          <a:stretch>
            <a:fillRect/>
          </a:stretch>
        </p:blipFill>
        <p:spPr>
          <a:xfrm>
            <a:off x="84221" y="1347536"/>
            <a:ext cx="12107779" cy="5787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9611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39C4D88C-3B42-4F0C-983C-5D361896A0BA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="" id="{2D07B982-2120-464E-825F-C912366259C8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xmlns="" id="{C612DDE6-6330-4541-9E3E-FC4A47C23A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16143A8E-5D2D-4752-8D32-107C75024BE9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xmlns="" id="{E0A7FE5A-D6FA-4390-BC4B-5D875EF728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xmlns="" id="{2664A2EC-C5C3-4377-9C85-52FAE2A44420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xmlns="" id="{F1F98BB4-B39C-43BB-AEF6-82CB948758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xmlns="" id="{F7E7FFF8-876A-4B45-8420-0752EA8DA40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CB96D1EF-2F53-4C5C-8A3E-7FC11817DAA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74462" y="1462528"/>
            <a:ext cx="2042337" cy="5145470"/>
          </a:xfrm>
          <a:prstGeom prst="rect">
            <a:avLst/>
          </a:prstGeom>
        </p:spPr>
      </p:pic>
      <p:pic>
        <p:nvPicPr>
          <p:cNvPr id="13" name="Content Placeholder 12" descr="temp_26.jpg"/>
          <p:cNvPicPr>
            <a:picLocks noGrp="1" noChangeAspect="1"/>
          </p:cNvPicPr>
          <p:nvPr>
            <p:ph idx="1"/>
          </p:nvPr>
        </p:nvPicPr>
        <p:blipFill>
          <a:blip r:embed="rId9"/>
          <a:stretch>
            <a:fillRect/>
          </a:stretch>
        </p:blipFill>
        <p:spPr>
          <a:xfrm>
            <a:off x="-1" y="1115736"/>
            <a:ext cx="11297653" cy="5742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165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39C4D88C-3B42-4F0C-983C-5D361896A0BA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="" id="{2D07B982-2120-464E-825F-C912366259C8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xmlns="" id="{C612DDE6-6330-4541-9E3E-FC4A47C23A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16143A8E-5D2D-4752-8D32-107C75024BE9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xmlns="" id="{E0A7FE5A-D6FA-4390-BC4B-5D875EF728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xmlns="" id="{2664A2EC-C5C3-4377-9C85-52FAE2A44420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xmlns="" id="{F1F98BB4-B39C-43BB-AEF6-82CB948758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xmlns="" id="{F7E7FFF8-876A-4B45-8420-0752EA8DA40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CB96D1EF-2F53-4C5C-8A3E-7FC11817DAA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74462" y="1462528"/>
            <a:ext cx="2042337" cy="5145470"/>
          </a:xfrm>
          <a:prstGeom prst="rect">
            <a:avLst/>
          </a:prstGeom>
        </p:spPr>
      </p:pic>
      <p:pic>
        <p:nvPicPr>
          <p:cNvPr id="13" name="Content Placeholder 12" descr="temp_27.jpg"/>
          <p:cNvPicPr>
            <a:picLocks noGrp="1" noChangeAspect="1"/>
          </p:cNvPicPr>
          <p:nvPr>
            <p:ph idx="1"/>
          </p:nvPr>
        </p:nvPicPr>
        <p:blipFill>
          <a:blip r:embed="rId9"/>
          <a:stretch>
            <a:fillRect/>
          </a:stretch>
        </p:blipFill>
        <p:spPr>
          <a:xfrm>
            <a:off x="288757" y="1115736"/>
            <a:ext cx="11240511" cy="5061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1361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39C4D88C-3B42-4F0C-983C-5D361896A0BA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="" id="{2D07B982-2120-464E-825F-C912366259C8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xmlns="" id="{C612DDE6-6330-4541-9E3E-FC4A47C23A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16143A8E-5D2D-4752-8D32-107C75024BE9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xmlns="" id="{E0A7FE5A-D6FA-4390-BC4B-5D875EF728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xmlns="" id="{2664A2EC-C5C3-4377-9C85-52FAE2A44420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xmlns="" id="{F1F98BB4-B39C-43BB-AEF6-82CB948758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xmlns="" id="{F7E7FFF8-876A-4B45-8420-0752EA8DA40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CB96D1EF-2F53-4C5C-8A3E-7FC11817DAA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74462" y="1462528"/>
            <a:ext cx="2042337" cy="5145470"/>
          </a:xfrm>
          <a:prstGeom prst="rect">
            <a:avLst/>
          </a:prstGeom>
        </p:spPr>
      </p:pic>
      <p:pic>
        <p:nvPicPr>
          <p:cNvPr id="13" name="Content Placeholder 12" descr="temp_28.jpg"/>
          <p:cNvPicPr>
            <a:picLocks noGrp="1" noChangeAspect="1"/>
          </p:cNvPicPr>
          <p:nvPr>
            <p:ph idx="1"/>
          </p:nvPr>
        </p:nvPicPr>
        <p:blipFill>
          <a:blip r:embed="rId9"/>
          <a:stretch>
            <a:fillRect/>
          </a:stretch>
        </p:blipFill>
        <p:spPr>
          <a:xfrm>
            <a:off x="204537" y="1227220"/>
            <a:ext cx="11987463" cy="6148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7064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39C4D88C-3B42-4F0C-983C-5D361896A0BA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="" id="{2D07B982-2120-464E-825F-C912366259C8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xmlns="" id="{C612DDE6-6330-4541-9E3E-FC4A47C23A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16143A8E-5D2D-4752-8D32-107C75024BE9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xmlns="" id="{E0A7FE5A-D6FA-4390-BC4B-5D875EF728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xmlns="" id="{2664A2EC-C5C3-4377-9C85-52FAE2A44420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xmlns="" id="{F1F98BB4-B39C-43BB-AEF6-82CB948758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xmlns="" id="{F7E7FFF8-876A-4B45-8420-0752EA8DA40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CB96D1EF-2F53-4C5C-8A3E-7FC11817DAA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74462" y="1462528"/>
            <a:ext cx="2042337" cy="5145470"/>
          </a:xfrm>
          <a:prstGeom prst="rect">
            <a:avLst/>
          </a:prstGeom>
        </p:spPr>
      </p:pic>
      <p:pic>
        <p:nvPicPr>
          <p:cNvPr id="13" name="Content Placeholder 12" descr="temp_29.jpg"/>
          <p:cNvPicPr>
            <a:picLocks noGrp="1" noChangeAspect="1"/>
          </p:cNvPicPr>
          <p:nvPr>
            <p:ph idx="1"/>
          </p:nvPr>
        </p:nvPicPr>
        <p:blipFill>
          <a:blip r:embed="rId9"/>
          <a:stretch>
            <a:fillRect/>
          </a:stretch>
        </p:blipFill>
        <p:spPr>
          <a:xfrm>
            <a:off x="601579" y="1115736"/>
            <a:ext cx="10927690" cy="5742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1215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548</TotalTime>
  <Words>299</Words>
  <Application>Microsoft Office PowerPoint</Application>
  <PresentationFormat>Custom</PresentationFormat>
  <Paragraphs>45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Technical and Business Writing   </vt:lpstr>
      <vt:lpstr>Organizing information and generation solution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Sofia Sultana</dc:creator>
  <cp:lastModifiedBy>One</cp:lastModifiedBy>
  <cp:revision>59</cp:revision>
  <dcterms:created xsi:type="dcterms:W3CDTF">2024-06-21T09:49:00Z</dcterms:created>
  <dcterms:modified xsi:type="dcterms:W3CDTF">2024-10-15T08:22:26Z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746BA2BC228C464D8DA6A1456E503FEB_13</vt:lpwstr>
  </property>
  <property fmtid="{D5CDD505-2E9C-101B-9397-08002B2CF9AE}" pid="3" name="KSOProductBuildVer">
    <vt:lpwstr>1033-12.2.0.18283</vt:lpwstr>
  </property>
</Properties>
</file>