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3.xml" ContentType="application/vnd.openxmlformats-officedocument.theme+xml"/>
  <Override PartName="/ppt/slideLayouts/slideLayout5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0" r:id="rId2"/>
    <p:sldMasterId id="2147483740" r:id="rId3"/>
    <p:sldMasterId id="2147483769" r:id="rId4"/>
  </p:sldMasterIdLst>
  <p:notesMasterIdLst>
    <p:notesMasterId r:id="rId17"/>
  </p:notesMasterIdLst>
  <p:sldIdLst>
    <p:sldId id="262" r:id="rId5"/>
    <p:sldId id="264" r:id="rId6"/>
    <p:sldId id="265" r:id="rId7"/>
    <p:sldId id="267" r:id="rId8"/>
    <p:sldId id="257" r:id="rId9"/>
    <p:sldId id="266" r:id="rId10"/>
    <p:sldId id="256" r:id="rId11"/>
    <p:sldId id="258" r:id="rId12"/>
    <p:sldId id="259" r:id="rId13"/>
    <p:sldId id="260" r:id="rId14"/>
    <p:sldId id="268" r:id="rId15"/>
    <p:sldId id="261" r:id="rId16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4" d="100"/>
          <a:sy n="74" d="100"/>
        </p:scale>
        <p:origin x="1060" y="-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5C41F7-6031-466A-8B9B-0190307E7603}" type="datetimeFigureOut">
              <a:rPr lang="LID4096" smtClean="0"/>
              <a:t>12/04/2024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5E6B6D-8669-4BC8-BE0E-2E2F1426B9E5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68677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Tangent: Line ko </a:t>
            </a:r>
            <a:r>
              <a:rPr lang="en-US" dirty="0" err="1"/>
              <a:t>kehty</a:t>
            </a:r>
            <a:r>
              <a:rPr lang="en-US" dirty="0"/>
              <a:t> </a:t>
            </a:r>
            <a:r>
              <a:rPr lang="en-US" dirty="0" err="1"/>
              <a:t>hain</a:t>
            </a:r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E6B6D-8669-4BC8-BE0E-2E2F1426B9E5}" type="slidenum">
              <a:rPr lang="LID4096" smtClean="0"/>
              <a:t>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48571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4A9E7-F5A3-D45B-E81B-4B964BC96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07B449-82D8-E4AB-1E36-5E294C15B5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EDD104-AA96-7D07-7E97-FCB267932B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Tangent: Line ko </a:t>
            </a:r>
            <a:r>
              <a:rPr lang="en-US" dirty="0" err="1"/>
              <a:t>kehty</a:t>
            </a:r>
            <a:r>
              <a:rPr lang="en-US" dirty="0"/>
              <a:t> </a:t>
            </a:r>
            <a:r>
              <a:rPr lang="en-US" dirty="0" err="1"/>
              <a:t>hain</a:t>
            </a:r>
            <a:endParaRPr lang="LID4096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77D1B3-76E2-AE33-38D0-7986DC0D3B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5E6B6D-8669-4BC8-BE0E-2E2F1426B9E5}" type="slidenum">
              <a:rPr lang="LID4096" smtClean="0"/>
              <a:t>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05216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2.png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5.png"/><Relationship Id="rId4" Type="http://schemas.openxmlformats.org/officeDocument/2006/relationships/image" Target="../media/image1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7.pn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tBDfr" TargetMode="External"/><Relationship Id="rId5" Type="http://schemas.openxmlformats.org/officeDocument/2006/relationships/hyperlink" Target="http://bit.ly/2TyoMsr" TargetMode="External"/><Relationship Id="rId4" Type="http://schemas.openxmlformats.org/officeDocument/2006/relationships/hyperlink" Target="http://bit.ly/2Tynxth" TargetMode="External"/></Relationships>
</file>

<file path=ppt/slideLayouts/_rels/slideLayout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4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nxth" TargetMode="External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6" name="Google Shape;16;p2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17" name="Google Shape;17;p2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8" name="Google Shape;18;p2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9" name="Google Shape;19;p2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0" name="Google Shape;20;p2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1" name="Google Shape;21;p2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2" name="Google Shape;22;p2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23" name="Google Shape;23;p2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" name="Google Shape;25;p2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" name="Google Shape;26;p2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" name="Google Shape;27;p2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8" name="Google Shape;28;p2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2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2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2292425" y="1792800"/>
            <a:ext cx="4864200" cy="271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2535150" y="5141072"/>
            <a:ext cx="4378500" cy="6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rgbClr val="A17A74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3" name="Google Shape;33;p2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957204" y="1129520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2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>
            <a:off x="6933901" y="1009901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2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1593194">
            <a:off x="8468265" y="11050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2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-1850224">
            <a:off x="1218900" y="5395473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7" name="Google Shape;37;p2"/>
          <p:cNvPicPr preferRelativeResize="0"/>
          <p:nvPr/>
        </p:nvPicPr>
        <p:blipFill rotWithShape="1">
          <a:blip r:embed="rId8">
            <a:alphaModFix amt="90000"/>
          </a:blip>
          <a:srcRect l="16404" t="19815" r="13488" b="20554"/>
          <a:stretch/>
        </p:blipFill>
        <p:spPr>
          <a:xfrm rot="895601">
            <a:off x="1617858" y="5236441"/>
            <a:ext cx="227637" cy="36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2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rot="1505967">
            <a:off x="8194801" y="58253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08867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oogle Shape;40;p3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41" name="Google Shape;41;p3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4" name="Google Shape;44;p3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45" name="Google Shape;45;p3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46" name="Google Shape;46;p3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47" name="Google Shape;47;p3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8" name="Google Shape;48;p3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9" name="Google Shape;49;p3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0" name="Google Shape;50;p3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1" name="Google Shape;51;p3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" name="Google Shape;52;p3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53" name="Google Shape;53;p3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4" name="Google Shape;54;p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" name="Google Shape;55;p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3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7" name="Google Shape;57;p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" name="Google Shape;58;p3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" name="Google Shape;59;p3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0" name="Google Shape;60;p3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1" name="Google Shape;61;p3"/>
          <p:cNvSpPr txBox="1">
            <a:spLocks noGrp="1"/>
          </p:cNvSpPr>
          <p:nvPr>
            <p:ph type="title"/>
          </p:nvPr>
        </p:nvSpPr>
        <p:spPr>
          <a:xfrm>
            <a:off x="2205900" y="3109100"/>
            <a:ext cx="50676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Google Shape;62;p3"/>
          <p:cNvSpPr txBox="1">
            <a:spLocks noGrp="1"/>
          </p:cNvSpPr>
          <p:nvPr>
            <p:ph type="title" idx="2" hasCustomPrompt="1"/>
          </p:nvPr>
        </p:nvSpPr>
        <p:spPr>
          <a:xfrm>
            <a:off x="2205900" y="2025067"/>
            <a:ext cx="50676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63" name="Google Shape;63;p3"/>
          <p:cNvSpPr txBox="1">
            <a:spLocks noGrp="1"/>
          </p:cNvSpPr>
          <p:nvPr>
            <p:ph type="subTitle" idx="1"/>
          </p:nvPr>
        </p:nvSpPr>
        <p:spPr>
          <a:xfrm>
            <a:off x="2205900" y="4112733"/>
            <a:ext cx="5067600" cy="95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4" name="Google Shape;64;p3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1220646" flipH="1">
            <a:off x="8392316" y="1129520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3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flipH="1">
            <a:off x="2477464" y="1009901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3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-1593194" flipH="1">
            <a:off x="957286" y="11050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3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1850224" flipH="1">
            <a:off x="8192478" y="5395473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3"/>
          <p:cNvPicPr preferRelativeResize="0"/>
          <p:nvPr/>
        </p:nvPicPr>
        <p:blipFill rotWithShape="1">
          <a:blip r:embed="rId8">
            <a:alphaModFix amt="90000"/>
          </a:blip>
          <a:srcRect l="16404" t="19815" r="13488" b="20554"/>
          <a:stretch/>
        </p:blipFill>
        <p:spPr>
          <a:xfrm rot="-895601" flipH="1">
            <a:off x="7847621" y="5236441"/>
            <a:ext cx="227637" cy="36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3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rot="-1505967" flipH="1">
            <a:off x="1216564" y="58253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86527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oogle Shape;71;p4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72" name="Google Shape;72;p4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73" name="Google Shape;73;p4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" name="Google Shape;74;p4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75" name="Google Shape;75;p4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76" name="Google Shape;76;p4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77" name="Google Shape;77;p4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78" name="Google Shape;78;p4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9" name="Google Shape;79;p4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80" name="Google Shape;80;p4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81" name="Google Shape;81;p4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82" name="Google Shape;82;p4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83" name="Google Shape;83;p4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84" name="Google Shape;84;p4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5" name="Google Shape;85;p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6" name="Google Shape;86;p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p4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8" name="Google Shape;88;p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4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0" name="Google Shape;90;p4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" name="Google Shape;91;p4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" name="Google Shape;92;p4"/>
          <p:cNvSpPr txBox="1">
            <a:spLocks noGrp="1"/>
          </p:cNvSpPr>
          <p:nvPr>
            <p:ph type="body" idx="1"/>
          </p:nvPr>
        </p:nvSpPr>
        <p:spPr>
          <a:xfrm>
            <a:off x="1043750" y="1829167"/>
            <a:ext cx="7387800" cy="4514800"/>
          </a:xfrm>
          <a:prstGeom prst="rect">
            <a:avLst/>
          </a:prstGeom>
          <a:solidFill>
            <a:srgbClr val="FEFEFE">
              <a:alpha val="79330"/>
            </a:srgbClr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AutoNum type="arabicPeriod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Google Shape;93;p4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4" name="Google Shape;94;p4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780529" y="1037053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4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895601">
            <a:off x="8522608" y="5724307"/>
            <a:ext cx="227637" cy="36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4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-656741">
            <a:off x="8562546" y="5184852"/>
            <a:ext cx="172585" cy="279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134383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8" name="Google Shape;98;p5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99" name="Google Shape;99;p5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100" name="Google Shape;100;p5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02" name="Google Shape;102;p5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103" name="Google Shape;103;p5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04" name="Google Shape;104;p5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105" name="Google Shape;105;p5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6" name="Google Shape;106;p5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7" name="Google Shape;107;p5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8" name="Google Shape;108;p5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09" name="Google Shape;109;p5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10" name="Google Shape;110;p5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111" name="Google Shape;111;p5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5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5" name="Google Shape;115;p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6" name="Google Shape;116;p5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5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8" name="Google Shape;118;p5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" name="Google Shape;119;p5"/>
          <p:cNvSpPr txBox="1">
            <a:spLocks noGrp="1"/>
          </p:cNvSpPr>
          <p:nvPr>
            <p:ph type="body" idx="1"/>
          </p:nvPr>
        </p:nvSpPr>
        <p:spPr>
          <a:xfrm>
            <a:off x="1411486" y="2936800"/>
            <a:ext cx="2595300" cy="3244800"/>
          </a:xfrm>
          <a:prstGeom prst="rect">
            <a:avLst/>
          </a:prstGeom>
          <a:solidFill>
            <a:srgbClr val="FEFEFE">
              <a:alpha val="7765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2"/>
          </p:nvPr>
        </p:nvSpPr>
        <p:spPr>
          <a:xfrm>
            <a:off x="5464650" y="2936867"/>
            <a:ext cx="2596800" cy="3244800"/>
          </a:xfrm>
          <a:prstGeom prst="rect">
            <a:avLst/>
          </a:prstGeom>
          <a:solidFill>
            <a:srgbClr val="FEFEFE">
              <a:alpha val="77650"/>
            </a:srgbClr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400"/>
            </a:lvl1pPr>
            <a:lvl2pPr marL="914400" lvl="1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marL="1371600" lvl="2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marL="1828800" lvl="3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marL="2286000" lvl="4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marL="2743200" lvl="5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marL="3200400" lvl="6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marL="3657600" lvl="7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marL="4114800" lvl="8" indent="-330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1" name="Google Shape;121;p5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22" name="Google Shape;122;p5"/>
          <p:cNvPicPr preferRelativeResize="0"/>
          <p:nvPr/>
        </p:nvPicPr>
        <p:blipFill rotWithShape="1">
          <a:blip r:embed="rId4">
            <a:alphaModFix amt="90000"/>
          </a:blip>
          <a:srcRect l="17866" t="19811" r="12095" b="21433"/>
          <a:stretch/>
        </p:blipFill>
        <p:spPr>
          <a:xfrm>
            <a:off x="8448976" y="5560668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5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8400415" y="119790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5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-1231508">
            <a:off x="8075505" y="1097510"/>
            <a:ext cx="185914" cy="301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/>
          <p:cNvPicPr preferRelativeResize="0"/>
          <p:nvPr/>
        </p:nvPicPr>
        <p:blipFill rotWithShape="1">
          <a:blip r:embed="rId4">
            <a:alphaModFix amt="90000"/>
          </a:blip>
          <a:srcRect l="17866" t="19811" r="12095" b="21433"/>
          <a:stretch/>
        </p:blipFill>
        <p:spPr>
          <a:xfrm>
            <a:off x="1043751" y="1007368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5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-1857476">
            <a:off x="909964" y="5804803"/>
            <a:ext cx="267564" cy="43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5"/>
          <p:cNvSpPr txBox="1">
            <a:spLocks noGrp="1"/>
          </p:cNvSpPr>
          <p:nvPr>
            <p:ph type="subTitle" idx="3"/>
          </p:nvPr>
        </p:nvSpPr>
        <p:spPr>
          <a:xfrm>
            <a:off x="1409986" y="2259200"/>
            <a:ext cx="25968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5"/>
          <p:cNvSpPr txBox="1">
            <a:spLocks noGrp="1"/>
          </p:cNvSpPr>
          <p:nvPr>
            <p:ph type="subTitle" idx="4"/>
          </p:nvPr>
        </p:nvSpPr>
        <p:spPr>
          <a:xfrm>
            <a:off x="5464650" y="2259200"/>
            <a:ext cx="2596800" cy="50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2599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6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131" name="Google Shape;131;p6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132" name="Google Shape;132;p6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33" name="Google Shape;133;p6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34" name="Google Shape;134;p6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135" name="Google Shape;135;p6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36" name="Google Shape;136;p6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137" name="Google Shape;137;p6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38" name="Google Shape;138;p6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39" name="Google Shape;139;p6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40" name="Google Shape;140;p6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41" name="Google Shape;141;p6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42" name="Google Shape;142;p6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143" name="Google Shape;143;p6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5" name="Google Shape;145;p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6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7" name="Google Shape;147;p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8" name="Google Shape;148;p6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9" name="Google Shape;149;p6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6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1" name="Google Shape;151;p6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957204" y="1129520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6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1498315" y="117815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6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 rot="1505967">
            <a:off x="8385301" y="5901116"/>
            <a:ext cx="281751" cy="4497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" name="Google Shape;155;p6"/>
          <p:cNvGrpSpPr/>
          <p:nvPr/>
        </p:nvGrpSpPr>
        <p:grpSpPr>
          <a:xfrm>
            <a:off x="7784723" y="830377"/>
            <a:ext cx="707793" cy="943724"/>
            <a:chOff x="7784722" y="622782"/>
            <a:chExt cx="707793" cy="707793"/>
          </a:xfrm>
        </p:grpSpPr>
        <p:grpSp>
          <p:nvGrpSpPr>
            <p:cNvPr id="156" name="Google Shape;156;p6"/>
            <p:cNvGrpSpPr/>
            <p:nvPr/>
          </p:nvGrpSpPr>
          <p:grpSpPr>
            <a:xfrm>
              <a:off x="7784722" y="622782"/>
              <a:ext cx="707793" cy="707793"/>
              <a:chOff x="1287475" y="2754649"/>
              <a:chExt cx="716100" cy="716100"/>
            </a:xfrm>
          </p:grpSpPr>
          <p:sp>
            <p:nvSpPr>
              <p:cNvPr id="157" name="Google Shape;157;p6"/>
              <p:cNvSpPr/>
              <p:nvPr/>
            </p:nvSpPr>
            <p:spPr>
              <a:xfrm>
                <a:off x="1287475" y="2754649"/>
                <a:ext cx="716100" cy="716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3960000" algn="bl" rotWithShape="0">
                  <a:schemeClr val="dk2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pic>
            <p:nvPicPr>
              <p:cNvPr id="158" name="Google Shape;158;p6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332550" y="2802694"/>
                <a:ext cx="622974" cy="6175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59" name="Google Shape;159;p6"/>
            <p:cNvPicPr preferRelativeResize="0"/>
            <p:nvPr/>
          </p:nvPicPr>
          <p:blipFill rotWithShape="1">
            <a:blip r:embed="rId8">
              <a:alphaModFix/>
            </a:blip>
            <a:srcRect l="9593" t="18457" r="10661" b="7298"/>
            <a:stretch/>
          </p:blipFill>
          <p:spPr>
            <a:xfrm>
              <a:off x="7912900" y="756475"/>
              <a:ext cx="426250" cy="4104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2202087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7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162" name="Google Shape;162;p7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163" name="Google Shape;163;p7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64" name="Google Shape;164;p7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65" name="Google Shape;165;p7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166" name="Google Shape;166;p7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67" name="Google Shape;167;p7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168" name="Google Shape;168;p7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69" name="Google Shape;169;p7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70" name="Google Shape;170;p7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71" name="Google Shape;171;p7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72" name="Google Shape;172;p7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73" name="Google Shape;173;p7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174" name="Google Shape;174;p7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5" name="Google Shape;175;p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6" name="Google Shape;176;p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7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7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7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1" name="Google Shape;181;p7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2" name="Google Shape;182;p7"/>
          <p:cNvSpPr txBox="1">
            <a:spLocks noGrp="1"/>
          </p:cNvSpPr>
          <p:nvPr>
            <p:ph type="body" idx="1"/>
          </p:nvPr>
        </p:nvSpPr>
        <p:spPr>
          <a:xfrm>
            <a:off x="1181100" y="2330667"/>
            <a:ext cx="3656700" cy="348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30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♥"/>
              <a:defRPr sz="16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3" name="Google Shape;183;p7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84" name="Google Shape;184;p7"/>
          <p:cNvPicPr preferRelativeResize="0"/>
          <p:nvPr/>
        </p:nvPicPr>
        <p:blipFill rotWithShape="1">
          <a:blip r:embed="rId4">
            <a:alphaModFix amt="90000"/>
          </a:blip>
          <a:srcRect l="16404" t="19815" r="13488" b="20554"/>
          <a:stretch/>
        </p:blipFill>
        <p:spPr>
          <a:xfrm rot="1593194">
            <a:off x="8297115" y="1085686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7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rot="1505967">
            <a:off x="8424976" y="56856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7396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7" name="Google Shape;187;p8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188" name="Google Shape;188;p8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189" name="Google Shape;189;p8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190" name="Google Shape;190;p8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191" name="Google Shape;191;p8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192" name="Google Shape;192;p8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193" name="Google Shape;193;p8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194" name="Google Shape;194;p8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95" name="Google Shape;195;p8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96" name="Google Shape;196;p8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97" name="Google Shape;197;p8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98" name="Google Shape;198;p8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199" name="Google Shape;199;p8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200" name="Google Shape;200;p8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3" name="Google Shape;203;p8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4" name="Google Shape;204;p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5" name="Google Shape;205;p8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6" name="Google Shape;206;p8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7" name="Google Shape;207;p8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08" name="Google Shape;208;p8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1559879" y="1056436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8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>
            <a:off x="990301" y="5417134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8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1593194">
            <a:off x="1597890" y="583350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8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-1850224">
            <a:off x="6943425" y="866257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8"/>
          <p:cNvPicPr preferRelativeResize="0"/>
          <p:nvPr/>
        </p:nvPicPr>
        <p:blipFill rotWithShape="1">
          <a:blip r:embed="rId8">
            <a:alphaModFix amt="90000"/>
          </a:blip>
          <a:srcRect l="16404" t="19815" r="13488" b="20554"/>
          <a:stretch/>
        </p:blipFill>
        <p:spPr>
          <a:xfrm rot="2461708">
            <a:off x="8462683" y="1888856"/>
            <a:ext cx="227637" cy="368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8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rot="1505967">
            <a:off x="8194801" y="5825367"/>
            <a:ext cx="281751" cy="449771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8"/>
          <p:cNvSpPr txBox="1">
            <a:spLocks noGrp="1"/>
          </p:cNvSpPr>
          <p:nvPr>
            <p:ph type="title"/>
          </p:nvPr>
        </p:nvSpPr>
        <p:spPr>
          <a:xfrm>
            <a:off x="1843850" y="1376451"/>
            <a:ext cx="5814300" cy="42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3489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6" name="Google Shape;216;p9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217" name="Google Shape;217;p9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218" name="Google Shape;218;p9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19" name="Google Shape;219;p9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20" name="Google Shape;220;p9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221" name="Google Shape;221;p9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222" name="Google Shape;222;p9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223" name="Google Shape;223;p9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24" name="Google Shape;224;p9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25" name="Google Shape;225;p9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26" name="Google Shape;226;p9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27" name="Google Shape;227;p9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28" name="Google Shape;228;p9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229" name="Google Shape;229;p9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0" name="Google Shape;230;p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1" name="Google Shape;231;p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2" name="Google Shape;232;p9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3" name="Google Shape;233;p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4" name="Google Shape;234;p9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5" name="Google Shape;235;p9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9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" name="Google Shape;237;p9"/>
          <p:cNvSpPr txBox="1">
            <a:spLocks noGrp="1"/>
          </p:cNvSpPr>
          <p:nvPr>
            <p:ph type="title"/>
          </p:nvPr>
        </p:nvSpPr>
        <p:spPr>
          <a:xfrm>
            <a:off x="1542075" y="1476975"/>
            <a:ext cx="3315600" cy="169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8" name="Google Shape;238;p9"/>
          <p:cNvSpPr txBox="1">
            <a:spLocks noGrp="1"/>
          </p:cNvSpPr>
          <p:nvPr>
            <p:ph type="subTitle" idx="1"/>
          </p:nvPr>
        </p:nvSpPr>
        <p:spPr>
          <a:xfrm>
            <a:off x="1855875" y="3363359"/>
            <a:ext cx="2688000" cy="7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9" name="Google Shape;239;p9"/>
          <p:cNvPicPr preferRelativeResize="0"/>
          <p:nvPr/>
        </p:nvPicPr>
        <p:blipFill rotWithShape="1">
          <a:blip r:embed="rId4">
            <a:alphaModFix amt="90000"/>
          </a:blip>
          <a:srcRect l="17866" t="19811" r="12095" b="21433"/>
          <a:stretch/>
        </p:blipFill>
        <p:spPr>
          <a:xfrm>
            <a:off x="6105226" y="1096934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9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8201890" y="17019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9"/>
          <p:cNvPicPr preferRelativeResize="0"/>
          <p:nvPr/>
        </p:nvPicPr>
        <p:blipFill rotWithShape="1">
          <a:blip r:embed="rId6">
            <a:alphaModFix amt="90000"/>
          </a:blip>
          <a:srcRect l="16945" t="23685" r="10977" b="22040"/>
          <a:stretch/>
        </p:blipFill>
        <p:spPr>
          <a:xfrm rot="-1850224">
            <a:off x="1045750" y="5924157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9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-947167">
            <a:off x="7503784" y="1030614"/>
            <a:ext cx="179435" cy="2907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96511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"/>
          <p:cNvSpPr txBox="1">
            <a:spLocks noGrp="1"/>
          </p:cNvSpPr>
          <p:nvPr>
            <p:ph type="title"/>
          </p:nvPr>
        </p:nvSpPr>
        <p:spPr>
          <a:xfrm>
            <a:off x="1043750" y="3759200"/>
            <a:ext cx="3819300" cy="248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1920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6" name="Google Shape;246;p11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247" name="Google Shape;247;p11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248" name="Google Shape;248;p11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49" name="Google Shape;249;p11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50" name="Google Shape;250;p11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251" name="Google Shape;251;p11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252" name="Google Shape;252;p11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253" name="Google Shape;253;p11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54" name="Google Shape;254;p11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55" name="Google Shape;255;p11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56" name="Google Shape;256;p11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57" name="Google Shape;257;p11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58" name="Google Shape;258;p11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259" name="Google Shape;259;p11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11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11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11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11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11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11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11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11"/>
          <p:cNvSpPr txBox="1">
            <a:spLocks noGrp="1"/>
          </p:cNvSpPr>
          <p:nvPr>
            <p:ph type="title" hasCustomPrompt="1"/>
          </p:nvPr>
        </p:nvSpPr>
        <p:spPr>
          <a:xfrm>
            <a:off x="2162175" y="1678033"/>
            <a:ext cx="51054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68" name="Google Shape;268;p11"/>
          <p:cNvSpPr txBox="1">
            <a:spLocks noGrp="1"/>
          </p:cNvSpPr>
          <p:nvPr>
            <p:ph type="subTitle" idx="1"/>
          </p:nvPr>
        </p:nvSpPr>
        <p:spPr>
          <a:xfrm>
            <a:off x="2162175" y="4226967"/>
            <a:ext cx="5105400" cy="7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69" name="Google Shape;269;p11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1220646" flipH="1">
            <a:off x="7839979" y="1056436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1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flipH="1">
            <a:off x="8471402" y="5417134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1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-1593194" flipH="1">
            <a:off x="7877998" y="583350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1"/>
          <p:cNvPicPr preferRelativeResize="0"/>
          <p:nvPr/>
        </p:nvPicPr>
        <p:blipFill rotWithShape="1">
          <a:blip r:embed="rId7">
            <a:alphaModFix amt="90000"/>
          </a:blip>
          <a:srcRect l="16404" t="19815" r="13488" b="20554"/>
          <a:stretch/>
        </p:blipFill>
        <p:spPr>
          <a:xfrm rot="-2461708" flipH="1">
            <a:off x="1053134" y="1888856"/>
            <a:ext cx="227637" cy="368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1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rot="-1505967" flipH="1">
            <a:off x="1266902" y="58253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8938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8241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6" name="Google Shape;276;p13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278" name="Google Shape;278;p13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279" name="Google Shape;279;p13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280" name="Google Shape;280;p13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281" name="Google Shape;281;p13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282" name="Google Shape;282;p13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283" name="Google Shape;283;p13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84" name="Google Shape;284;p13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85" name="Google Shape;285;p13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86" name="Google Shape;286;p13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87" name="Google Shape;287;p13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288" name="Google Shape;288;p13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289" name="Google Shape;289;p13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0" name="Google Shape;290;p1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1" name="Google Shape;291;p1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2" name="Google Shape;292;p13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3" name="Google Shape;293;p1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4" name="Google Shape;294;p13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5" name="Google Shape;295;p13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6" name="Google Shape;296;p13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7" name="Google Shape;297;p13"/>
          <p:cNvSpPr txBox="1">
            <a:spLocks noGrp="1"/>
          </p:cNvSpPr>
          <p:nvPr>
            <p:ph type="title" hasCustomPrompt="1"/>
          </p:nvPr>
        </p:nvSpPr>
        <p:spPr>
          <a:xfrm>
            <a:off x="4242600" y="2842467"/>
            <a:ext cx="995700" cy="7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98" name="Google Shape;298;p13"/>
          <p:cNvSpPr txBox="1">
            <a:spLocks noGrp="1"/>
          </p:cNvSpPr>
          <p:nvPr>
            <p:ph type="subTitle" idx="1"/>
          </p:nvPr>
        </p:nvSpPr>
        <p:spPr>
          <a:xfrm>
            <a:off x="1252575" y="5262500"/>
            <a:ext cx="2036100" cy="7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13"/>
          <p:cNvSpPr txBox="1">
            <a:spLocks noGrp="1"/>
          </p:cNvSpPr>
          <p:nvPr>
            <p:ph type="title" idx="2" hasCustomPrompt="1"/>
          </p:nvPr>
        </p:nvSpPr>
        <p:spPr>
          <a:xfrm>
            <a:off x="1772325" y="2842476"/>
            <a:ext cx="996600" cy="7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0" name="Google Shape;300;p13"/>
          <p:cNvSpPr txBox="1">
            <a:spLocks noGrp="1"/>
          </p:cNvSpPr>
          <p:nvPr>
            <p:ph type="subTitle" idx="3"/>
          </p:nvPr>
        </p:nvSpPr>
        <p:spPr>
          <a:xfrm>
            <a:off x="3722400" y="5262500"/>
            <a:ext cx="2036100" cy="7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13"/>
          <p:cNvSpPr txBox="1">
            <a:spLocks noGrp="1"/>
          </p:cNvSpPr>
          <p:nvPr>
            <p:ph type="title" idx="4" hasCustomPrompt="1"/>
          </p:nvPr>
        </p:nvSpPr>
        <p:spPr>
          <a:xfrm>
            <a:off x="6711975" y="2842476"/>
            <a:ext cx="996600" cy="7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02" name="Google Shape;302;p13"/>
          <p:cNvSpPr txBox="1">
            <a:spLocks noGrp="1"/>
          </p:cNvSpPr>
          <p:nvPr>
            <p:ph type="subTitle" idx="5"/>
          </p:nvPr>
        </p:nvSpPr>
        <p:spPr>
          <a:xfrm>
            <a:off x="6192225" y="5262500"/>
            <a:ext cx="2036100" cy="70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3" name="Google Shape;303;p13"/>
          <p:cNvSpPr txBox="1">
            <a:spLocks noGrp="1"/>
          </p:cNvSpPr>
          <p:nvPr>
            <p:ph type="title" idx="6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4" name="Google Shape;304;p13"/>
          <p:cNvSpPr txBox="1">
            <a:spLocks noGrp="1"/>
          </p:cNvSpPr>
          <p:nvPr>
            <p:ph type="subTitle" idx="7"/>
          </p:nvPr>
        </p:nvSpPr>
        <p:spPr>
          <a:xfrm>
            <a:off x="1252575" y="4575600"/>
            <a:ext cx="2036100" cy="5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5" name="Google Shape;305;p13"/>
          <p:cNvSpPr txBox="1">
            <a:spLocks noGrp="1"/>
          </p:cNvSpPr>
          <p:nvPr>
            <p:ph type="subTitle" idx="8"/>
          </p:nvPr>
        </p:nvSpPr>
        <p:spPr>
          <a:xfrm>
            <a:off x="3722400" y="4575600"/>
            <a:ext cx="2036100" cy="5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13"/>
          <p:cNvSpPr txBox="1">
            <a:spLocks noGrp="1"/>
          </p:cNvSpPr>
          <p:nvPr>
            <p:ph type="subTitle" idx="9"/>
          </p:nvPr>
        </p:nvSpPr>
        <p:spPr>
          <a:xfrm>
            <a:off x="6192225" y="4575600"/>
            <a:ext cx="2036100" cy="5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07" name="Google Shape;307;p13"/>
          <p:cNvPicPr preferRelativeResize="0"/>
          <p:nvPr/>
        </p:nvPicPr>
        <p:blipFill>
          <a:blip r:embed="rId4">
            <a:alphaModFix amt="89000"/>
          </a:blip>
          <a:stretch>
            <a:fillRect/>
          </a:stretch>
        </p:blipFill>
        <p:spPr>
          <a:xfrm>
            <a:off x="898075" y="906635"/>
            <a:ext cx="663161" cy="889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3"/>
          <p:cNvPicPr preferRelativeResize="0"/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7917200" y="1181517"/>
            <a:ext cx="724644" cy="84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3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>
            <a:off x="1602226" y="809268"/>
            <a:ext cx="225413" cy="35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3"/>
          <p:cNvPicPr preferRelativeResize="0"/>
          <p:nvPr/>
        </p:nvPicPr>
        <p:blipFill rotWithShape="1">
          <a:blip r:embed="rId7">
            <a:alphaModFix amt="90000"/>
          </a:blip>
          <a:srcRect l="16404" t="19815" r="13488" b="20554"/>
          <a:stretch/>
        </p:blipFill>
        <p:spPr>
          <a:xfrm rot="-1892008">
            <a:off x="736476" y="1909538"/>
            <a:ext cx="210024" cy="34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3"/>
          <p:cNvPicPr preferRelativeResize="0"/>
          <p:nvPr/>
        </p:nvPicPr>
        <p:blipFill rotWithShape="1">
          <a:blip r:embed="rId8">
            <a:alphaModFix amt="90000"/>
          </a:blip>
          <a:srcRect l="16945" t="23685" r="10977" b="22040"/>
          <a:stretch/>
        </p:blipFill>
        <p:spPr>
          <a:xfrm rot="-1850224">
            <a:off x="902875" y="5706873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3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 rot="1505967">
            <a:off x="8520801" y="751216"/>
            <a:ext cx="281751" cy="44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13"/>
          <p:cNvPicPr preferRelativeResize="0"/>
          <p:nvPr/>
        </p:nvPicPr>
        <p:blipFill rotWithShape="1">
          <a:blip r:embed="rId8">
            <a:alphaModFix amt="90000"/>
          </a:blip>
          <a:srcRect l="16945" t="23685" r="10977" b="22040"/>
          <a:stretch/>
        </p:blipFill>
        <p:spPr>
          <a:xfrm rot="1477677">
            <a:off x="8481173" y="5766506"/>
            <a:ext cx="281738" cy="403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22601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5" name="Google Shape;315;p14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316" name="Google Shape;316;p14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317" name="Google Shape;317;p14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18" name="Google Shape;318;p14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319" name="Google Shape;319;p14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320" name="Google Shape;320;p14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321" name="Google Shape;321;p14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322" name="Google Shape;322;p14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23" name="Google Shape;323;p14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24" name="Google Shape;324;p14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25" name="Google Shape;325;p14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26" name="Google Shape;326;p14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27" name="Google Shape;327;p14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328" name="Google Shape;328;p14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1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0" name="Google Shape;330;p1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1" name="Google Shape;331;p14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2" name="Google Shape;332;p1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3" name="Google Shape;333;p14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4" name="Google Shape;334;p14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35" name="Google Shape;335;p14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6" name="Google Shape;336;p14"/>
          <p:cNvSpPr txBox="1">
            <a:spLocks noGrp="1"/>
          </p:cNvSpPr>
          <p:nvPr>
            <p:ph type="title"/>
          </p:nvPr>
        </p:nvSpPr>
        <p:spPr>
          <a:xfrm>
            <a:off x="3056587" y="4248033"/>
            <a:ext cx="3345600" cy="70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7" name="Google Shape;337;p14"/>
          <p:cNvSpPr txBox="1">
            <a:spLocks noGrp="1"/>
          </p:cNvSpPr>
          <p:nvPr>
            <p:ph type="subTitle" idx="1"/>
          </p:nvPr>
        </p:nvSpPr>
        <p:spPr>
          <a:xfrm>
            <a:off x="1388325" y="2002384"/>
            <a:ext cx="6691200" cy="1971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38" name="Google Shape;338;p14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957204" y="1129520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4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>
            <a:off x="6933901" y="1009901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4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1593194">
            <a:off x="8489465" y="20592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4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-1850224">
            <a:off x="1101425" y="5654573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4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rot="1505967">
            <a:off x="8194801" y="58253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39940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4" name="Google Shape;344;p15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345" name="Google Shape;345;p15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346" name="Google Shape;346;p15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47" name="Google Shape;347;p15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348" name="Google Shape;348;p15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349" name="Google Shape;349;p15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350" name="Google Shape;350;p15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351" name="Google Shape;351;p15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52" name="Google Shape;352;p15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53" name="Google Shape;353;p15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54" name="Google Shape;354;p15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55" name="Google Shape;355;p15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56" name="Google Shape;356;p15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357" name="Google Shape;357;p15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8" name="Google Shape;358;p1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9" name="Google Shape;359;p1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0" name="Google Shape;360;p15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1" name="Google Shape;361;p1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2" name="Google Shape;362;p15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3" name="Google Shape;363;p15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64" name="Google Shape;364;p15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65" name="Google Shape;365;p15"/>
          <p:cNvSpPr txBox="1">
            <a:spLocks noGrp="1"/>
          </p:cNvSpPr>
          <p:nvPr>
            <p:ph type="title"/>
          </p:nvPr>
        </p:nvSpPr>
        <p:spPr>
          <a:xfrm>
            <a:off x="1350222" y="3009900"/>
            <a:ext cx="2688000" cy="59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6" name="Google Shape;366;p15"/>
          <p:cNvSpPr txBox="1">
            <a:spLocks noGrp="1"/>
          </p:cNvSpPr>
          <p:nvPr>
            <p:ph type="subTitle" idx="1"/>
          </p:nvPr>
        </p:nvSpPr>
        <p:spPr>
          <a:xfrm>
            <a:off x="1350222" y="3909133"/>
            <a:ext cx="2688000" cy="150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None/>
              <a:defRPr sz="1400">
                <a:solidFill>
                  <a:schemeClr val="accent2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367" name="Google Shape;367;p15"/>
          <p:cNvPicPr preferRelativeResize="0"/>
          <p:nvPr/>
        </p:nvPicPr>
        <p:blipFill rotWithShape="1">
          <a:blip r:embed="rId4">
            <a:alphaModFix amt="90000"/>
          </a:blip>
          <a:srcRect l="17866" t="19811" r="12095" b="21433"/>
          <a:stretch/>
        </p:blipFill>
        <p:spPr>
          <a:xfrm>
            <a:off x="990301" y="5417134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15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1597890" y="583350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15"/>
          <p:cNvPicPr preferRelativeResize="0"/>
          <p:nvPr/>
        </p:nvPicPr>
        <p:blipFill rotWithShape="1">
          <a:blip r:embed="rId4">
            <a:alphaModFix amt="90000"/>
          </a:blip>
          <a:srcRect l="17866" t="19811" r="12095" b="21433"/>
          <a:stretch/>
        </p:blipFill>
        <p:spPr>
          <a:xfrm rot="1505967">
            <a:off x="7794751" y="55459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156541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oogle Shape;371;p16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372" name="Google Shape;372;p16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373" name="Google Shape;373;p16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374" name="Google Shape;374;p16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375" name="Google Shape;375;p16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376" name="Google Shape;376;p16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377" name="Google Shape;377;p16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378" name="Google Shape;378;p16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79" name="Google Shape;379;p16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80" name="Google Shape;380;p16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81" name="Google Shape;381;p16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82" name="Google Shape;382;p16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383" name="Google Shape;383;p16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384" name="Google Shape;384;p16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5" name="Google Shape;385;p1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6" name="Google Shape;386;p1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7" name="Google Shape;387;p16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8" name="Google Shape;388;p1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89" name="Google Shape;389;p16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0" name="Google Shape;390;p16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1" name="Google Shape;391;p16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92" name="Google Shape;392;p16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93" name="Google Shape;393;p16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957204" y="1129520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4" name="Google Shape;394;p16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8468265" y="11050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95" name="Google Shape;395;p16"/>
          <p:cNvPicPr preferRelativeResize="0"/>
          <p:nvPr/>
        </p:nvPicPr>
        <p:blipFill rotWithShape="1">
          <a:blip r:embed="rId6">
            <a:alphaModFix amt="90000"/>
          </a:blip>
          <a:srcRect l="16945" t="23685" r="10977" b="22040"/>
          <a:stretch/>
        </p:blipFill>
        <p:spPr>
          <a:xfrm rot="2465831">
            <a:off x="885162" y="1977056"/>
            <a:ext cx="281738" cy="40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6" name="Google Shape;396;p16"/>
          <p:cNvPicPr preferRelativeResize="0"/>
          <p:nvPr/>
        </p:nvPicPr>
        <p:blipFill rotWithShape="1">
          <a:blip r:embed="rId7">
            <a:alphaModFix amt="90000"/>
          </a:blip>
          <a:srcRect l="16404" t="19815" r="13488" b="20554"/>
          <a:stretch/>
        </p:blipFill>
        <p:spPr>
          <a:xfrm rot="895601">
            <a:off x="842796" y="6031874"/>
            <a:ext cx="227637" cy="36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16"/>
          <p:cNvPicPr preferRelativeResize="0"/>
          <p:nvPr/>
        </p:nvPicPr>
        <p:blipFill rotWithShape="1">
          <a:blip r:embed="rId8">
            <a:alphaModFix amt="90000"/>
          </a:blip>
          <a:srcRect l="17866" t="19811" r="12095" b="21433"/>
          <a:stretch/>
        </p:blipFill>
        <p:spPr>
          <a:xfrm rot="-1128960">
            <a:off x="7880476" y="1077549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264123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17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400" name="Google Shape;400;p17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401" name="Google Shape;401;p17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02" name="Google Shape;402;p17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03" name="Google Shape;403;p17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404" name="Google Shape;404;p17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405" name="Google Shape;405;p17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406" name="Google Shape;406;p17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07" name="Google Shape;407;p17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08" name="Google Shape;408;p17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09" name="Google Shape;409;p17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0" name="Google Shape;410;p17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11" name="Google Shape;411;p17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412" name="Google Shape;412;p17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3" name="Google Shape;413;p1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4" name="Google Shape;414;p1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5" name="Google Shape;415;p17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6" name="Google Shape;416;p1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7" name="Google Shape;417;p17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8" name="Google Shape;418;p17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9" name="Google Shape;419;p17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20" name="Google Shape;420;p17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421" name="Google Shape;42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95350" y="809279"/>
            <a:ext cx="902451" cy="1156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17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>
            <a:off x="7467301" y="882901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3" name="Google Shape;423;p17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1593194">
            <a:off x="8468265" y="11050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24" name="Google Shape;424;p17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-1850224">
            <a:off x="914100" y="5844306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17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 rot="1505967">
            <a:off x="8442026" y="58212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964923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7" name="Google Shape;427;p18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428" name="Google Shape;428;p18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429" name="Google Shape;429;p18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30" name="Google Shape;430;p18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31" name="Google Shape;431;p18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432" name="Google Shape;432;p18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433" name="Google Shape;433;p18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434" name="Google Shape;434;p18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35" name="Google Shape;435;p18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36" name="Google Shape;436;p18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37" name="Google Shape;437;p18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38" name="Google Shape;438;p18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39" name="Google Shape;439;p18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440" name="Google Shape;440;p18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1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2" name="Google Shape;442;p1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3" name="Google Shape;443;p18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4" name="Google Shape;444;p1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5" name="Google Shape;445;p18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6" name="Google Shape;446;p18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7" name="Google Shape;447;p18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8" name="Google Shape;448;p18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449" name="Google Shape;449;p18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871954" y="1037069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8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>
            <a:off x="8023025" y="719318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8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1593194">
            <a:off x="8468265" y="11050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8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-1850224">
            <a:off x="902875" y="5756173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8"/>
          <p:cNvPicPr preferRelativeResize="0"/>
          <p:nvPr/>
        </p:nvPicPr>
        <p:blipFill rotWithShape="1">
          <a:blip r:embed="rId8">
            <a:alphaModFix amt="90000"/>
          </a:blip>
          <a:srcRect l="16404" t="19815" r="13488" b="20554"/>
          <a:stretch/>
        </p:blipFill>
        <p:spPr>
          <a:xfrm rot="895601">
            <a:off x="1274083" y="5627874"/>
            <a:ext cx="227637" cy="3688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609780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5" name="Google Shape;455;p19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456" name="Google Shape;456;p19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457" name="Google Shape;457;p19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58" name="Google Shape;458;p19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59" name="Google Shape;459;p19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460" name="Google Shape;460;p19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461" name="Google Shape;461;p19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462" name="Google Shape;462;p19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63" name="Google Shape;463;p19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64" name="Google Shape;464;p19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65" name="Google Shape;465;p19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66" name="Google Shape;466;p19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67" name="Google Shape;467;p19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468" name="Google Shape;468;p19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69" name="Google Shape;469;p1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0" name="Google Shape;470;p1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1" name="Google Shape;471;p19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2" name="Google Shape;472;p1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3" name="Google Shape;473;p19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4" name="Google Shape;474;p19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75" name="Google Shape;475;p19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76" name="Google Shape;476;p19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477" name="Google Shape;477;p19"/>
          <p:cNvPicPr preferRelativeResize="0"/>
          <p:nvPr/>
        </p:nvPicPr>
        <p:blipFill>
          <a:blip r:embed="rId4">
            <a:alphaModFix amt="89000"/>
          </a:blip>
          <a:stretch>
            <a:fillRect/>
          </a:stretch>
        </p:blipFill>
        <p:spPr>
          <a:xfrm>
            <a:off x="7592600" y="809269"/>
            <a:ext cx="864282" cy="986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p19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8515440" y="1447970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p19"/>
          <p:cNvPicPr preferRelativeResize="0"/>
          <p:nvPr/>
        </p:nvPicPr>
        <p:blipFill rotWithShape="1">
          <a:blip r:embed="rId6">
            <a:alphaModFix amt="90000"/>
          </a:blip>
          <a:srcRect l="14783" t="26207" r="9676" b="12472"/>
          <a:stretch/>
        </p:blipFill>
        <p:spPr>
          <a:xfrm rot="-1220646">
            <a:off x="856204" y="1052786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p19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2699978">
            <a:off x="1193701" y="1318239"/>
            <a:ext cx="281737" cy="4036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p19"/>
          <p:cNvPicPr preferRelativeResize="0"/>
          <p:nvPr/>
        </p:nvPicPr>
        <p:blipFill rotWithShape="1">
          <a:blip r:embed="rId8">
            <a:alphaModFix amt="90000"/>
          </a:blip>
          <a:srcRect l="16404" t="19815" r="13488" b="20554"/>
          <a:stretch/>
        </p:blipFill>
        <p:spPr>
          <a:xfrm rot="895601">
            <a:off x="3086208" y="5878774"/>
            <a:ext cx="227637" cy="36882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2421575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3" name="Google Shape;483;p20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484" name="Google Shape;484;p20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485" name="Google Shape;485;p20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486" name="Google Shape;486;p20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487" name="Google Shape;487;p20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488" name="Google Shape;488;p20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489" name="Google Shape;489;p20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490" name="Google Shape;490;p20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91" name="Google Shape;491;p20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92" name="Google Shape;492;p20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93" name="Google Shape;493;p20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94" name="Google Shape;494;p20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495" name="Google Shape;495;p20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496" name="Google Shape;496;p20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7" name="Google Shape;497;p20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8" name="Google Shape;498;p20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9" name="Google Shape;499;p20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0" name="Google Shape;500;p20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1" name="Google Shape;501;p20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2" name="Google Shape;502;p20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03" name="Google Shape;503;p20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04" name="Google Shape;504;p20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05" name="Google Shape;505;p20"/>
          <p:cNvPicPr preferRelativeResize="0"/>
          <p:nvPr/>
        </p:nvPicPr>
        <p:blipFill rotWithShape="1">
          <a:blip r:embed="rId4">
            <a:alphaModFix amt="90000"/>
          </a:blip>
          <a:srcRect l="17866" t="19811" r="12095" b="21433"/>
          <a:stretch/>
        </p:blipFill>
        <p:spPr>
          <a:xfrm rot="-850647">
            <a:off x="8475801" y="1762536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20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8367990" y="108570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7" name="Google Shape;507;p20"/>
          <p:cNvPicPr preferRelativeResize="0"/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847726" y="1181234"/>
            <a:ext cx="780273" cy="90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20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217">
            <a:off x="1496407" y="1045825"/>
            <a:ext cx="174966" cy="283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509" name="Google Shape;509;p20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3">
            <a:off x="1180006" y="782372"/>
            <a:ext cx="226770" cy="3674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832967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1" name="Google Shape;511;p21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512" name="Google Shape;512;p21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513" name="Google Shape;513;p21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14" name="Google Shape;514;p21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15" name="Google Shape;515;p21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516" name="Google Shape;516;p21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517" name="Google Shape;517;p21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518" name="Google Shape;518;p21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19" name="Google Shape;519;p21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0" name="Google Shape;520;p21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1" name="Google Shape;521;p21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2" name="Google Shape;522;p21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23" name="Google Shape;523;p21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524" name="Google Shape;524;p21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5" name="Google Shape;525;p21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6" name="Google Shape;526;p21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7" name="Google Shape;527;p21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8" name="Google Shape;528;p21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9" name="Google Shape;529;p21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0" name="Google Shape;530;p21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1" name="Google Shape;531;p21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32" name="Google Shape;532;p21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533" name="Google Shape;533;p21"/>
          <p:cNvGrpSpPr/>
          <p:nvPr/>
        </p:nvGrpSpPr>
        <p:grpSpPr>
          <a:xfrm>
            <a:off x="7785645" y="809249"/>
            <a:ext cx="707827" cy="943769"/>
            <a:chOff x="10313924" y="2654102"/>
            <a:chExt cx="634823" cy="634823"/>
          </a:xfrm>
        </p:grpSpPr>
        <p:grpSp>
          <p:nvGrpSpPr>
            <p:cNvPr id="534" name="Google Shape;534;p21"/>
            <p:cNvGrpSpPr/>
            <p:nvPr/>
          </p:nvGrpSpPr>
          <p:grpSpPr>
            <a:xfrm>
              <a:off x="10313924" y="2654102"/>
              <a:ext cx="634823" cy="634823"/>
              <a:chOff x="1287475" y="2754649"/>
              <a:chExt cx="716100" cy="716100"/>
            </a:xfrm>
          </p:grpSpPr>
          <p:sp>
            <p:nvSpPr>
              <p:cNvPr id="535" name="Google Shape;535;p21"/>
              <p:cNvSpPr/>
              <p:nvPr/>
            </p:nvSpPr>
            <p:spPr>
              <a:xfrm>
                <a:off x="1287475" y="2754649"/>
                <a:ext cx="716100" cy="716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3960000" algn="bl" rotWithShape="0">
                  <a:schemeClr val="dk2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pic>
            <p:nvPicPr>
              <p:cNvPr id="536" name="Google Shape;536;p21"/>
              <p:cNvPicPr preferRelativeResize="0"/>
              <p:nvPr/>
            </p:nvPicPr>
            <p:blipFill>
              <a:blip r:embed="rId4">
                <a:alphaModFix/>
              </a:blip>
              <a:stretch>
                <a:fillRect/>
              </a:stretch>
            </p:blipFill>
            <p:spPr>
              <a:xfrm>
                <a:off x="1332550" y="2802694"/>
                <a:ext cx="622974" cy="6175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37" name="Google Shape;537;p21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430363" y="2754163"/>
              <a:ext cx="421006" cy="4347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38" name="Google Shape;538;p21"/>
          <p:cNvPicPr preferRelativeResize="0"/>
          <p:nvPr/>
        </p:nvPicPr>
        <p:blipFill rotWithShape="1">
          <a:blip r:embed="rId6">
            <a:alphaModFix amt="90000"/>
          </a:blip>
          <a:srcRect l="14783" t="26207" r="9676" b="12472"/>
          <a:stretch/>
        </p:blipFill>
        <p:spPr>
          <a:xfrm rot="-1220646">
            <a:off x="957204" y="1129520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21"/>
          <p:cNvPicPr preferRelativeResize="0"/>
          <p:nvPr/>
        </p:nvPicPr>
        <p:blipFill rotWithShape="1">
          <a:blip r:embed="rId7">
            <a:alphaModFix amt="90000"/>
          </a:blip>
          <a:srcRect l="17866" t="19811" r="12095" b="21433"/>
          <a:stretch/>
        </p:blipFill>
        <p:spPr>
          <a:xfrm rot="1800003">
            <a:off x="8569677" y="1318469"/>
            <a:ext cx="272233" cy="4345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21"/>
          <p:cNvPicPr preferRelativeResize="0"/>
          <p:nvPr/>
        </p:nvPicPr>
        <p:blipFill rotWithShape="1">
          <a:blip r:embed="rId8">
            <a:alphaModFix amt="90000"/>
          </a:blip>
          <a:srcRect l="16945" t="23685" r="10977" b="22040"/>
          <a:stretch/>
        </p:blipFill>
        <p:spPr>
          <a:xfrm rot="-1850224">
            <a:off x="743400" y="5910490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21"/>
          <p:cNvPicPr preferRelativeResize="0"/>
          <p:nvPr/>
        </p:nvPicPr>
        <p:blipFill rotWithShape="1">
          <a:blip r:embed="rId9">
            <a:alphaModFix amt="90000"/>
          </a:blip>
          <a:srcRect l="16404" t="19815" r="13488" b="20554"/>
          <a:stretch/>
        </p:blipFill>
        <p:spPr>
          <a:xfrm rot="-1234102">
            <a:off x="8547757" y="5072723"/>
            <a:ext cx="227638" cy="3688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21"/>
          <p:cNvPicPr preferRelativeResize="0"/>
          <p:nvPr/>
        </p:nvPicPr>
        <p:blipFill rotWithShape="1">
          <a:blip r:embed="rId7">
            <a:alphaModFix amt="90000"/>
          </a:blip>
          <a:srcRect l="17866" t="19811" r="12095" b="21433"/>
          <a:stretch/>
        </p:blipFill>
        <p:spPr>
          <a:xfrm rot="1505967">
            <a:off x="8194801" y="5825367"/>
            <a:ext cx="281751" cy="4497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155661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 only 7"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22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545" name="Google Shape;545;p22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546" name="Google Shape;546;p22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47" name="Google Shape;547;p22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48" name="Google Shape;548;p22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549" name="Google Shape;549;p22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550" name="Google Shape;550;p22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551" name="Google Shape;551;p22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52" name="Google Shape;552;p22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53" name="Google Shape;553;p22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54" name="Google Shape;554;p22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55" name="Google Shape;555;p22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56" name="Google Shape;556;p22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557" name="Google Shape;557;p22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8" name="Google Shape;558;p22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59" name="Google Shape;559;p22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0" name="Google Shape;560;p22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1" name="Google Shape;561;p22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2" name="Google Shape;562;p22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3" name="Google Shape;563;p22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4" name="Google Shape;564;p22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5" name="Google Shape;565;p22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566" name="Google Shape;566;p22"/>
          <p:cNvPicPr preferRelativeResize="0"/>
          <p:nvPr/>
        </p:nvPicPr>
        <p:blipFill>
          <a:blip r:embed="rId4">
            <a:alphaModFix amt="89000"/>
          </a:blip>
          <a:stretch>
            <a:fillRect/>
          </a:stretch>
        </p:blipFill>
        <p:spPr>
          <a:xfrm flipH="1">
            <a:off x="880207" y="932434"/>
            <a:ext cx="672342" cy="9012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67" name="Google Shape;567;p22"/>
          <p:cNvPicPr preferRelativeResize="0"/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8022075" y="5440335"/>
            <a:ext cx="724644" cy="84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8" name="Google Shape;568;p22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>
            <a:off x="1602226" y="809268"/>
            <a:ext cx="225413" cy="35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22"/>
          <p:cNvPicPr preferRelativeResize="0"/>
          <p:nvPr/>
        </p:nvPicPr>
        <p:blipFill rotWithShape="1">
          <a:blip r:embed="rId7">
            <a:alphaModFix amt="90000"/>
          </a:blip>
          <a:srcRect l="16404" t="19815" r="13488" b="20554"/>
          <a:stretch/>
        </p:blipFill>
        <p:spPr>
          <a:xfrm rot="-1892008">
            <a:off x="736476" y="1909538"/>
            <a:ext cx="210024" cy="34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22"/>
          <p:cNvPicPr preferRelativeResize="0"/>
          <p:nvPr/>
        </p:nvPicPr>
        <p:blipFill rotWithShape="1">
          <a:blip r:embed="rId8">
            <a:alphaModFix amt="90000"/>
          </a:blip>
          <a:srcRect l="16945" t="23685" r="10977" b="22040"/>
          <a:stretch/>
        </p:blipFill>
        <p:spPr>
          <a:xfrm rot="-1850224">
            <a:off x="902875" y="5706873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22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 rot="1505967">
            <a:off x="8461176" y="4819533"/>
            <a:ext cx="281751" cy="449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22"/>
          <p:cNvPicPr preferRelativeResize="0"/>
          <p:nvPr/>
        </p:nvPicPr>
        <p:blipFill rotWithShape="1">
          <a:blip r:embed="rId8">
            <a:alphaModFix amt="90000"/>
          </a:blip>
          <a:srcRect l="16945" t="23685" r="10977" b="22040"/>
          <a:stretch/>
        </p:blipFill>
        <p:spPr>
          <a:xfrm rot="1477677">
            <a:off x="8461173" y="877006"/>
            <a:ext cx="281738" cy="403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989873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4" name="Google Shape;574;p23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575" name="Google Shape;575;p23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576" name="Google Shape;576;p23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577" name="Google Shape;577;p23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578" name="Google Shape;578;p23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579" name="Google Shape;579;p23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580" name="Google Shape;580;p23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581" name="Google Shape;581;p23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2" name="Google Shape;582;p23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3" name="Google Shape;583;p23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4" name="Google Shape;584;p23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5" name="Google Shape;585;p23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586" name="Google Shape;586;p23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587" name="Google Shape;587;p23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8" name="Google Shape;588;p2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89" name="Google Shape;589;p2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0" name="Google Shape;590;p23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1" name="Google Shape;591;p23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2" name="Google Shape;592;p23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3" name="Google Shape;593;p23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94" name="Google Shape;594;p23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95" name="Google Shape;595;p23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6" name="Google Shape;596;p23"/>
          <p:cNvSpPr txBox="1">
            <a:spLocks noGrp="1"/>
          </p:cNvSpPr>
          <p:nvPr>
            <p:ph type="subTitle" idx="1"/>
          </p:nvPr>
        </p:nvSpPr>
        <p:spPr>
          <a:xfrm>
            <a:off x="1231794" y="4083405"/>
            <a:ext cx="2077800" cy="45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7" name="Google Shape;597;p23"/>
          <p:cNvSpPr txBox="1">
            <a:spLocks noGrp="1"/>
          </p:cNvSpPr>
          <p:nvPr>
            <p:ph type="subTitle" idx="2"/>
          </p:nvPr>
        </p:nvSpPr>
        <p:spPr>
          <a:xfrm>
            <a:off x="1231794" y="4749800"/>
            <a:ext cx="2077800" cy="10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8" name="Google Shape;598;p23"/>
          <p:cNvSpPr txBox="1">
            <a:spLocks noGrp="1"/>
          </p:cNvSpPr>
          <p:nvPr>
            <p:ph type="subTitle" idx="3"/>
          </p:nvPr>
        </p:nvSpPr>
        <p:spPr>
          <a:xfrm>
            <a:off x="3701598" y="4083405"/>
            <a:ext cx="20778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99" name="Google Shape;599;p23"/>
          <p:cNvSpPr txBox="1">
            <a:spLocks noGrp="1"/>
          </p:cNvSpPr>
          <p:nvPr>
            <p:ph type="subTitle" idx="4"/>
          </p:nvPr>
        </p:nvSpPr>
        <p:spPr>
          <a:xfrm>
            <a:off x="3701598" y="4749800"/>
            <a:ext cx="2077800" cy="10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0" name="Google Shape;600;p23"/>
          <p:cNvSpPr txBox="1">
            <a:spLocks noGrp="1"/>
          </p:cNvSpPr>
          <p:nvPr>
            <p:ph type="subTitle" idx="5"/>
          </p:nvPr>
        </p:nvSpPr>
        <p:spPr>
          <a:xfrm>
            <a:off x="6171402" y="4083405"/>
            <a:ext cx="2077800" cy="46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01" name="Google Shape;601;p23"/>
          <p:cNvSpPr txBox="1">
            <a:spLocks noGrp="1"/>
          </p:cNvSpPr>
          <p:nvPr>
            <p:ph type="subTitle" idx="6"/>
          </p:nvPr>
        </p:nvSpPr>
        <p:spPr>
          <a:xfrm>
            <a:off x="6171402" y="4749800"/>
            <a:ext cx="2077800" cy="108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02" name="Google Shape;602;p23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8362904" y="872336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3" name="Google Shape;603;p23"/>
          <p:cNvPicPr preferRelativeResize="0"/>
          <p:nvPr/>
        </p:nvPicPr>
        <p:blipFill rotWithShape="1">
          <a:blip r:embed="rId5">
            <a:alphaModFix amt="90000"/>
          </a:blip>
          <a:srcRect l="17866" t="19811" r="12095" b="21433"/>
          <a:stretch/>
        </p:blipFill>
        <p:spPr>
          <a:xfrm>
            <a:off x="8304426" y="5379034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4" name="Google Shape;604;p23"/>
          <p:cNvPicPr preferRelativeResize="0"/>
          <p:nvPr/>
        </p:nvPicPr>
        <p:blipFill rotWithShape="1">
          <a:blip r:embed="rId6">
            <a:alphaModFix amt="90000"/>
          </a:blip>
          <a:srcRect l="16404" t="19815" r="13488" b="20554"/>
          <a:stretch/>
        </p:blipFill>
        <p:spPr>
          <a:xfrm rot="1593194">
            <a:off x="8576815" y="580765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05" name="Google Shape;605;p23"/>
          <p:cNvPicPr preferRelativeResize="0"/>
          <p:nvPr/>
        </p:nvPicPr>
        <p:blipFill rotWithShape="1">
          <a:blip r:embed="rId7">
            <a:alphaModFix amt="90000"/>
          </a:blip>
          <a:srcRect l="16945" t="23685" r="10977" b="22040"/>
          <a:stretch/>
        </p:blipFill>
        <p:spPr>
          <a:xfrm rot="-1850224">
            <a:off x="1050875" y="877024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06" name="Google Shape;606;p23"/>
          <p:cNvPicPr preferRelativeResize="0"/>
          <p:nvPr/>
        </p:nvPicPr>
        <p:blipFill rotWithShape="1">
          <a:blip r:embed="rId8">
            <a:alphaModFix amt="90000"/>
          </a:blip>
          <a:srcRect l="16404" t="19815" r="13488" b="20554"/>
          <a:stretch/>
        </p:blipFill>
        <p:spPr>
          <a:xfrm rot="2461708">
            <a:off x="1541433" y="773656"/>
            <a:ext cx="227637" cy="368829"/>
          </a:xfrm>
          <a:prstGeom prst="rect">
            <a:avLst/>
          </a:prstGeom>
          <a:noFill/>
          <a:ln>
            <a:noFill/>
          </a:ln>
        </p:spPr>
      </p:pic>
      <p:pic>
        <p:nvPicPr>
          <p:cNvPr id="607" name="Google Shape;607;p23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1097948">
            <a:off x="901333" y="5842729"/>
            <a:ext cx="235212" cy="3633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00490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9" name="Google Shape;609;p24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610" name="Google Shape;610;p24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611" name="Google Shape;611;p24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12" name="Google Shape;612;p24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13" name="Google Shape;613;p24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614" name="Google Shape;614;p24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615" name="Google Shape;615;p24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616" name="Google Shape;616;p24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17" name="Google Shape;617;p24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18" name="Google Shape;618;p24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19" name="Google Shape;619;p24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20" name="Google Shape;620;p24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21" name="Google Shape;621;p24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622" name="Google Shape;622;p24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3" name="Google Shape;623;p2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4" name="Google Shape;624;p2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5" name="Google Shape;625;p24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6" name="Google Shape;626;p24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7" name="Google Shape;627;p24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8" name="Google Shape;628;p24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29" name="Google Shape;629;p24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30" name="Google Shape;630;p24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1" name="Google Shape;631;p24"/>
          <p:cNvSpPr txBox="1">
            <a:spLocks noGrp="1"/>
          </p:cNvSpPr>
          <p:nvPr>
            <p:ph type="title" idx="2"/>
          </p:nvPr>
        </p:nvSpPr>
        <p:spPr>
          <a:xfrm>
            <a:off x="2528338" y="2437067"/>
            <a:ext cx="1978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2" name="Google Shape;632;p24"/>
          <p:cNvSpPr txBox="1">
            <a:spLocks noGrp="1"/>
          </p:cNvSpPr>
          <p:nvPr>
            <p:ph type="subTitle" idx="1"/>
          </p:nvPr>
        </p:nvSpPr>
        <p:spPr>
          <a:xfrm>
            <a:off x="2528338" y="3142900"/>
            <a:ext cx="1978200" cy="8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3" name="Google Shape;633;p24"/>
          <p:cNvSpPr txBox="1">
            <a:spLocks noGrp="1"/>
          </p:cNvSpPr>
          <p:nvPr>
            <p:ph type="title" idx="3"/>
          </p:nvPr>
        </p:nvSpPr>
        <p:spPr>
          <a:xfrm>
            <a:off x="4966738" y="2437067"/>
            <a:ext cx="1978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4" name="Google Shape;634;p24"/>
          <p:cNvSpPr txBox="1">
            <a:spLocks noGrp="1"/>
          </p:cNvSpPr>
          <p:nvPr>
            <p:ph type="subTitle" idx="4"/>
          </p:nvPr>
        </p:nvSpPr>
        <p:spPr>
          <a:xfrm>
            <a:off x="4966738" y="3142900"/>
            <a:ext cx="1978200" cy="8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5" name="Google Shape;635;p24"/>
          <p:cNvSpPr txBox="1">
            <a:spLocks noGrp="1"/>
          </p:cNvSpPr>
          <p:nvPr>
            <p:ph type="title" idx="5"/>
          </p:nvPr>
        </p:nvSpPr>
        <p:spPr>
          <a:xfrm>
            <a:off x="2528338" y="4348267"/>
            <a:ext cx="1978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6" name="Google Shape;636;p24"/>
          <p:cNvSpPr txBox="1">
            <a:spLocks noGrp="1"/>
          </p:cNvSpPr>
          <p:nvPr>
            <p:ph type="subTitle" idx="6"/>
          </p:nvPr>
        </p:nvSpPr>
        <p:spPr>
          <a:xfrm>
            <a:off x="2528338" y="5054100"/>
            <a:ext cx="1978200" cy="8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37" name="Google Shape;637;p24"/>
          <p:cNvSpPr txBox="1">
            <a:spLocks noGrp="1"/>
          </p:cNvSpPr>
          <p:nvPr>
            <p:ph type="title" idx="7"/>
          </p:nvPr>
        </p:nvSpPr>
        <p:spPr>
          <a:xfrm>
            <a:off x="4966738" y="4348267"/>
            <a:ext cx="1978200" cy="70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38" name="Google Shape;638;p24"/>
          <p:cNvSpPr txBox="1">
            <a:spLocks noGrp="1"/>
          </p:cNvSpPr>
          <p:nvPr>
            <p:ph type="subTitle" idx="8"/>
          </p:nvPr>
        </p:nvSpPr>
        <p:spPr>
          <a:xfrm>
            <a:off x="4966738" y="5054100"/>
            <a:ext cx="1978200" cy="88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39" name="Google Shape;639;p24"/>
          <p:cNvPicPr preferRelativeResize="0"/>
          <p:nvPr/>
        </p:nvPicPr>
        <p:blipFill>
          <a:blip r:embed="rId4">
            <a:alphaModFix amt="89000"/>
          </a:blip>
          <a:stretch>
            <a:fillRect/>
          </a:stretch>
        </p:blipFill>
        <p:spPr>
          <a:xfrm flipH="1">
            <a:off x="8099322" y="5341101"/>
            <a:ext cx="663161" cy="889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0" name="Google Shape;640;p24"/>
          <p:cNvPicPr preferRelativeResize="0"/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 flipH="1">
            <a:off x="847725" y="882117"/>
            <a:ext cx="724644" cy="84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1" name="Google Shape;641;p24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 flipH="1">
            <a:off x="7718407" y="809268"/>
            <a:ext cx="225413" cy="35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2" name="Google Shape;642;p24"/>
          <p:cNvPicPr preferRelativeResize="0"/>
          <p:nvPr/>
        </p:nvPicPr>
        <p:blipFill rotWithShape="1">
          <a:blip r:embed="rId7">
            <a:alphaModFix amt="90000"/>
          </a:blip>
          <a:srcRect l="16404" t="19815" r="13488" b="20554"/>
          <a:stretch/>
        </p:blipFill>
        <p:spPr>
          <a:xfrm rot="1892008" flipH="1">
            <a:off x="8599544" y="1909538"/>
            <a:ext cx="210024" cy="34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3" name="Google Shape;643;p24"/>
          <p:cNvPicPr preferRelativeResize="0"/>
          <p:nvPr/>
        </p:nvPicPr>
        <p:blipFill rotWithShape="1">
          <a:blip r:embed="rId8">
            <a:alphaModFix amt="90000"/>
          </a:blip>
          <a:srcRect l="16945" t="23685" r="10977" b="22040"/>
          <a:stretch/>
        </p:blipFill>
        <p:spPr>
          <a:xfrm rot="-1477677" flipH="1">
            <a:off x="783132" y="5766506"/>
            <a:ext cx="281738" cy="403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229183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25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646" name="Google Shape;646;p25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647" name="Google Shape;647;p25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48" name="Google Shape;648;p25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49" name="Google Shape;649;p25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650" name="Google Shape;650;p25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651" name="Google Shape;651;p25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652" name="Google Shape;652;p25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53" name="Google Shape;653;p25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54" name="Google Shape;654;p25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55" name="Google Shape;655;p25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56" name="Google Shape;656;p25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57" name="Google Shape;657;p25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658" name="Google Shape;658;p25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59" name="Google Shape;659;p2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0" name="Google Shape;660;p2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1" name="Google Shape;661;p25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2" name="Google Shape;662;p25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3" name="Google Shape;663;p25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4" name="Google Shape;664;p25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65" name="Google Shape;665;p25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66" name="Google Shape;666;p25"/>
          <p:cNvSpPr txBox="1">
            <a:spLocks noGrp="1"/>
          </p:cNvSpPr>
          <p:nvPr>
            <p:ph type="title"/>
          </p:nvPr>
        </p:nvSpPr>
        <p:spPr>
          <a:xfrm>
            <a:off x="713225" y="1008633"/>
            <a:ext cx="8068800" cy="5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  <a:defRPr>
                <a:solidFill>
                  <a:schemeClr val="dk2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67" name="Google Shape;667;p25"/>
          <p:cNvSpPr txBox="1">
            <a:spLocks noGrp="1"/>
          </p:cNvSpPr>
          <p:nvPr>
            <p:ph type="subTitle" idx="1"/>
          </p:nvPr>
        </p:nvSpPr>
        <p:spPr>
          <a:xfrm>
            <a:off x="1291850" y="2476667"/>
            <a:ext cx="2024100" cy="5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8" name="Google Shape;668;p25"/>
          <p:cNvSpPr txBox="1">
            <a:spLocks noGrp="1"/>
          </p:cNvSpPr>
          <p:nvPr>
            <p:ph type="subTitle" idx="2"/>
          </p:nvPr>
        </p:nvSpPr>
        <p:spPr>
          <a:xfrm>
            <a:off x="1291850" y="2921000"/>
            <a:ext cx="20241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9" name="Google Shape;669;p25"/>
          <p:cNvSpPr txBox="1">
            <a:spLocks noGrp="1"/>
          </p:cNvSpPr>
          <p:nvPr>
            <p:ph type="subTitle" idx="3"/>
          </p:nvPr>
        </p:nvSpPr>
        <p:spPr>
          <a:xfrm>
            <a:off x="3685158" y="2476667"/>
            <a:ext cx="2077800" cy="5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0" name="Google Shape;670;p25"/>
          <p:cNvSpPr txBox="1">
            <a:spLocks noGrp="1"/>
          </p:cNvSpPr>
          <p:nvPr>
            <p:ph type="subTitle" idx="4"/>
          </p:nvPr>
        </p:nvSpPr>
        <p:spPr>
          <a:xfrm>
            <a:off x="3685158" y="2921000"/>
            <a:ext cx="20778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1" name="Google Shape;671;p25"/>
          <p:cNvSpPr txBox="1">
            <a:spLocks noGrp="1"/>
          </p:cNvSpPr>
          <p:nvPr>
            <p:ph type="subTitle" idx="5"/>
          </p:nvPr>
        </p:nvSpPr>
        <p:spPr>
          <a:xfrm>
            <a:off x="6132150" y="2476667"/>
            <a:ext cx="2077800" cy="5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2" name="Google Shape;672;p25"/>
          <p:cNvSpPr txBox="1">
            <a:spLocks noGrp="1"/>
          </p:cNvSpPr>
          <p:nvPr>
            <p:ph type="subTitle" idx="6"/>
          </p:nvPr>
        </p:nvSpPr>
        <p:spPr>
          <a:xfrm>
            <a:off x="6132153" y="2921000"/>
            <a:ext cx="20778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3" name="Google Shape;673;p25"/>
          <p:cNvSpPr txBox="1">
            <a:spLocks noGrp="1"/>
          </p:cNvSpPr>
          <p:nvPr>
            <p:ph type="subTitle" idx="7"/>
          </p:nvPr>
        </p:nvSpPr>
        <p:spPr>
          <a:xfrm>
            <a:off x="1269775" y="4445167"/>
            <a:ext cx="2077800" cy="5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4" name="Google Shape;674;p25"/>
          <p:cNvSpPr txBox="1">
            <a:spLocks noGrp="1"/>
          </p:cNvSpPr>
          <p:nvPr>
            <p:ph type="subTitle" idx="8"/>
          </p:nvPr>
        </p:nvSpPr>
        <p:spPr>
          <a:xfrm>
            <a:off x="1269775" y="4892104"/>
            <a:ext cx="20778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5" name="Google Shape;675;p25"/>
          <p:cNvSpPr txBox="1">
            <a:spLocks noGrp="1"/>
          </p:cNvSpPr>
          <p:nvPr>
            <p:ph type="subTitle" idx="9"/>
          </p:nvPr>
        </p:nvSpPr>
        <p:spPr>
          <a:xfrm>
            <a:off x="3685158" y="4445167"/>
            <a:ext cx="2077800" cy="5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6" name="Google Shape;676;p25"/>
          <p:cNvSpPr txBox="1">
            <a:spLocks noGrp="1"/>
          </p:cNvSpPr>
          <p:nvPr>
            <p:ph type="subTitle" idx="13"/>
          </p:nvPr>
        </p:nvSpPr>
        <p:spPr>
          <a:xfrm>
            <a:off x="3685158" y="4892104"/>
            <a:ext cx="20778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7" name="Google Shape;677;p25"/>
          <p:cNvSpPr txBox="1">
            <a:spLocks noGrp="1"/>
          </p:cNvSpPr>
          <p:nvPr>
            <p:ph type="subTitle" idx="14"/>
          </p:nvPr>
        </p:nvSpPr>
        <p:spPr>
          <a:xfrm>
            <a:off x="6132150" y="4445167"/>
            <a:ext cx="2077800" cy="55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400" b="1">
                <a:latin typeface="Patrick Hand"/>
                <a:ea typeface="Patrick Hand"/>
                <a:cs typeface="Patrick Hand"/>
                <a:sym typeface="Patrick Hand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8" name="Google Shape;678;p25"/>
          <p:cNvSpPr txBox="1">
            <a:spLocks noGrp="1"/>
          </p:cNvSpPr>
          <p:nvPr>
            <p:ph type="subTitle" idx="15"/>
          </p:nvPr>
        </p:nvSpPr>
        <p:spPr>
          <a:xfrm>
            <a:off x="6132157" y="4892104"/>
            <a:ext cx="2077800" cy="85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679" name="Google Shape;679;p25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1559879" y="1056436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25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1149940" y="1333137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681" name="Google Shape;681;p25"/>
          <p:cNvPicPr preferRelativeResize="0"/>
          <p:nvPr/>
        </p:nvPicPr>
        <p:blipFill rotWithShape="1">
          <a:blip r:embed="rId6">
            <a:alphaModFix amt="90000"/>
          </a:blip>
          <a:srcRect l="16945" t="23685" r="10977" b="22040"/>
          <a:stretch/>
        </p:blipFill>
        <p:spPr>
          <a:xfrm rot="-1850224">
            <a:off x="7648275" y="787090"/>
            <a:ext cx="281737" cy="403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682" name="Google Shape;682;p25"/>
          <p:cNvPicPr preferRelativeResize="0"/>
          <p:nvPr/>
        </p:nvPicPr>
        <p:blipFill rotWithShape="1">
          <a:blip r:embed="rId7">
            <a:alphaModFix amt="90000"/>
          </a:blip>
          <a:srcRect l="16404" t="19815" r="13488" b="20554"/>
          <a:stretch/>
        </p:blipFill>
        <p:spPr>
          <a:xfrm rot="2461708">
            <a:off x="8317083" y="1312856"/>
            <a:ext cx="227637" cy="36882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78285756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4" name="Google Shape;684;p26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685" name="Google Shape;685;p26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686" name="Google Shape;686;p26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687" name="Google Shape;687;p26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688" name="Google Shape;688;p26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689" name="Google Shape;689;p26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690" name="Google Shape;690;p26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691" name="Google Shape;691;p26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92" name="Google Shape;692;p26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93" name="Google Shape;693;p26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94" name="Google Shape;694;p26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95" name="Google Shape;695;p26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696" name="Google Shape;696;p26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697" name="Google Shape;697;p26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8" name="Google Shape;698;p2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99" name="Google Shape;699;p2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0" name="Google Shape;700;p26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1" name="Google Shape;701;p26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2" name="Google Shape;702;p26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3" name="Google Shape;703;p26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26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05" name="Google Shape;705;p26"/>
          <p:cNvSpPr txBox="1"/>
          <p:nvPr/>
        </p:nvSpPr>
        <p:spPr>
          <a:xfrm>
            <a:off x="2083950" y="4330100"/>
            <a:ext cx="5280900" cy="82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CREDITS: This presentation template was created by </a:t>
            </a:r>
            <a:r>
              <a:rPr lang="en" sz="1300">
                <a:solidFill>
                  <a:schemeClr val="dk2"/>
                </a:solidFill>
                <a:highlight>
                  <a:srgbClr val="F7D3DA"/>
                </a:highlight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3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, including icons by </a:t>
            </a:r>
            <a:r>
              <a:rPr lang="en" sz="1300">
                <a:solidFill>
                  <a:schemeClr val="dk2"/>
                </a:solidFill>
                <a:highlight>
                  <a:schemeClr val="lt2"/>
                </a:highlight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300">
                <a:solidFill>
                  <a:schemeClr val="dk2"/>
                </a:solidFill>
                <a:highlight>
                  <a:schemeClr val="lt2"/>
                </a:highlight>
                <a:latin typeface="Mulish"/>
                <a:ea typeface="Mulish"/>
                <a:cs typeface="Mulish"/>
                <a:sym typeface="Mulish"/>
              </a:rPr>
              <a:t> </a:t>
            </a:r>
            <a:r>
              <a:rPr lang="en" sz="13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rPr>
              <a:t>and infographics &amp; images by </a:t>
            </a:r>
            <a:r>
              <a:rPr lang="en" sz="1300">
                <a:solidFill>
                  <a:schemeClr val="dk2"/>
                </a:solidFill>
                <a:highlight>
                  <a:schemeClr val="dk1"/>
                </a:highlight>
                <a:uFill>
                  <a:noFill/>
                </a:uFill>
                <a:latin typeface="Mulish"/>
                <a:ea typeface="Mulish"/>
                <a:cs typeface="Mulish"/>
                <a:sym typeface="Mulish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300">
              <a:solidFill>
                <a:schemeClr val="dk2"/>
              </a:solidFill>
              <a:highlight>
                <a:schemeClr val="dk1"/>
              </a:highlight>
              <a:latin typeface="Mulish"/>
              <a:ea typeface="Mulish"/>
              <a:cs typeface="Mulish"/>
              <a:sym typeface="Mulish"/>
            </a:endParaRPr>
          </a:p>
        </p:txBody>
      </p:sp>
      <p:pic>
        <p:nvPicPr>
          <p:cNvPr id="706" name="Google Shape;706;p26"/>
          <p:cNvPicPr preferRelativeResize="0"/>
          <p:nvPr/>
        </p:nvPicPr>
        <p:blipFill rotWithShape="1">
          <a:blip r:embed="rId7">
            <a:alphaModFix amt="90000"/>
          </a:blip>
          <a:srcRect l="14783" t="26207" r="9676" b="12472"/>
          <a:stretch/>
        </p:blipFill>
        <p:spPr>
          <a:xfrm rot="-1220646">
            <a:off x="957204" y="1005529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7" name="Google Shape;707;p26"/>
          <p:cNvPicPr preferRelativeResize="0"/>
          <p:nvPr/>
        </p:nvPicPr>
        <p:blipFill rotWithShape="1">
          <a:blip r:embed="rId8">
            <a:alphaModFix/>
          </a:blip>
          <a:srcRect l="17866" t="19811" r="12095" b="21433"/>
          <a:stretch/>
        </p:blipFill>
        <p:spPr>
          <a:xfrm rot="1505967">
            <a:off x="8194801" y="5701376"/>
            <a:ext cx="281751" cy="449771"/>
          </a:xfrm>
          <a:prstGeom prst="rect">
            <a:avLst/>
          </a:prstGeom>
          <a:noFill/>
          <a:ln>
            <a:noFill/>
          </a:ln>
        </p:spPr>
      </p:pic>
      <p:sp>
        <p:nvSpPr>
          <p:cNvPr id="708" name="Google Shape;708;p26"/>
          <p:cNvSpPr txBox="1">
            <a:spLocks noGrp="1"/>
          </p:cNvSpPr>
          <p:nvPr>
            <p:ph type="ctrTitle"/>
          </p:nvPr>
        </p:nvSpPr>
        <p:spPr>
          <a:xfrm>
            <a:off x="3076500" y="1184100"/>
            <a:ext cx="3295800" cy="1256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000" b="1">
                <a:latin typeface="Patrick Hand"/>
                <a:ea typeface="Patrick Hand"/>
                <a:cs typeface="Patrick Hand"/>
                <a:sym typeface="Patrick Han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09" name="Google Shape;709;p26"/>
          <p:cNvSpPr txBox="1">
            <a:spLocks noGrp="1"/>
          </p:cNvSpPr>
          <p:nvPr>
            <p:ph type="subTitle" idx="1"/>
          </p:nvPr>
        </p:nvSpPr>
        <p:spPr>
          <a:xfrm>
            <a:off x="2535150" y="2746133"/>
            <a:ext cx="4378500" cy="15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solidFill>
                  <a:srgbClr val="A17A74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005846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1" name="Google Shape;711;p27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712" name="Google Shape;712;p27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713" name="Google Shape;713;p27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14" name="Google Shape;714;p27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715" name="Google Shape;715;p27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716" name="Google Shape;716;p27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717" name="Google Shape;717;p27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718" name="Google Shape;718;p27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19" name="Google Shape;719;p27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20" name="Google Shape;720;p27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21" name="Google Shape;721;p27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22" name="Google Shape;722;p27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23" name="Google Shape;723;p27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724" name="Google Shape;724;p27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5" name="Google Shape;725;p2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6" name="Google Shape;726;p2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7" name="Google Shape;727;p27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8" name="Google Shape;728;p27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29" name="Google Shape;729;p27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0" name="Google Shape;730;p27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1" name="Google Shape;731;p27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32" name="Google Shape;732;p27"/>
          <p:cNvPicPr preferRelativeResize="0"/>
          <p:nvPr/>
        </p:nvPicPr>
        <p:blipFill>
          <a:blip r:embed="rId4">
            <a:alphaModFix amt="89000"/>
          </a:blip>
          <a:stretch>
            <a:fillRect/>
          </a:stretch>
        </p:blipFill>
        <p:spPr>
          <a:xfrm>
            <a:off x="831172" y="5341101"/>
            <a:ext cx="663161" cy="889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33" name="Google Shape;733;p27"/>
          <p:cNvPicPr preferRelativeResize="0"/>
          <p:nvPr/>
        </p:nvPicPr>
        <p:blipFill>
          <a:blip r:embed="rId5">
            <a:alphaModFix amt="85000"/>
          </a:blip>
          <a:stretch>
            <a:fillRect/>
          </a:stretch>
        </p:blipFill>
        <p:spPr>
          <a:xfrm>
            <a:off x="8021284" y="882117"/>
            <a:ext cx="724644" cy="840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27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>
            <a:off x="1649835" y="809268"/>
            <a:ext cx="225413" cy="3598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35" name="Google Shape;735;p27"/>
          <p:cNvPicPr preferRelativeResize="0"/>
          <p:nvPr/>
        </p:nvPicPr>
        <p:blipFill rotWithShape="1">
          <a:blip r:embed="rId7">
            <a:alphaModFix amt="90000"/>
          </a:blip>
          <a:srcRect l="16404" t="19815" r="13488" b="20554"/>
          <a:stretch/>
        </p:blipFill>
        <p:spPr>
          <a:xfrm rot="-1892008">
            <a:off x="784085" y="1909538"/>
            <a:ext cx="210024" cy="340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6" name="Google Shape;736;p27"/>
          <p:cNvPicPr preferRelativeResize="0"/>
          <p:nvPr/>
        </p:nvPicPr>
        <p:blipFill rotWithShape="1">
          <a:blip r:embed="rId8">
            <a:alphaModFix amt="90000"/>
          </a:blip>
          <a:srcRect l="16945" t="23685" r="10977" b="22040"/>
          <a:stretch/>
        </p:blipFill>
        <p:spPr>
          <a:xfrm rot="1477677">
            <a:off x="8528783" y="5766506"/>
            <a:ext cx="281738" cy="4037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085059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8" name="Google Shape;738;p28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739" name="Google Shape;739;p28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740" name="Google Shape;740;p28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41" name="Google Shape;741;p28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742" name="Google Shape;742;p28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743" name="Google Shape;743;p28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744" name="Google Shape;744;p28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745" name="Google Shape;745;p28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46" name="Google Shape;746;p28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47" name="Google Shape;747;p28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48" name="Google Shape;748;p28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49" name="Google Shape;749;p28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50" name="Google Shape;750;p28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751" name="Google Shape;751;p28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2" name="Google Shape;752;p2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3" name="Google Shape;753;p2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4" name="Google Shape;754;p28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5" name="Google Shape;755;p28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6" name="Google Shape;756;p28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7" name="Google Shape;757;p28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58" name="Google Shape;758;p28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59" name="Google Shape;759;p28"/>
          <p:cNvPicPr preferRelativeResize="0"/>
          <p:nvPr/>
        </p:nvPicPr>
        <p:blipFill rotWithShape="1">
          <a:blip r:embed="rId4">
            <a:alphaModFix amt="90000"/>
          </a:blip>
          <a:srcRect l="17866" t="19811" r="12095" b="21433"/>
          <a:stretch/>
        </p:blipFill>
        <p:spPr>
          <a:xfrm rot="-850647">
            <a:off x="8494851" y="5864636"/>
            <a:ext cx="281751" cy="449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0" name="Google Shape;760;p28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8387040" y="518780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61" name="Google Shape;761;p28"/>
          <p:cNvPicPr preferRelativeResize="0"/>
          <p:nvPr/>
        </p:nvPicPr>
        <p:blipFill>
          <a:blip r:embed="rId6">
            <a:alphaModFix amt="85000"/>
          </a:blip>
          <a:stretch>
            <a:fillRect/>
          </a:stretch>
        </p:blipFill>
        <p:spPr>
          <a:xfrm>
            <a:off x="866776" y="5283334"/>
            <a:ext cx="780273" cy="9001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62" name="Google Shape;762;p28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217">
            <a:off x="1515457" y="5147925"/>
            <a:ext cx="174966" cy="283479"/>
          </a:xfrm>
          <a:prstGeom prst="rect">
            <a:avLst/>
          </a:prstGeom>
          <a:noFill/>
          <a:ln>
            <a:noFill/>
          </a:ln>
        </p:spPr>
      </p:pic>
      <p:pic>
        <p:nvPicPr>
          <p:cNvPr id="763" name="Google Shape;763;p28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3">
            <a:off x="1199056" y="4884472"/>
            <a:ext cx="226770" cy="3674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148041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5" name="Google Shape;765;p29"/>
          <p:cNvGrpSpPr/>
          <p:nvPr/>
        </p:nvGrpSpPr>
        <p:grpSpPr>
          <a:xfrm>
            <a:off x="86226" y="540134"/>
            <a:ext cx="8895807" cy="6002900"/>
            <a:chOff x="86225" y="353996"/>
            <a:chExt cx="8895807" cy="4502175"/>
          </a:xfrm>
        </p:grpSpPr>
        <p:grpSp>
          <p:nvGrpSpPr>
            <p:cNvPr id="766" name="Google Shape;766;p29"/>
            <p:cNvGrpSpPr/>
            <p:nvPr/>
          </p:nvGrpSpPr>
          <p:grpSpPr>
            <a:xfrm>
              <a:off x="837025" y="353996"/>
              <a:ext cx="8145007" cy="4502175"/>
              <a:chOff x="365514" y="392094"/>
              <a:chExt cx="8467623" cy="4502175"/>
            </a:xfrm>
          </p:grpSpPr>
          <p:sp>
            <p:nvSpPr>
              <p:cNvPr id="767" name="Google Shape;767;p29"/>
              <p:cNvSpPr/>
              <p:nvPr/>
            </p:nvSpPr>
            <p:spPr>
              <a:xfrm>
                <a:off x="365514" y="392094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sp>
            <p:nvSpPr>
              <p:cNvPr id="768" name="Google Shape;768;p29"/>
              <p:cNvSpPr/>
              <p:nvPr/>
            </p:nvSpPr>
            <p:spPr>
              <a:xfrm rot="10800000" flipH="1">
                <a:off x="365514" y="592117"/>
                <a:ext cx="8467623" cy="4302153"/>
              </a:xfrm>
              <a:custGeom>
                <a:avLst/>
                <a:gdLst/>
                <a:ahLst/>
                <a:cxnLst/>
                <a:rect l="l" t="t" r="r" b="b"/>
                <a:pathLst>
                  <a:path w="141286" h="144416" extrusionOk="0">
                    <a:moveTo>
                      <a:pt x="137397" y="1"/>
                    </a:moveTo>
                    <a:cubicBezTo>
                      <a:pt x="137073" y="1"/>
                      <a:pt x="136746" y="65"/>
                      <a:pt x="136419" y="241"/>
                    </a:cubicBezTo>
                    <a:cubicBezTo>
                      <a:pt x="136032" y="693"/>
                      <a:pt x="135532" y="919"/>
                      <a:pt x="134968" y="919"/>
                    </a:cubicBezTo>
                    <a:cubicBezTo>
                      <a:pt x="134887" y="919"/>
                      <a:pt x="134806" y="914"/>
                      <a:pt x="134723" y="905"/>
                    </a:cubicBezTo>
                    <a:cubicBezTo>
                      <a:pt x="133616" y="610"/>
                      <a:pt x="132509" y="684"/>
                      <a:pt x="131402" y="389"/>
                    </a:cubicBezTo>
                    <a:cubicBezTo>
                      <a:pt x="130812" y="389"/>
                      <a:pt x="130222" y="536"/>
                      <a:pt x="129632" y="758"/>
                    </a:cubicBezTo>
                    <a:cubicBezTo>
                      <a:pt x="129337" y="868"/>
                      <a:pt x="129005" y="924"/>
                      <a:pt x="128663" y="924"/>
                    </a:cubicBezTo>
                    <a:cubicBezTo>
                      <a:pt x="128322" y="924"/>
                      <a:pt x="127972" y="868"/>
                      <a:pt x="127640" y="758"/>
                    </a:cubicBezTo>
                    <a:cubicBezTo>
                      <a:pt x="127364" y="436"/>
                      <a:pt x="126974" y="258"/>
                      <a:pt x="126559" y="258"/>
                    </a:cubicBezTo>
                    <a:cubicBezTo>
                      <a:pt x="126307" y="258"/>
                      <a:pt x="126046" y="323"/>
                      <a:pt x="125795" y="462"/>
                    </a:cubicBezTo>
                    <a:cubicBezTo>
                      <a:pt x="125227" y="824"/>
                      <a:pt x="124587" y="1005"/>
                      <a:pt x="123925" y="1005"/>
                    </a:cubicBezTo>
                    <a:cubicBezTo>
                      <a:pt x="123641" y="1005"/>
                      <a:pt x="123353" y="972"/>
                      <a:pt x="123065" y="905"/>
                    </a:cubicBezTo>
                    <a:cubicBezTo>
                      <a:pt x="122689" y="802"/>
                      <a:pt x="122312" y="747"/>
                      <a:pt x="121943" y="747"/>
                    </a:cubicBezTo>
                    <a:cubicBezTo>
                      <a:pt x="121516" y="747"/>
                      <a:pt x="121100" y="821"/>
                      <a:pt x="120704" y="979"/>
                    </a:cubicBezTo>
                    <a:cubicBezTo>
                      <a:pt x="120130" y="996"/>
                      <a:pt x="119555" y="1006"/>
                      <a:pt x="118980" y="1006"/>
                    </a:cubicBezTo>
                    <a:cubicBezTo>
                      <a:pt x="117120" y="1006"/>
                      <a:pt x="115260" y="909"/>
                      <a:pt x="113400" y="684"/>
                    </a:cubicBezTo>
                    <a:cubicBezTo>
                      <a:pt x="113253" y="684"/>
                      <a:pt x="113105" y="536"/>
                      <a:pt x="112957" y="536"/>
                    </a:cubicBezTo>
                    <a:lnTo>
                      <a:pt x="112589" y="536"/>
                    </a:lnTo>
                    <a:cubicBezTo>
                      <a:pt x="112293" y="610"/>
                      <a:pt x="111998" y="758"/>
                      <a:pt x="111703" y="979"/>
                    </a:cubicBezTo>
                    <a:cubicBezTo>
                      <a:pt x="111130" y="1251"/>
                      <a:pt x="110519" y="1386"/>
                      <a:pt x="109917" y="1386"/>
                    </a:cubicBezTo>
                    <a:cubicBezTo>
                      <a:pt x="109047" y="1386"/>
                      <a:pt x="108195" y="1103"/>
                      <a:pt x="107498" y="536"/>
                    </a:cubicBezTo>
                    <a:cubicBezTo>
                      <a:pt x="107350" y="499"/>
                      <a:pt x="107203" y="481"/>
                      <a:pt x="107064" y="481"/>
                    </a:cubicBezTo>
                    <a:cubicBezTo>
                      <a:pt x="106926" y="481"/>
                      <a:pt x="106797" y="499"/>
                      <a:pt x="106686" y="536"/>
                    </a:cubicBezTo>
                    <a:cubicBezTo>
                      <a:pt x="106085" y="787"/>
                      <a:pt x="105449" y="935"/>
                      <a:pt x="104802" y="935"/>
                    </a:cubicBezTo>
                    <a:cubicBezTo>
                      <a:pt x="104497" y="935"/>
                      <a:pt x="104190" y="902"/>
                      <a:pt x="103882" y="831"/>
                    </a:cubicBezTo>
                    <a:cubicBezTo>
                      <a:pt x="103624" y="794"/>
                      <a:pt x="103366" y="776"/>
                      <a:pt x="103108" y="776"/>
                    </a:cubicBezTo>
                    <a:cubicBezTo>
                      <a:pt x="102850" y="776"/>
                      <a:pt x="102591" y="794"/>
                      <a:pt x="102333" y="831"/>
                    </a:cubicBezTo>
                    <a:cubicBezTo>
                      <a:pt x="101005" y="831"/>
                      <a:pt x="99825" y="1127"/>
                      <a:pt x="98644" y="1200"/>
                    </a:cubicBezTo>
                    <a:cubicBezTo>
                      <a:pt x="97906" y="1200"/>
                      <a:pt x="97169" y="979"/>
                      <a:pt x="96431" y="905"/>
                    </a:cubicBezTo>
                    <a:cubicBezTo>
                      <a:pt x="95767" y="1053"/>
                      <a:pt x="95029" y="1127"/>
                      <a:pt x="94365" y="1127"/>
                    </a:cubicBezTo>
                    <a:cubicBezTo>
                      <a:pt x="92078" y="831"/>
                      <a:pt x="89864" y="684"/>
                      <a:pt x="87577" y="610"/>
                    </a:cubicBezTo>
                    <a:cubicBezTo>
                      <a:pt x="86387" y="560"/>
                      <a:pt x="85164" y="211"/>
                      <a:pt x="83930" y="211"/>
                    </a:cubicBezTo>
                    <a:cubicBezTo>
                      <a:pt x="83327" y="211"/>
                      <a:pt x="82722" y="294"/>
                      <a:pt x="82117" y="536"/>
                    </a:cubicBezTo>
                    <a:cubicBezTo>
                      <a:pt x="81403" y="715"/>
                      <a:pt x="80688" y="813"/>
                      <a:pt x="79973" y="813"/>
                    </a:cubicBezTo>
                    <a:cubicBezTo>
                      <a:pt x="79507" y="813"/>
                      <a:pt x="79042" y="771"/>
                      <a:pt x="78576" y="684"/>
                    </a:cubicBezTo>
                    <a:cubicBezTo>
                      <a:pt x="77912" y="536"/>
                      <a:pt x="77174" y="462"/>
                      <a:pt x="76510" y="462"/>
                    </a:cubicBezTo>
                    <a:cubicBezTo>
                      <a:pt x="76474" y="459"/>
                      <a:pt x="76438" y="458"/>
                      <a:pt x="76403" y="458"/>
                    </a:cubicBezTo>
                    <a:cubicBezTo>
                      <a:pt x="75801" y="458"/>
                      <a:pt x="75232" y="859"/>
                      <a:pt x="74647" y="859"/>
                    </a:cubicBezTo>
                    <a:cubicBezTo>
                      <a:pt x="74411" y="859"/>
                      <a:pt x="74172" y="793"/>
                      <a:pt x="73928" y="610"/>
                    </a:cubicBezTo>
                    <a:cubicBezTo>
                      <a:pt x="73822" y="614"/>
                      <a:pt x="73717" y="616"/>
                      <a:pt x="73612" y="616"/>
                    </a:cubicBezTo>
                    <a:cubicBezTo>
                      <a:pt x="72229" y="616"/>
                      <a:pt x="70846" y="265"/>
                      <a:pt x="69463" y="265"/>
                    </a:cubicBezTo>
                    <a:cubicBezTo>
                      <a:pt x="69180" y="265"/>
                      <a:pt x="68898" y="280"/>
                      <a:pt x="68616" y="315"/>
                    </a:cubicBezTo>
                    <a:cubicBezTo>
                      <a:pt x="68321" y="241"/>
                      <a:pt x="68025" y="204"/>
                      <a:pt x="67721" y="204"/>
                    </a:cubicBezTo>
                    <a:cubicBezTo>
                      <a:pt x="67417" y="204"/>
                      <a:pt x="67103" y="241"/>
                      <a:pt x="66771" y="315"/>
                    </a:cubicBezTo>
                    <a:cubicBezTo>
                      <a:pt x="66446" y="261"/>
                      <a:pt x="66123" y="239"/>
                      <a:pt x="65802" y="239"/>
                    </a:cubicBezTo>
                    <a:cubicBezTo>
                      <a:pt x="64468" y="239"/>
                      <a:pt x="63161" y="616"/>
                      <a:pt x="61815" y="616"/>
                    </a:cubicBezTo>
                    <a:cubicBezTo>
                      <a:pt x="61721" y="616"/>
                      <a:pt x="61627" y="614"/>
                      <a:pt x="61533" y="610"/>
                    </a:cubicBezTo>
                    <a:cubicBezTo>
                      <a:pt x="61263" y="817"/>
                      <a:pt x="61006" y="891"/>
                      <a:pt x="60753" y="891"/>
                    </a:cubicBezTo>
                    <a:cubicBezTo>
                      <a:pt x="60140" y="891"/>
                      <a:pt x="59557" y="458"/>
                      <a:pt x="58910" y="458"/>
                    </a:cubicBezTo>
                    <a:cubicBezTo>
                      <a:pt x="58875" y="458"/>
                      <a:pt x="58839" y="460"/>
                      <a:pt x="58803" y="462"/>
                    </a:cubicBezTo>
                    <a:cubicBezTo>
                      <a:pt x="58630" y="441"/>
                      <a:pt x="58457" y="432"/>
                      <a:pt x="58286" y="432"/>
                    </a:cubicBezTo>
                    <a:cubicBezTo>
                      <a:pt x="57873" y="432"/>
                      <a:pt x="57471" y="484"/>
                      <a:pt x="57106" y="536"/>
                    </a:cubicBezTo>
                    <a:cubicBezTo>
                      <a:pt x="56446" y="737"/>
                      <a:pt x="55775" y="838"/>
                      <a:pt x="55110" y="838"/>
                    </a:cubicBezTo>
                    <a:cubicBezTo>
                      <a:pt x="54065" y="838"/>
                      <a:pt x="53036" y="590"/>
                      <a:pt x="52089" y="94"/>
                    </a:cubicBezTo>
                    <a:cubicBezTo>
                      <a:pt x="50687" y="94"/>
                      <a:pt x="49211" y="241"/>
                      <a:pt x="47810" y="536"/>
                    </a:cubicBezTo>
                    <a:cubicBezTo>
                      <a:pt x="45965" y="610"/>
                      <a:pt x="44047" y="610"/>
                      <a:pt x="42202" y="831"/>
                    </a:cubicBezTo>
                    <a:cubicBezTo>
                      <a:pt x="41649" y="942"/>
                      <a:pt x="41096" y="997"/>
                      <a:pt x="40552" y="997"/>
                    </a:cubicBezTo>
                    <a:cubicBezTo>
                      <a:pt x="40007" y="997"/>
                      <a:pt x="39473" y="942"/>
                      <a:pt x="38956" y="831"/>
                    </a:cubicBezTo>
                    <a:cubicBezTo>
                      <a:pt x="38218" y="905"/>
                      <a:pt x="37480" y="1127"/>
                      <a:pt x="36743" y="1127"/>
                    </a:cubicBezTo>
                    <a:cubicBezTo>
                      <a:pt x="35857" y="1127"/>
                      <a:pt x="34972" y="905"/>
                      <a:pt x="34087" y="831"/>
                    </a:cubicBezTo>
                    <a:cubicBezTo>
                      <a:pt x="33971" y="842"/>
                      <a:pt x="33856" y="846"/>
                      <a:pt x="33743" y="846"/>
                    </a:cubicBezTo>
                    <a:cubicBezTo>
                      <a:pt x="33063" y="846"/>
                      <a:pt x="32421" y="684"/>
                      <a:pt x="31726" y="684"/>
                    </a:cubicBezTo>
                    <a:cubicBezTo>
                      <a:pt x="31578" y="758"/>
                      <a:pt x="31504" y="758"/>
                      <a:pt x="31431" y="758"/>
                    </a:cubicBezTo>
                    <a:cubicBezTo>
                      <a:pt x="31127" y="804"/>
                      <a:pt x="30831" y="829"/>
                      <a:pt x="30539" y="829"/>
                    </a:cubicBezTo>
                    <a:cubicBezTo>
                      <a:pt x="29911" y="829"/>
                      <a:pt x="29306" y="715"/>
                      <a:pt x="28701" y="462"/>
                    </a:cubicBezTo>
                    <a:cubicBezTo>
                      <a:pt x="28590" y="389"/>
                      <a:pt x="28461" y="352"/>
                      <a:pt x="28323" y="352"/>
                    </a:cubicBezTo>
                    <a:cubicBezTo>
                      <a:pt x="28184" y="352"/>
                      <a:pt x="28037" y="389"/>
                      <a:pt x="27889" y="462"/>
                    </a:cubicBezTo>
                    <a:cubicBezTo>
                      <a:pt x="27594" y="831"/>
                      <a:pt x="27225" y="1053"/>
                      <a:pt x="26709" y="1127"/>
                    </a:cubicBezTo>
                    <a:cubicBezTo>
                      <a:pt x="26337" y="1209"/>
                      <a:pt x="25959" y="1251"/>
                      <a:pt x="25582" y="1251"/>
                    </a:cubicBezTo>
                    <a:cubicBezTo>
                      <a:pt x="24613" y="1251"/>
                      <a:pt x="23648" y="973"/>
                      <a:pt x="22798" y="389"/>
                    </a:cubicBezTo>
                    <a:lnTo>
                      <a:pt x="22429" y="389"/>
                    </a:lnTo>
                    <a:cubicBezTo>
                      <a:pt x="21940" y="633"/>
                      <a:pt x="21401" y="776"/>
                      <a:pt x="20894" y="776"/>
                    </a:cubicBezTo>
                    <a:cubicBezTo>
                      <a:pt x="20790" y="776"/>
                      <a:pt x="20686" y="770"/>
                      <a:pt x="20585" y="758"/>
                    </a:cubicBezTo>
                    <a:cubicBezTo>
                      <a:pt x="20269" y="738"/>
                      <a:pt x="19947" y="729"/>
                      <a:pt x="19624" y="729"/>
                    </a:cubicBezTo>
                    <a:cubicBezTo>
                      <a:pt x="18743" y="729"/>
                      <a:pt x="17854" y="797"/>
                      <a:pt x="17043" y="905"/>
                    </a:cubicBezTo>
                    <a:cubicBezTo>
                      <a:pt x="16759" y="1027"/>
                      <a:pt x="16475" y="1082"/>
                      <a:pt x="16190" y="1082"/>
                    </a:cubicBezTo>
                    <a:cubicBezTo>
                      <a:pt x="15958" y="1082"/>
                      <a:pt x="15726" y="1045"/>
                      <a:pt x="15494" y="979"/>
                    </a:cubicBezTo>
                    <a:lnTo>
                      <a:pt x="15199" y="905"/>
                    </a:lnTo>
                    <a:cubicBezTo>
                      <a:pt x="14461" y="758"/>
                      <a:pt x="13650" y="684"/>
                      <a:pt x="12912" y="684"/>
                    </a:cubicBezTo>
                    <a:cubicBezTo>
                      <a:pt x="12494" y="782"/>
                      <a:pt x="12067" y="831"/>
                      <a:pt x="11641" y="831"/>
                    </a:cubicBezTo>
                    <a:cubicBezTo>
                      <a:pt x="10788" y="831"/>
                      <a:pt x="9936" y="635"/>
                      <a:pt x="9149" y="241"/>
                    </a:cubicBezTo>
                    <a:cubicBezTo>
                      <a:pt x="9001" y="167"/>
                      <a:pt x="8835" y="130"/>
                      <a:pt x="8669" y="130"/>
                    </a:cubicBezTo>
                    <a:cubicBezTo>
                      <a:pt x="8503" y="130"/>
                      <a:pt x="8337" y="167"/>
                      <a:pt x="8190" y="241"/>
                    </a:cubicBezTo>
                    <a:cubicBezTo>
                      <a:pt x="7673" y="684"/>
                      <a:pt x="7120" y="831"/>
                      <a:pt x="6557" y="831"/>
                    </a:cubicBezTo>
                    <a:cubicBezTo>
                      <a:pt x="5995" y="831"/>
                      <a:pt x="5423" y="684"/>
                      <a:pt x="4870" y="536"/>
                    </a:cubicBezTo>
                    <a:cubicBezTo>
                      <a:pt x="4397" y="472"/>
                      <a:pt x="3917" y="439"/>
                      <a:pt x="3437" y="439"/>
                    </a:cubicBezTo>
                    <a:cubicBezTo>
                      <a:pt x="2270" y="439"/>
                      <a:pt x="1098" y="635"/>
                      <a:pt x="0" y="1053"/>
                    </a:cubicBezTo>
                    <a:lnTo>
                      <a:pt x="0" y="1864"/>
                    </a:lnTo>
                    <a:lnTo>
                      <a:pt x="0" y="143153"/>
                    </a:lnTo>
                    <a:cubicBezTo>
                      <a:pt x="0" y="144407"/>
                      <a:pt x="74" y="144407"/>
                      <a:pt x="1328" y="144407"/>
                    </a:cubicBezTo>
                    <a:lnTo>
                      <a:pt x="139444" y="144407"/>
                    </a:lnTo>
                    <a:cubicBezTo>
                      <a:pt x="139816" y="144407"/>
                      <a:pt x="140107" y="144415"/>
                      <a:pt x="140335" y="144415"/>
                    </a:cubicBezTo>
                    <a:cubicBezTo>
                      <a:pt x="141285" y="144415"/>
                      <a:pt x="141141" y="144271"/>
                      <a:pt x="141141" y="142784"/>
                    </a:cubicBezTo>
                    <a:lnTo>
                      <a:pt x="141141" y="610"/>
                    </a:lnTo>
                    <a:cubicBezTo>
                      <a:pt x="140846" y="413"/>
                      <a:pt x="140518" y="282"/>
                      <a:pt x="140201" y="282"/>
                    </a:cubicBezTo>
                    <a:cubicBezTo>
                      <a:pt x="140043" y="282"/>
                      <a:pt x="139887" y="315"/>
                      <a:pt x="139740" y="389"/>
                    </a:cubicBezTo>
                    <a:lnTo>
                      <a:pt x="139223" y="389"/>
                    </a:lnTo>
                    <a:cubicBezTo>
                      <a:pt x="138639" y="243"/>
                      <a:pt x="138023" y="1"/>
                      <a:pt x="137397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</p:grpSp>
        <p:grpSp>
          <p:nvGrpSpPr>
            <p:cNvPr id="769" name="Google Shape;769;p29"/>
            <p:cNvGrpSpPr/>
            <p:nvPr/>
          </p:nvGrpSpPr>
          <p:grpSpPr>
            <a:xfrm>
              <a:off x="86225" y="384725"/>
              <a:ext cx="751875" cy="4434900"/>
              <a:chOff x="114825" y="381000"/>
              <a:chExt cx="751875" cy="4434900"/>
            </a:xfrm>
          </p:grpSpPr>
          <p:sp>
            <p:nvSpPr>
              <p:cNvPr id="770" name="Google Shape;770;p29"/>
              <p:cNvSpPr/>
              <p:nvPr/>
            </p:nvSpPr>
            <p:spPr>
              <a:xfrm>
                <a:off x="190500" y="381000"/>
                <a:ext cx="676200" cy="44349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grpSp>
            <p:nvGrpSpPr>
              <p:cNvPr id="771" name="Google Shape;771;p29"/>
              <p:cNvGrpSpPr/>
              <p:nvPr/>
            </p:nvGrpSpPr>
            <p:grpSpPr>
              <a:xfrm>
                <a:off x="114825" y="553463"/>
                <a:ext cx="492600" cy="4054950"/>
                <a:chOff x="114825" y="553463"/>
                <a:chExt cx="492600" cy="4054950"/>
              </a:xfrm>
            </p:grpSpPr>
            <p:sp>
              <p:nvSpPr>
                <p:cNvPr id="772" name="Google Shape;772;p29"/>
                <p:cNvSpPr/>
                <p:nvPr/>
              </p:nvSpPr>
              <p:spPr>
                <a:xfrm>
                  <a:off x="114825" y="55346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73" name="Google Shape;773;p29"/>
                <p:cNvSpPr/>
                <p:nvPr/>
              </p:nvSpPr>
              <p:spPr>
                <a:xfrm>
                  <a:off x="114825" y="126593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74" name="Google Shape;774;p29"/>
                <p:cNvSpPr/>
                <p:nvPr/>
              </p:nvSpPr>
              <p:spPr>
                <a:xfrm>
                  <a:off x="114825" y="197840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75" name="Google Shape;775;p29"/>
                <p:cNvSpPr/>
                <p:nvPr/>
              </p:nvSpPr>
              <p:spPr>
                <a:xfrm>
                  <a:off x="114825" y="269087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76" name="Google Shape;776;p29"/>
                <p:cNvSpPr/>
                <p:nvPr/>
              </p:nvSpPr>
              <p:spPr>
                <a:xfrm>
                  <a:off x="114825" y="340334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  <p:sp>
              <p:nvSpPr>
                <p:cNvPr id="777" name="Google Shape;777;p29"/>
                <p:cNvSpPr/>
                <p:nvPr/>
              </p:nvSpPr>
              <p:spPr>
                <a:xfrm>
                  <a:off x="114825" y="4115813"/>
                  <a:ext cx="492600" cy="492600"/>
                </a:xfrm>
                <a:prstGeom prst="ellipse">
                  <a:avLst/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/>
                </a:p>
              </p:txBody>
            </p:sp>
          </p:grpSp>
        </p:grpSp>
        <p:pic>
          <p:nvPicPr>
            <p:cNvPr id="778" name="Google Shape;778;p29"/>
            <p:cNvPicPr preferRelativeResize="0"/>
            <p:nvPr/>
          </p:nvPicPr>
          <p:blipFill rotWithShape="1">
            <a:blip r:embed="rId2">
              <a:alphaModFix amt="86000"/>
            </a:blip>
            <a:srcRect r="10104"/>
            <a:stretch/>
          </p:blipFill>
          <p:spPr>
            <a:xfrm>
              <a:off x="424870" y="735846"/>
              <a:ext cx="8404593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79" name="Google Shape;779;p2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13359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0" name="Google Shape;780;p2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76177" y="1955046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1" name="Google Shape;781;p29"/>
            <p:cNvPicPr preferRelativeResize="0"/>
            <p:nvPr/>
          </p:nvPicPr>
          <p:blipFill rotWithShape="1">
            <a:blip r:embed="rId2">
              <a:alphaModFix amt="86000"/>
            </a:blip>
            <a:srcRect r="6838"/>
            <a:stretch/>
          </p:blipFill>
          <p:spPr>
            <a:xfrm>
              <a:off x="405393" y="249797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2" name="Google Shape;782;p29"/>
            <p:cNvPicPr preferRelativeResize="0"/>
            <p:nvPr/>
          </p:nvPicPr>
          <p:blipFill rotWithShape="1">
            <a:blip r:embed="rId2">
              <a:alphaModFix amt="86000"/>
            </a:blip>
            <a:srcRect r="9788"/>
            <a:stretch/>
          </p:blipFill>
          <p:spPr>
            <a:xfrm>
              <a:off x="395654" y="3698121"/>
              <a:ext cx="8433807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3" name="Google Shape;783;p29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3117096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4" name="Google Shape;784;p29"/>
            <p:cNvPicPr preferRelativeResize="0"/>
            <p:nvPr/>
          </p:nvPicPr>
          <p:blipFill rotWithShape="1">
            <a:blip r:embed="rId2">
              <a:alphaModFix amt="86000"/>
            </a:blip>
            <a:srcRect r="9371"/>
            <a:stretch/>
          </p:blipFill>
          <p:spPr>
            <a:xfrm>
              <a:off x="356700" y="4269621"/>
              <a:ext cx="8472765" cy="317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85" name="Google Shape;785;p29"/>
            <p:cNvPicPr preferRelativeResize="0"/>
            <p:nvPr/>
          </p:nvPicPr>
          <p:blipFill rotWithShape="1">
            <a:blip r:embed="rId3">
              <a:alphaModFix amt="82000"/>
            </a:blip>
            <a:srcRect l="4356" r="5828"/>
            <a:stretch/>
          </p:blipFill>
          <p:spPr>
            <a:xfrm rot="5400000">
              <a:off x="-1453401" y="2453526"/>
              <a:ext cx="4324352" cy="3126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786" name="Google Shape;786;p29"/>
          <p:cNvPicPr preferRelativeResize="0"/>
          <p:nvPr/>
        </p:nvPicPr>
        <p:blipFill rotWithShape="1">
          <a:blip r:embed="rId4">
            <a:alphaModFix amt="90000"/>
          </a:blip>
          <a:srcRect l="14783" t="26207" r="9676" b="12472"/>
          <a:stretch/>
        </p:blipFill>
        <p:spPr>
          <a:xfrm rot="-1220646">
            <a:off x="957204" y="1129520"/>
            <a:ext cx="343594" cy="530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87" name="Google Shape;787;p29"/>
          <p:cNvPicPr preferRelativeResize="0"/>
          <p:nvPr/>
        </p:nvPicPr>
        <p:blipFill rotWithShape="1">
          <a:blip r:embed="rId5">
            <a:alphaModFix amt="90000"/>
          </a:blip>
          <a:srcRect l="16404" t="19815" r="13488" b="20554"/>
          <a:stretch/>
        </p:blipFill>
        <p:spPr>
          <a:xfrm rot="1593194">
            <a:off x="1498315" y="1178153"/>
            <a:ext cx="267565" cy="433503"/>
          </a:xfrm>
          <a:prstGeom prst="rect">
            <a:avLst/>
          </a:prstGeom>
          <a:noFill/>
          <a:ln>
            <a:noFill/>
          </a:ln>
        </p:spPr>
      </p:pic>
      <p:pic>
        <p:nvPicPr>
          <p:cNvPr id="788" name="Google Shape;788;p29"/>
          <p:cNvPicPr preferRelativeResize="0"/>
          <p:nvPr/>
        </p:nvPicPr>
        <p:blipFill rotWithShape="1">
          <a:blip r:embed="rId6">
            <a:alphaModFix amt="90000"/>
          </a:blip>
          <a:srcRect l="17866" t="19811" r="12095" b="21433"/>
          <a:stretch/>
        </p:blipFill>
        <p:spPr>
          <a:xfrm rot="1505967">
            <a:off x="8385301" y="1040016"/>
            <a:ext cx="281751" cy="44977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9" name="Google Shape;789;p29"/>
          <p:cNvGrpSpPr/>
          <p:nvPr/>
        </p:nvGrpSpPr>
        <p:grpSpPr>
          <a:xfrm>
            <a:off x="8076998" y="5262677"/>
            <a:ext cx="707793" cy="943724"/>
            <a:chOff x="7784722" y="622782"/>
            <a:chExt cx="707793" cy="707793"/>
          </a:xfrm>
        </p:grpSpPr>
        <p:grpSp>
          <p:nvGrpSpPr>
            <p:cNvPr id="790" name="Google Shape;790;p29"/>
            <p:cNvGrpSpPr/>
            <p:nvPr/>
          </p:nvGrpSpPr>
          <p:grpSpPr>
            <a:xfrm>
              <a:off x="7784722" y="622782"/>
              <a:ext cx="707793" cy="707793"/>
              <a:chOff x="1287475" y="2754649"/>
              <a:chExt cx="716100" cy="716100"/>
            </a:xfrm>
          </p:grpSpPr>
          <p:sp>
            <p:nvSpPr>
              <p:cNvPr id="791" name="Google Shape;791;p29"/>
              <p:cNvSpPr/>
              <p:nvPr/>
            </p:nvSpPr>
            <p:spPr>
              <a:xfrm>
                <a:off x="1287475" y="2754649"/>
                <a:ext cx="716100" cy="7161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  <a:effectLst>
                <a:outerShdw blurRad="57150" dist="19050" dir="3960000" algn="bl" rotWithShape="0">
                  <a:schemeClr val="dk2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/>
              </a:p>
            </p:txBody>
          </p:sp>
          <p:pic>
            <p:nvPicPr>
              <p:cNvPr id="792" name="Google Shape;792;p29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332550" y="2802694"/>
                <a:ext cx="622974" cy="61759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793" name="Google Shape;793;p29"/>
            <p:cNvPicPr preferRelativeResize="0"/>
            <p:nvPr/>
          </p:nvPicPr>
          <p:blipFill rotWithShape="1">
            <a:blip r:embed="rId8">
              <a:alphaModFix/>
            </a:blip>
            <a:srcRect l="9593" t="18457" r="10661" b="7298"/>
            <a:stretch/>
          </p:blipFill>
          <p:spPr>
            <a:xfrm>
              <a:off x="7912900" y="756475"/>
              <a:ext cx="426250" cy="41045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40892166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3116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531809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350150" y="1614067"/>
            <a:ext cx="6443700" cy="251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3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2412175" y="5181133"/>
            <a:ext cx="4319700" cy="6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06786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body" idx="1"/>
          </p:nvPr>
        </p:nvSpPr>
        <p:spPr>
          <a:xfrm>
            <a:off x="720000" y="1435033"/>
            <a:ext cx="77040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5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71644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ubTitle" idx="1"/>
          </p:nvPr>
        </p:nvSpPr>
        <p:spPr>
          <a:xfrm>
            <a:off x="1868650" y="3773433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ubTitle" idx="2"/>
          </p:nvPr>
        </p:nvSpPr>
        <p:spPr>
          <a:xfrm>
            <a:off x="1609150" y="4466167"/>
            <a:ext cx="2649900" cy="12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3"/>
          </p:nvPr>
        </p:nvSpPr>
        <p:spPr>
          <a:xfrm>
            <a:off x="5144425" y="3773433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4"/>
          </p:nvPr>
        </p:nvSpPr>
        <p:spPr>
          <a:xfrm>
            <a:off x="4884925" y="4466167"/>
            <a:ext cx="2649900" cy="12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5869551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202038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body" idx="1"/>
          </p:nvPr>
        </p:nvSpPr>
        <p:spPr>
          <a:xfrm>
            <a:off x="3404050" y="2080100"/>
            <a:ext cx="4676100" cy="31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288256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>
            <a:spLocks noGrp="1"/>
          </p:cNvSpPr>
          <p:nvPr>
            <p:ph type="title"/>
          </p:nvPr>
        </p:nvSpPr>
        <p:spPr>
          <a:xfrm>
            <a:off x="1388100" y="3122424"/>
            <a:ext cx="6367800" cy="20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5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6876247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2159134" y="1747900"/>
            <a:ext cx="4531500" cy="197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6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ubTitle" idx="1"/>
          </p:nvPr>
        </p:nvSpPr>
        <p:spPr>
          <a:xfrm>
            <a:off x="2368409" y="4208300"/>
            <a:ext cx="4113000" cy="9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0693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body" idx="1"/>
          </p:nvPr>
        </p:nvSpPr>
        <p:spPr>
          <a:xfrm>
            <a:off x="948963" y="1151400"/>
            <a:ext cx="2088900" cy="258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700" b="1">
                <a:latin typeface="Special Elite"/>
                <a:ea typeface="Special Elite"/>
                <a:cs typeface="Special Elite"/>
                <a:sym typeface="Special Elite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4005167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>
            <a:spLocks noGrp="1"/>
          </p:cNvSpPr>
          <p:nvPr>
            <p:ph type="title" hasCustomPrompt="1"/>
          </p:nvPr>
        </p:nvSpPr>
        <p:spPr>
          <a:xfrm>
            <a:off x="1696300" y="1896692"/>
            <a:ext cx="5751600" cy="219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99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" name="Google Shape;39;p11"/>
          <p:cNvSpPr txBox="1">
            <a:spLocks noGrp="1"/>
          </p:cNvSpPr>
          <p:nvPr>
            <p:ph type="subTitle" idx="1"/>
          </p:nvPr>
        </p:nvSpPr>
        <p:spPr>
          <a:xfrm>
            <a:off x="2950575" y="4521025"/>
            <a:ext cx="3243000" cy="93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9346529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951880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title" idx="2" hasCustomPrompt="1"/>
          </p:nvPr>
        </p:nvSpPr>
        <p:spPr>
          <a:xfrm>
            <a:off x="1110022" y="1806300"/>
            <a:ext cx="1015800" cy="11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4" name="Google Shape;44;p13"/>
          <p:cNvSpPr txBox="1">
            <a:spLocks noGrp="1"/>
          </p:cNvSpPr>
          <p:nvPr>
            <p:ph type="subTitle" idx="1"/>
          </p:nvPr>
        </p:nvSpPr>
        <p:spPr>
          <a:xfrm>
            <a:off x="2190640" y="2051100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subTitle" idx="3"/>
          </p:nvPr>
        </p:nvSpPr>
        <p:spPr>
          <a:xfrm>
            <a:off x="2190640" y="2540633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title" idx="4" hasCustomPrompt="1"/>
          </p:nvPr>
        </p:nvSpPr>
        <p:spPr>
          <a:xfrm>
            <a:off x="5124748" y="1806300"/>
            <a:ext cx="1015800" cy="11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47" name="Google Shape;47;p13"/>
          <p:cNvSpPr txBox="1">
            <a:spLocks noGrp="1"/>
          </p:cNvSpPr>
          <p:nvPr>
            <p:ph type="subTitle" idx="5"/>
          </p:nvPr>
        </p:nvSpPr>
        <p:spPr>
          <a:xfrm>
            <a:off x="6200188" y="2051100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subTitle" idx="6"/>
          </p:nvPr>
        </p:nvSpPr>
        <p:spPr>
          <a:xfrm>
            <a:off x="6200188" y="2540633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title" idx="7" hasCustomPrompt="1"/>
          </p:nvPr>
        </p:nvSpPr>
        <p:spPr>
          <a:xfrm>
            <a:off x="1110022" y="3731840"/>
            <a:ext cx="1015800" cy="11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0" name="Google Shape;50;p13"/>
          <p:cNvSpPr txBox="1">
            <a:spLocks noGrp="1"/>
          </p:cNvSpPr>
          <p:nvPr>
            <p:ph type="subTitle" idx="8"/>
          </p:nvPr>
        </p:nvSpPr>
        <p:spPr>
          <a:xfrm>
            <a:off x="2190640" y="3976633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1" name="Google Shape;51;p13"/>
          <p:cNvSpPr txBox="1">
            <a:spLocks noGrp="1"/>
          </p:cNvSpPr>
          <p:nvPr>
            <p:ph type="subTitle" idx="9"/>
          </p:nvPr>
        </p:nvSpPr>
        <p:spPr>
          <a:xfrm>
            <a:off x="2190640" y="4466167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idx="13" hasCustomPrompt="1"/>
          </p:nvPr>
        </p:nvSpPr>
        <p:spPr>
          <a:xfrm>
            <a:off x="5124748" y="3731840"/>
            <a:ext cx="1015800" cy="111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subTitle" idx="14"/>
          </p:nvPr>
        </p:nvSpPr>
        <p:spPr>
          <a:xfrm>
            <a:off x="6200188" y="3976633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5"/>
          </p:nvPr>
        </p:nvSpPr>
        <p:spPr>
          <a:xfrm>
            <a:off x="6200188" y="4466167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1571464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1354500" y="1538164"/>
            <a:ext cx="6435000" cy="2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2"/>
          </p:nvPr>
        </p:nvSpPr>
        <p:spPr>
          <a:xfrm>
            <a:off x="2336825" y="4080127"/>
            <a:ext cx="44703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solidFill>
                  <a:schemeClr val="lt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2906410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1625350" y="2459817"/>
            <a:ext cx="3157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title" idx="2" hasCustomPrompt="1"/>
          </p:nvPr>
        </p:nvSpPr>
        <p:spPr>
          <a:xfrm>
            <a:off x="5167525" y="1782217"/>
            <a:ext cx="3157800" cy="261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5"/>
          <p:cNvSpPr txBox="1">
            <a:spLocks noGrp="1"/>
          </p:cNvSpPr>
          <p:nvPr>
            <p:ph type="subTitle" idx="1"/>
          </p:nvPr>
        </p:nvSpPr>
        <p:spPr>
          <a:xfrm>
            <a:off x="1946125" y="3400167"/>
            <a:ext cx="2507100" cy="998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38678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ubTitle" idx="1"/>
          </p:nvPr>
        </p:nvSpPr>
        <p:spPr>
          <a:xfrm>
            <a:off x="720000" y="37734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ubTitle" idx="2"/>
          </p:nvPr>
        </p:nvSpPr>
        <p:spPr>
          <a:xfrm>
            <a:off x="720000" y="4466167"/>
            <a:ext cx="23106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ubTitle" idx="3"/>
          </p:nvPr>
        </p:nvSpPr>
        <p:spPr>
          <a:xfrm>
            <a:off x="3416700" y="37734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ubTitle" idx="4"/>
          </p:nvPr>
        </p:nvSpPr>
        <p:spPr>
          <a:xfrm>
            <a:off x="3416700" y="4466167"/>
            <a:ext cx="23106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8" name="Google Shape;68;p16"/>
          <p:cNvSpPr txBox="1">
            <a:spLocks noGrp="1"/>
          </p:cNvSpPr>
          <p:nvPr>
            <p:ph type="subTitle" idx="5"/>
          </p:nvPr>
        </p:nvSpPr>
        <p:spPr>
          <a:xfrm>
            <a:off x="6113400" y="37734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subTitle" idx="6"/>
          </p:nvPr>
        </p:nvSpPr>
        <p:spPr>
          <a:xfrm>
            <a:off x="6113400" y="4466167"/>
            <a:ext cx="23106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768388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2" name="Google Shape;72;p17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ubTitle" idx="1"/>
          </p:nvPr>
        </p:nvSpPr>
        <p:spPr>
          <a:xfrm>
            <a:off x="766450" y="2196467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subTitle" idx="2"/>
          </p:nvPr>
        </p:nvSpPr>
        <p:spPr>
          <a:xfrm>
            <a:off x="766450" y="2686000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subTitle" idx="3"/>
          </p:nvPr>
        </p:nvSpPr>
        <p:spPr>
          <a:xfrm>
            <a:off x="6246650" y="2196467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subTitle" idx="4"/>
          </p:nvPr>
        </p:nvSpPr>
        <p:spPr>
          <a:xfrm>
            <a:off x="6246650" y="2686000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ubTitle" idx="5"/>
          </p:nvPr>
        </p:nvSpPr>
        <p:spPr>
          <a:xfrm>
            <a:off x="766450" y="4361433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subTitle" idx="6"/>
          </p:nvPr>
        </p:nvSpPr>
        <p:spPr>
          <a:xfrm>
            <a:off x="766450" y="4850967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ubTitle" idx="7"/>
          </p:nvPr>
        </p:nvSpPr>
        <p:spPr>
          <a:xfrm>
            <a:off x="6246650" y="4361433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ubTitle" idx="8"/>
          </p:nvPr>
        </p:nvSpPr>
        <p:spPr>
          <a:xfrm>
            <a:off x="6246650" y="4850967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77787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subTitle" idx="1"/>
          </p:nvPr>
        </p:nvSpPr>
        <p:spPr>
          <a:xfrm>
            <a:off x="720000" y="4681667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ubTitle" idx="2"/>
          </p:nvPr>
        </p:nvSpPr>
        <p:spPr>
          <a:xfrm>
            <a:off x="720000" y="5171200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subTitle" idx="3"/>
          </p:nvPr>
        </p:nvSpPr>
        <p:spPr>
          <a:xfrm>
            <a:off x="3416700" y="4681667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4"/>
          </p:nvPr>
        </p:nvSpPr>
        <p:spPr>
          <a:xfrm>
            <a:off x="3416700" y="5171200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5"/>
          </p:nvPr>
        </p:nvSpPr>
        <p:spPr>
          <a:xfrm>
            <a:off x="6113400" y="4681667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6"/>
          </p:nvPr>
        </p:nvSpPr>
        <p:spPr>
          <a:xfrm>
            <a:off x="6113400" y="5171200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7"/>
          </p:nvPr>
        </p:nvSpPr>
        <p:spPr>
          <a:xfrm>
            <a:off x="720000" y="22911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8"/>
          </p:nvPr>
        </p:nvSpPr>
        <p:spPr>
          <a:xfrm>
            <a:off x="720000" y="2780681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9"/>
          </p:nvPr>
        </p:nvSpPr>
        <p:spPr>
          <a:xfrm>
            <a:off x="3416700" y="22911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subTitle" idx="13"/>
          </p:nvPr>
        </p:nvSpPr>
        <p:spPr>
          <a:xfrm>
            <a:off x="3416700" y="2780681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3" name="Google Shape;93;p18"/>
          <p:cNvSpPr txBox="1">
            <a:spLocks noGrp="1"/>
          </p:cNvSpPr>
          <p:nvPr>
            <p:ph type="subTitle" idx="14"/>
          </p:nvPr>
        </p:nvSpPr>
        <p:spPr>
          <a:xfrm>
            <a:off x="6113400" y="22911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4" name="Google Shape;94;p18"/>
          <p:cNvSpPr txBox="1">
            <a:spLocks noGrp="1"/>
          </p:cNvSpPr>
          <p:nvPr>
            <p:ph type="subTitle" idx="15"/>
          </p:nvPr>
        </p:nvSpPr>
        <p:spPr>
          <a:xfrm>
            <a:off x="6113400" y="2780681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6581045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1"/>
          </p:nvPr>
        </p:nvSpPr>
        <p:spPr>
          <a:xfrm>
            <a:off x="720000" y="4681667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2"/>
          </p:nvPr>
        </p:nvSpPr>
        <p:spPr>
          <a:xfrm>
            <a:off x="720000" y="5171200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3"/>
          </p:nvPr>
        </p:nvSpPr>
        <p:spPr>
          <a:xfrm>
            <a:off x="3416700" y="3544267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4"/>
          </p:nvPr>
        </p:nvSpPr>
        <p:spPr>
          <a:xfrm>
            <a:off x="3416700" y="4033800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5"/>
          </p:nvPr>
        </p:nvSpPr>
        <p:spPr>
          <a:xfrm>
            <a:off x="6113400" y="4681667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6"/>
          </p:nvPr>
        </p:nvSpPr>
        <p:spPr>
          <a:xfrm>
            <a:off x="6113400" y="5171200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subTitle" idx="7"/>
          </p:nvPr>
        </p:nvSpPr>
        <p:spPr>
          <a:xfrm>
            <a:off x="720000" y="22911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subTitle" idx="8"/>
          </p:nvPr>
        </p:nvSpPr>
        <p:spPr>
          <a:xfrm>
            <a:off x="720000" y="2780681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9"/>
          <p:cNvSpPr txBox="1">
            <a:spLocks noGrp="1"/>
          </p:cNvSpPr>
          <p:nvPr>
            <p:ph type="subTitle" idx="9"/>
          </p:nvPr>
        </p:nvSpPr>
        <p:spPr>
          <a:xfrm>
            <a:off x="6113400" y="22911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subTitle" idx="13"/>
          </p:nvPr>
        </p:nvSpPr>
        <p:spPr>
          <a:xfrm>
            <a:off x="6113400" y="2780681"/>
            <a:ext cx="23106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3710089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ubTitle" idx="1"/>
          </p:nvPr>
        </p:nvSpPr>
        <p:spPr>
          <a:xfrm>
            <a:off x="2744250" y="4821200"/>
            <a:ext cx="3655500" cy="131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2577741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1_Title 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06972071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ers and text">
  <p:cSld name="Numers and tex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22"/>
          <p:cNvSpPr txBox="1">
            <a:spLocks noGrp="1"/>
          </p:cNvSpPr>
          <p:nvPr>
            <p:ph type="subTitle" idx="1"/>
          </p:nvPr>
        </p:nvSpPr>
        <p:spPr>
          <a:xfrm>
            <a:off x="720000" y="38750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5" name="Google Shape;115;p22"/>
          <p:cNvSpPr txBox="1">
            <a:spLocks noGrp="1"/>
          </p:cNvSpPr>
          <p:nvPr>
            <p:ph type="subTitle" idx="2"/>
          </p:nvPr>
        </p:nvSpPr>
        <p:spPr>
          <a:xfrm>
            <a:off x="720000" y="4466167"/>
            <a:ext cx="23106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subTitle" idx="3"/>
          </p:nvPr>
        </p:nvSpPr>
        <p:spPr>
          <a:xfrm>
            <a:off x="3416700" y="38750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22"/>
          <p:cNvSpPr txBox="1">
            <a:spLocks noGrp="1"/>
          </p:cNvSpPr>
          <p:nvPr>
            <p:ph type="subTitle" idx="4"/>
          </p:nvPr>
        </p:nvSpPr>
        <p:spPr>
          <a:xfrm>
            <a:off x="3416700" y="4466167"/>
            <a:ext cx="23106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8" name="Google Shape;118;p22"/>
          <p:cNvSpPr txBox="1">
            <a:spLocks noGrp="1"/>
          </p:cNvSpPr>
          <p:nvPr>
            <p:ph type="subTitle" idx="5"/>
          </p:nvPr>
        </p:nvSpPr>
        <p:spPr>
          <a:xfrm>
            <a:off x="6113400" y="3875033"/>
            <a:ext cx="23106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9" name="Google Shape;119;p22"/>
          <p:cNvSpPr txBox="1">
            <a:spLocks noGrp="1"/>
          </p:cNvSpPr>
          <p:nvPr>
            <p:ph type="subTitle" idx="6"/>
          </p:nvPr>
        </p:nvSpPr>
        <p:spPr>
          <a:xfrm>
            <a:off x="6113400" y="4466167"/>
            <a:ext cx="23106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22"/>
          <p:cNvSpPr txBox="1">
            <a:spLocks noGrp="1"/>
          </p:cNvSpPr>
          <p:nvPr>
            <p:ph type="title" idx="7" hasCustomPrompt="1"/>
          </p:nvPr>
        </p:nvSpPr>
        <p:spPr>
          <a:xfrm>
            <a:off x="720000" y="1881767"/>
            <a:ext cx="2310600" cy="1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1" name="Google Shape;121;p22"/>
          <p:cNvSpPr txBox="1">
            <a:spLocks noGrp="1"/>
          </p:cNvSpPr>
          <p:nvPr>
            <p:ph type="title" idx="8" hasCustomPrompt="1"/>
          </p:nvPr>
        </p:nvSpPr>
        <p:spPr>
          <a:xfrm>
            <a:off x="3416700" y="1881767"/>
            <a:ext cx="2310600" cy="1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2" name="Google Shape;122;p22"/>
          <p:cNvSpPr txBox="1">
            <a:spLocks noGrp="1"/>
          </p:cNvSpPr>
          <p:nvPr>
            <p:ph type="title" idx="9" hasCustomPrompt="1"/>
          </p:nvPr>
        </p:nvSpPr>
        <p:spPr>
          <a:xfrm>
            <a:off x="6113400" y="1881767"/>
            <a:ext cx="2310600" cy="145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  <p:extLst>
      <p:ext uri="{BB962C8B-B14F-4D97-AF65-F5344CB8AC3E}">
        <p14:creationId xmlns:p14="http://schemas.microsoft.com/office/powerpoint/2010/main" val="395336492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5" name="Google Shape;125;p23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6" name="Google Shape;126;p23"/>
          <p:cNvSpPr txBox="1">
            <a:spLocks noGrp="1"/>
          </p:cNvSpPr>
          <p:nvPr>
            <p:ph type="subTitle" idx="1"/>
          </p:nvPr>
        </p:nvSpPr>
        <p:spPr>
          <a:xfrm>
            <a:off x="2077763" y="2196467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7" name="Google Shape;127;p23"/>
          <p:cNvSpPr txBox="1">
            <a:spLocks noGrp="1"/>
          </p:cNvSpPr>
          <p:nvPr>
            <p:ph type="subTitle" idx="2"/>
          </p:nvPr>
        </p:nvSpPr>
        <p:spPr>
          <a:xfrm>
            <a:off x="2077763" y="2686000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subTitle" idx="3"/>
          </p:nvPr>
        </p:nvSpPr>
        <p:spPr>
          <a:xfrm>
            <a:off x="4935338" y="4056633"/>
            <a:ext cx="2130900" cy="62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22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9" name="Google Shape;129;p23"/>
          <p:cNvSpPr txBox="1">
            <a:spLocks noGrp="1"/>
          </p:cNvSpPr>
          <p:nvPr>
            <p:ph type="subTitle" idx="4"/>
          </p:nvPr>
        </p:nvSpPr>
        <p:spPr>
          <a:xfrm>
            <a:off x="4935338" y="4546167"/>
            <a:ext cx="2130900" cy="9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045292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2" name="Google Shape;132;p24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3" name="Google Shape;133;p24"/>
          <p:cNvSpPr txBox="1">
            <a:spLocks noGrp="1"/>
          </p:cNvSpPr>
          <p:nvPr>
            <p:ph type="subTitle" idx="1"/>
          </p:nvPr>
        </p:nvSpPr>
        <p:spPr>
          <a:xfrm>
            <a:off x="1341475" y="2913900"/>
            <a:ext cx="2918100" cy="148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6862577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6" name="Google Shape;136;p25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7" name="Google Shape;137;p25"/>
          <p:cNvSpPr txBox="1">
            <a:spLocks noGrp="1"/>
          </p:cNvSpPr>
          <p:nvPr>
            <p:ph type="subTitle" idx="1"/>
          </p:nvPr>
        </p:nvSpPr>
        <p:spPr>
          <a:xfrm>
            <a:off x="5108050" y="2913900"/>
            <a:ext cx="2918100" cy="14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90653893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ctrTitle"/>
          </p:nvPr>
        </p:nvSpPr>
        <p:spPr>
          <a:xfrm>
            <a:off x="1350150" y="1058233"/>
            <a:ext cx="6443700" cy="13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subTitle" idx="1"/>
          </p:nvPr>
        </p:nvSpPr>
        <p:spPr>
          <a:xfrm>
            <a:off x="2412175" y="2674484"/>
            <a:ext cx="4319700" cy="61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Special Elite"/>
              <a:buNone/>
              <a:defRPr sz="2200" b="1"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26"/>
          <p:cNvSpPr txBox="1"/>
          <p:nvPr/>
        </p:nvSpPr>
        <p:spPr>
          <a:xfrm>
            <a:off x="2685600" y="5219033"/>
            <a:ext cx="3772800" cy="6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CREDITS: </a:t>
            </a:r>
            <a:r>
              <a:rPr lang="en" sz="10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Pontano Sans"/>
                <a:ea typeface="Pontano Sans"/>
                <a:cs typeface="Pontano Sans"/>
                <a:sym typeface="Pontano Sans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, including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Pontano Sans"/>
                <a:ea typeface="Pontano Sans"/>
                <a:cs typeface="Pontano Sans"/>
                <a:sym typeface="Pontano San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rPr>
              <a:t>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Pontano Sans"/>
                <a:ea typeface="Pontano Sans"/>
                <a:cs typeface="Pontano Sans"/>
                <a:sym typeface="Pontano Sans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>
              <a:solidFill>
                <a:schemeClr val="dk1"/>
              </a:solidFill>
              <a:latin typeface="Pontano Sans"/>
              <a:ea typeface="Pontano Sans"/>
              <a:cs typeface="Pontano Sans"/>
              <a:sym typeface="Pontano Sans"/>
            </a:endParaRPr>
          </a:p>
        </p:txBody>
      </p:sp>
      <p:sp>
        <p:nvSpPr>
          <p:cNvPr id="142" name="Google Shape;142;p26"/>
          <p:cNvSpPr txBox="1">
            <a:spLocks noGrp="1"/>
          </p:cNvSpPr>
          <p:nvPr>
            <p:ph type="subTitle" idx="2"/>
          </p:nvPr>
        </p:nvSpPr>
        <p:spPr>
          <a:xfrm>
            <a:off x="2412175" y="3220567"/>
            <a:ext cx="4319700" cy="137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920158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16623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64319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0497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35480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13" Type="http://schemas.openxmlformats.org/officeDocument/2006/relationships/slideLayout" Target="../slideLayouts/slideLayout43.xml"/><Relationship Id="rId18" Type="http://schemas.openxmlformats.org/officeDocument/2006/relationships/slideLayout" Target="../slideLayouts/slideLayout48.xml"/><Relationship Id="rId26" Type="http://schemas.openxmlformats.org/officeDocument/2006/relationships/slideLayout" Target="../slideLayouts/slideLayout56.xml"/><Relationship Id="rId3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51.xml"/><Relationship Id="rId7" Type="http://schemas.openxmlformats.org/officeDocument/2006/relationships/slideLayout" Target="../slideLayouts/slideLayout37.xml"/><Relationship Id="rId12" Type="http://schemas.openxmlformats.org/officeDocument/2006/relationships/slideLayout" Target="../slideLayouts/slideLayout42.xml"/><Relationship Id="rId17" Type="http://schemas.openxmlformats.org/officeDocument/2006/relationships/slideLayout" Target="../slideLayouts/slideLayout47.xml"/><Relationship Id="rId25" Type="http://schemas.openxmlformats.org/officeDocument/2006/relationships/slideLayout" Target="../slideLayouts/slideLayout55.xml"/><Relationship Id="rId2" Type="http://schemas.openxmlformats.org/officeDocument/2006/relationships/slideLayout" Target="../slideLayouts/slideLayout32.xml"/><Relationship Id="rId1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50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2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35.xml"/><Relationship Id="rId15" Type="http://schemas.openxmlformats.org/officeDocument/2006/relationships/slideLayout" Target="../slideLayouts/slideLayout45.xml"/><Relationship Id="rId23" Type="http://schemas.openxmlformats.org/officeDocument/2006/relationships/slideLayout" Target="../slideLayouts/slideLayout53.xml"/><Relationship Id="rId28" Type="http://schemas.openxmlformats.org/officeDocument/2006/relationships/theme" Target="../theme/theme3.xml"/><Relationship Id="rId10" Type="http://schemas.openxmlformats.org/officeDocument/2006/relationships/slideLayout" Target="../slideLayouts/slideLayout40.xml"/><Relationship Id="rId19" Type="http://schemas.openxmlformats.org/officeDocument/2006/relationships/slideLayout" Target="../slideLayouts/slideLayout49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Relationship Id="rId14" Type="http://schemas.openxmlformats.org/officeDocument/2006/relationships/slideLayout" Target="../slideLayouts/slideLayout44.xml"/><Relationship Id="rId22" Type="http://schemas.openxmlformats.org/officeDocument/2006/relationships/slideLayout" Target="../slideLayouts/slideLayout52.xml"/><Relationship Id="rId27" Type="http://schemas.openxmlformats.org/officeDocument/2006/relationships/slideLayout" Target="../slideLayouts/slideLayout57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593367"/>
            <a:ext cx="85206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Patrick Hand"/>
              <a:buNone/>
              <a:defRPr sz="3400" b="1">
                <a:solidFill>
                  <a:schemeClr val="dk2"/>
                </a:solidFill>
                <a:latin typeface="Patrick Hand"/>
                <a:ea typeface="Patrick Hand"/>
                <a:cs typeface="Patrick Hand"/>
                <a:sym typeface="Patrick H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536633"/>
            <a:ext cx="85206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ulish"/>
              <a:buChar char="●"/>
              <a:defRPr sz="1800"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○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■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●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○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■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●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○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ulish"/>
              <a:buChar char="■"/>
              <a:defRPr>
                <a:solidFill>
                  <a:schemeClr val="dk2"/>
                </a:solidFill>
                <a:latin typeface="Mulish"/>
                <a:ea typeface="Mulish"/>
                <a:cs typeface="Mulish"/>
                <a:sym typeface="Mulish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6217623"/>
            <a:ext cx="5487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2576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30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796" name="Google Shape;796;p30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054586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593367"/>
            <a:ext cx="7704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pecial Elite"/>
              <a:buNone/>
              <a:defRPr sz="2800" b="1"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536633"/>
            <a:ext cx="7704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●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1pPr>
            <a:lvl2pPr marL="914400" lvl="1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○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2pPr>
            <a:lvl3pPr marL="1371600" lvl="2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■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3pPr>
            <a:lvl4pPr marL="1828800" lvl="3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●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4pPr>
            <a:lvl5pPr marL="2286000" lvl="4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○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5pPr>
            <a:lvl6pPr marL="2743200" lvl="5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■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6pPr>
            <a:lvl7pPr marL="3200400" lvl="6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●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7pPr>
            <a:lvl8pPr marL="3657600" lvl="7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○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8pPr>
            <a:lvl9pPr marL="4114800" lvl="8" indent="-330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ontano Sans"/>
              <a:buChar char="■"/>
              <a:defRPr sz="1600">
                <a:solidFill>
                  <a:schemeClr val="dk1"/>
                </a:solidFill>
                <a:latin typeface="Pontano Sans"/>
                <a:ea typeface="Pontano Sans"/>
                <a:cs typeface="Pontano Sans"/>
                <a:sym typeface="Pontano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529457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41" r:id="rId1"/>
    <p:sldLayoutId id="2147483743" r:id="rId2"/>
    <p:sldLayoutId id="2147483744" r:id="rId3"/>
    <p:sldLayoutId id="2147483745" r:id="rId4"/>
    <p:sldLayoutId id="2147483746" r:id="rId5"/>
    <p:sldLayoutId id="2147483747" r:id="rId6"/>
    <p:sldLayoutId id="2147483748" r:id="rId7"/>
    <p:sldLayoutId id="2147483749" r:id="rId8"/>
    <p:sldLayoutId id="2147483750" r:id="rId9"/>
    <p:sldLayoutId id="2147483751" r:id="rId10"/>
    <p:sldLayoutId id="2147483752" r:id="rId11"/>
    <p:sldLayoutId id="2147483753" r:id="rId12"/>
    <p:sldLayoutId id="2147483754" r:id="rId13"/>
    <p:sldLayoutId id="2147483755" r:id="rId14"/>
    <p:sldLayoutId id="2147483756" r:id="rId15"/>
    <p:sldLayoutId id="2147483757" r:id="rId16"/>
    <p:sldLayoutId id="2147483758" r:id="rId17"/>
    <p:sldLayoutId id="2147483759" r:id="rId18"/>
    <p:sldLayoutId id="2147483760" r:id="rId19"/>
    <p:sldLayoutId id="2147483761" r:id="rId20"/>
    <p:sldLayoutId id="2147483762" r:id="rId21"/>
    <p:sldLayoutId id="2147483763" r:id="rId22"/>
    <p:sldLayoutId id="2147483764" r:id="rId23"/>
    <p:sldLayoutId id="2147483765" r:id="rId24"/>
    <p:sldLayoutId id="2147483766" r:id="rId25"/>
    <p:sldLayoutId id="2147483767" r:id="rId26"/>
    <p:sldLayoutId id="2147483768" r:id="rId27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title"/>
          </p:nvPr>
        </p:nvSpPr>
        <p:spPr>
          <a:xfrm>
            <a:off x="1068100" y="1244600"/>
            <a:ext cx="70473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147" name="Google Shape;147;p29"/>
          <p:cNvSpPr txBox="1">
            <a:spLocks noGrp="1"/>
          </p:cNvSpPr>
          <p:nvPr>
            <p:ph type="body" idx="1"/>
          </p:nvPr>
        </p:nvSpPr>
        <p:spPr>
          <a:xfrm>
            <a:off x="1068100" y="2260600"/>
            <a:ext cx="70473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6272163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14B6-AC09-F7E3-FAC2-4BE5CCBC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D9579-ADBD-FB25-1783-4C161405DB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Rolle's Theorem?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816106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D9E3D-8E85-F30F-9881-0F1B104B36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CE766-AE5A-FC0A-D6E6-783236836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100" y="606511"/>
            <a:ext cx="6367800" cy="920364"/>
          </a:xfrm>
        </p:spPr>
        <p:txBody>
          <a:bodyPr/>
          <a:lstStyle/>
          <a:p>
            <a:r>
              <a:rPr sz="3200" dirty="0"/>
              <a:t>What is Rolle's Theorem?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5F242-7E7E-97F7-4D78-5D1F82BE29F1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34278" y="1716711"/>
            <a:ext cx="7275443" cy="1035280"/>
          </a:xfrm>
        </p:spPr>
        <p:txBody>
          <a:bodyPr/>
          <a:lstStyle/>
          <a:p>
            <a:endParaRPr dirty="0">
              <a:latin typeface="Tw Cen MT" panose="020B0602020104020603" pitchFamily="34" charset="0"/>
            </a:endParaRPr>
          </a:p>
          <a:p>
            <a:pPr>
              <a:defRPr sz="1800"/>
            </a:pPr>
            <a:r>
              <a:rPr lang="en-US" dirty="0">
                <a:latin typeface="Tw Cen MT" panose="020B0602020104020603" pitchFamily="34" charset="0"/>
              </a:rPr>
              <a:t>This point is where the function's graph touches or crosses a horizontal line</a:t>
            </a:r>
          </a:p>
          <a:p>
            <a:pPr>
              <a:defRPr sz="1800"/>
            </a:pPr>
            <a:endParaRPr dirty="0">
              <a:latin typeface="Tw Cen MT" panose="020B0602020104020603" pitchFamily="34" charset="0"/>
              <a:ea typeface="Cambria Math" panose="020405030504060302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35B425-A240-2028-F55D-12CFC0162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032" y="2751991"/>
            <a:ext cx="6143933" cy="2431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6585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8886B-3680-3051-5293-C1438ACA5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FA1AD-57C5-8445-E85B-F3D3C5E6D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100" y="597885"/>
            <a:ext cx="6367800" cy="1048035"/>
          </a:xfrm>
        </p:spPr>
        <p:txBody>
          <a:bodyPr/>
          <a:lstStyle/>
          <a:p>
            <a:r>
              <a:rPr lang="en-US" dirty="0"/>
              <a:t>Explanation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DFCF2-1653-02F2-D9BE-E381D1D68EC7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934278" y="1986594"/>
            <a:ext cx="7275443" cy="3064377"/>
          </a:xfrm>
        </p:spPr>
        <p:txBody>
          <a:bodyPr/>
          <a:lstStyle/>
          <a:p>
            <a:endParaRPr dirty="0">
              <a:latin typeface="Tw Cen MT" panose="020B0602020104020603" pitchFamily="34" charset="0"/>
            </a:endParaRPr>
          </a:p>
          <a:p>
            <a:pPr>
              <a:defRPr sz="1800"/>
            </a:pPr>
            <a:r>
              <a:rPr lang="en-US" dirty="0">
                <a:latin typeface="Tw Cen MT" panose="020B0602020104020603" pitchFamily="34" charset="0"/>
              </a:rPr>
              <a:t>Rolle's Theorem is a concept in calculus that applies to continuous and smooth (</a:t>
            </a:r>
            <a:r>
              <a:rPr lang="en-US" b="1" dirty="0">
                <a:latin typeface="Tw Cen MT" panose="020B0602020104020603" pitchFamily="34" charset="0"/>
              </a:rPr>
              <a:t>differentiable</a:t>
            </a:r>
            <a:r>
              <a:rPr lang="en-US" dirty="0">
                <a:latin typeface="Tw Cen MT" panose="020B0602020104020603" pitchFamily="34" charset="0"/>
              </a:rPr>
              <a:t>) functions.</a:t>
            </a:r>
          </a:p>
          <a:p>
            <a:pPr marL="127000" indent="0">
              <a:buNone/>
              <a:defRPr sz="1800"/>
            </a:pPr>
            <a:endParaRPr lang="en-US" dirty="0">
              <a:latin typeface="Tw Cen MT" panose="020B0602020104020603" pitchFamily="34" charset="0"/>
            </a:endParaRPr>
          </a:p>
          <a:p>
            <a:pPr>
              <a:defRPr sz="1800"/>
            </a:pPr>
            <a:r>
              <a:rPr lang="en-US" dirty="0">
                <a:latin typeface="Tw Cen MT" panose="020B0602020104020603" pitchFamily="34" charset="0"/>
              </a:rPr>
              <a:t>It tells us that under certain conditions, a function will have at least one point where its slope (rate of change) is zero</a:t>
            </a:r>
          </a:p>
          <a:p>
            <a:pPr marL="127000" indent="0">
              <a:buNone/>
              <a:defRPr sz="1800"/>
            </a:pPr>
            <a:endParaRPr lang="en-US" dirty="0">
              <a:latin typeface="Tw Cen MT" panose="020B0602020104020603" pitchFamily="34" charset="0"/>
            </a:endParaRPr>
          </a:p>
          <a:p>
            <a:pPr>
              <a:defRPr sz="1800"/>
            </a:pPr>
            <a:r>
              <a:rPr lang="en-US" dirty="0">
                <a:latin typeface="Tw Cen MT" panose="020B0602020104020603" pitchFamily="34" charset="0"/>
                <a:ea typeface="Cambria Math" panose="02040503050406030204" pitchFamily="18" charset="0"/>
              </a:rPr>
              <a:t>This point is where the function's curve has a </a:t>
            </a:r>
            <a:r>
              <a:rPr lang="en-US" b="1" dirty="0">
                <a:latin typeface="Tw Cen MT" panose="020B0602020104020603" pitchFamily="34" charset="0"/>
                <a:ea typeface="Cambria Math" panose="02040503050406030204" pitchFamily="18" charset="0"/>
              </a:rPr>
              <a:t>"flat" </a:t>
            </a:r>
            <a:r>
              <a:rPr lang="en-US" dirty="0">
                <a:latin typeface="Tw Cen MT" panose="020B0602020104020603" pitchFamily="34" charset="0"/>
                <a:ea typeface="Cambria Math" panose="02040503050406030204" pitchFamily="18" charset="0"/>
              </a:rPr>
              <a:t>tangent, or in simpler terms, the function's graph touches or crosses a horizontal line.</a:t>
            </a:r>
            <a:endParaRPr dirty="0">
              <a:latin typeface="Tw Cen MT" panose="020B0602020104020603" pitchFamily="34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6573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3404-B60A-3914-F52B-0A6208397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2C4E7-A5AC-16D1-F2B7-970B5B82AF9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Conditions on Rolle's Theorem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55517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8100" y="1198249"/>
            <a:ext cx="6367800" cy="842988"/>
          </a:xfrm>
        </p:spPr>
        <p:txBody>
          <a:bodyPr/>
          <a:lstStyle/>
          <a:p>
            <a:r>
              <a:rPr lang="en-US" dirty="0"/>
              <a:t>Conditions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4294967295"/>
          </p:nvPr>
        </p:nvSpPr>
        <p:spPr>
          <a:xfrm>
            <a:off x="934278" y="2272124"/>
            <a:ext cx="7275443" cy="2636306"/>
          </a:xfrm>
        </p:spPr>
        <p:txBody>
          <a:bodyPr/>
          <a:lstStyle/>
          <a:p>
            <a:endParaRPr dirty="0">
              <a:latin typeface="Tw Cen MT" panose="020B0602020104020603" pitchFamily="34" charset="0"/>
            </a:endParaRPr>
          </a:p>
          <a:p>
            <a:pPr marL="127000" indent="0">
              <a:buNone/>
              <a:defRPr sz="1800"/>
            </a:pPr>
            <a:r>
              <a:rPr dirty="0">
                <a:latin typeface="Tw Cen MT" panose="020B0602020104020603" pitchFamily="34" charset="0"/>
              </a:rPr>
              <a:t>Rolle's Theorem states that if a function </a:t>
            </a: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f(x) </a:t>
            </a:r>
            <a:r>
              <a:rPr dirty="0">
                <a:latin typeface="Tw Cen MT" panose="020B0602020104020603" pitchFamily="34" charset="0"/>
              </a:rPr>
              <a:t>satisfies these conditions:</a:t>
            </a:r>
            <a:endParaRPr lang="en-US" dirty="0">
              <a:latin typeface="Tw Cen MT" panose="020B0602020104020603" pitchFamily="34" charset="0"/>
            </a:endParaRPr>
          </a:p>
          <a:p>
            <a:pPr marL="127000" indent="0">
              <a:buNone/>
              <a:defRPr sz="1800"/>
            </a:pPr>
            <a:endParaRPr dirty="0">
              <a:latin typeface="Tw Cen MT" panose="020B0602020104020603" pitchFamily="34" charset="0"/>
            </a:endParaRP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f(x) </a:t>
            </a:r>
            <a:r>
              <a:rPr dirty="0">
                <a:latin typeface="Tw Cen MT" panose="020B0602020104020603" pitchFamily="34" charset="0"/>
              </a:rPr>
              <a:t>is continuous on </a:t>
            </a: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[a, b].</a:t>
            </a: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f(x) </a:t>
            </a:r>
            <a:r>
              <a:rPr dirty="0">
                <a:latin typeface="Tw Cen MT" panose="020B0602020104020603" pitchFamily="34" charset="0"/>
              </a:rPr>
              <a:t>is differentiable on (a, b).</a:t>
            </a: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f(a) = f(b).</a:t>
            </a:r>
          </a:p>
          <a:p>
            <a:pPr marL="127000" indent="0">
              <a:buNone/>
              <a:defRPr sz="1800"/>
            </a:pPr>
            <a:endParaRPr lang="en-US" dirty="0">
              <a:latin typeface="Tw Cen MT" panose="020B0602020104020603" pitchFamily="34" charset="0"/>
            </a:endParaRPr>
          </a:p>
          <a:p>
            <a:pPr marL="127000" indent="0">
              <a:buNone/>
              <a:defRPr sz="1800"/>
            </a:pPr>
            <a:r>
              <a:rPr dirty="0">
                <a:latin typeface="Tw Cen MT" panose="020B0602020104020603" pitchFamily="34" charset="0"/>
              </a:rPr>
              <a:t>Then, there exists at least one c in (a, b) such that </a:t>
            </a: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f'(c) = 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C24B5-1A05-EF1D-9D7F-68D4C222D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263E0-8E57-5F56-F2A6-BCA2474681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8100" y="597885"/>
            <a:ext cx="6367800" cy="1048035"/>
          </a:xfrm>
        </p:spPr>
        <p:txBody>
          <a:bodyPr/>
          <a:lstStyle/>
          <a:p>
            <a:r>
              <a:rPr lang="en-US" dirty="0"/>
              <a:t>In Simple Words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0C9D9-392E-8059-B5C6-03703A14311E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097429" y="1665798"/>
            <a:ext cx="6949141" cy="3947067"/>
          </a:xfrm>
        </p:spPr>
        <p:txBody>
          <a:bodyPr/>
          <a:lstStyle/>
          <a:p>
            <a:endParaRPr dirty="0">
              <a:latin typeface="Tw Cen MT" panose="020B0602020104020603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The function must be continuous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: 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The function 𝑓(𝑥) must not have any breaks, jumps, or discontinuities within the interval [𝑎,𝑏] </a:t>
            </a:r>
          </a:p>
          <a:p>
            <a:pPr marL="0" indent="0" algn="ctr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“x=a 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  <a:ea typeface="Cambria Math" panose="02040503050406030204" pitchFamily="18" charset="0"/>
              </a:rPr>
              <a:t>to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𝑥=𝑏”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" panose="020B0602020104020603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The function must be differentiable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: </a:t>
            </a:r>
            <a:r>
              <a:rPr lang="en-US" altLang="LID4096" sz="1800" dirty="0">
                <a:solidFill>
                  <a:schemeClr val="tx1"/>
                </a:solidFill>
                <a:latin typeface="Tw Cen MT" panose="020B0602020104020603" pitchFamily="34" charset="0"/>
              </a:rPr>
              <a:t>I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t must have a defined derivative at every point in this interval. This ensures that the function has no sharp corners or cusps, where a derivative wouldn’t exist.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" panose="020B0602020104020603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LID4096" altLang="LID4096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The function's values at the endpoints must be the same</a:t>
            </a:r>
            <a:r>
              <a:rPr kumimoji="0" lang="LID4096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: </a:t>
            </a:r>
            <a:r>
              <a:rPr kumimoji="0" lang="en-US" altLang="LID4096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w Cen MT" panose="020B0602020104020603" pitchFamily="34" charset="0"/>
              </a:rPr>
              <a:t>The values of the function at the endpoints must be equal: 𝑓(𝑎)=𝑓(𝑏). This condition ensures that there is no net change in the function's value as it moves from 𝑥=𝑎 to 𝑥=𝑏, which is essential for finding a point where the slope is zero.</a:t>
            </a:r>
            <a:endParaRPr kumimoji="0" lang="LID4096" altLang="LID4096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39091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150" y="2171600"/>
            <a:ext cx="6443700" cy="2514800"/>
          </a:xfrm>
        </p:spPr>
        <p:txBody>
          <a:bodyPr/>
          <a:lstStyle/>
          <a:p>
            <a:r>
              <a:rPr lang="en-US" dirty="0"/>
              <a:t>A step-by-step explanation and example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4457" y="826574"/>
            <a:ext cx="6795085" cy="1175065"/>
          </a:xfrm>
        </p:spPr>
        <p:txBody>
          <a:bodyPr/>
          <a:lstStyle/>
          <a:p>
            <a:r>
              <a:rPr dirty="0"/>
              <a:t>Example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964230" y="2932200"/>
            <a:ext cx="7215538" cy="993600"/>
          </a:xfrm>
        </p:spPr>
        <p:txBody>
          <a:bodyPr/>
          <a:lstStyle/>
          <a:p>
            <a:endParaRPr dirty="0">
              <a:latin typeface="Tw Cen MT" panose="020B0602020104020603" pitchFamily="34" charset="0"/>
              <a:ea typeface="Cambria Math" panose="02040503050406030204" pitchFamily="18" charset="0"/>
            </a:endParaRP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Verify if Rolle's Theorem applies to the function f(x) = x² - 4x + 3</a:t>
            </a: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  <a:ea typeface="Cambria Math" panose="02040503050406030204" pitchFamily="18" charset="0"/>
              </a:rPr>
              <a:t>on the interval [1, 3]. If applicable, find c where f'(c) = 0.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593367"/>
            <a:ext cx="7704000" cy="572045"/>
          </a:xfrm>
        </p:spPr>
        <p:txBody>
          <a:bodyPr/>
          <a:lstStyle/>
          <a:p>
            <a:r>
              <a:rPr dirty="0"/>
              <a:t>Verifying the Conditions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789419" y="1331842"/>
            <a:ext cx="7565162" cy="2756454"/>
          </a:xfrm>
        </p:spPr>
        <p:txBody>
          <a:bodyPr/>
          <a:lstStyle/>
          <a:p>
            <a:pPr algn="l"/>
            <a:endParaRPr dirty="0">
              <a:latin typeface="Tw Cen MT" panose="020B0602020104020603" pitchFamily="34" charset="0"/>
            </a:endParaRPr>
          </a:p>
          <a:p>
            <a:pPr algn="l">
              <a:defRPr sz="1800"/>
            </a:pPr>
            <a:r>
              <a:rPr dirty="0">
                <a:latin typeface="Tw Cen MT" panose="020B0602020104020603" pitchFamily="34" charset="0"/>
              </a:rPr>
              <a:t>1. The function </a:t>
            </a: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f(x) = x² - 4x + 3 </a:t>
            </a:r>
            <a:r>
              <a:rPr dirty="0">
                <a:latin typeface="Tw Cen MT" panose="020B0602020104020603" pitchFamily="34" charset="0"/>
              </a:rPr>
              <a:t>is continuous and differentiable everywhere.</a:t>
            </a:r>
          </a:p>
          <a:p>
            <a:pPr algn="l">
              <a:defRPr sz="1800"/>
            </a:pPr>
            <a:r>
              <a:rPr dirty="0">
                <a:latin typeface="Tw Cen MT" panose="020B0602020104020603" pitchFamily="34" charset="0"/>
              </a:rPr>
              <a:t>2. Evaluate f(1) and f(3):</a:t>
            </a:r>
            <a:endParaRPr lang="en-US" dirty="0">
              <a:latin typeface="Tw Cen MT" panose="020B0602020104020603" pitchFamily="34" charset="0"/>
            </a:endParaRPr>
          </a:p>
          <a:p>
            <a:pPr algn="l">
              <a:defRPr sz="1800"/>
            </a:pPr>
            <a:endParaRPr dirty="0">
              <a:latin typeface="Tw Cen MT" panose="020B0602020104020603" pitchFamily="34" charset="0"/>
            </a:endParaRPr>
          </a:p>
          <a:p>
            <a:pPr algn="l">
              <a:defRPr sz="1800"/>
            </a:pPr>
            <a:r>
              <a:rPr dirty="0">
                <a:latin typeface="Tw Cen MT" panose="020B0602020104020603" pitchFamily="34" charset="0"/>
              </a:rPr>
              <a:t>   </a:t>
            </a: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f(1) = 1² - 4(1) + 3 = 0</a:t>
            </a:r>
          </a:p>
          <a:p>
            <a:pPr algn="l">
              <a:defRPr sz="1800"/>
            </a:pPr>
            <a:r>
              <a:rPr dirty="0">
                <a:latin typeface="Tw Cen MT" panose="020B0602020104020603" pitchFamily="34" charset="0"/>
              </a:rPr>
              <a:t>   </a:t>
            </a: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f(3) = 3² - 4(3) + 3 = 0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>
              <a:defRPr sz="1800"/>
            </a:pPr>
            <a:endParaRPr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algn="l">
              <a:defRPr sz="1800"/>
            </a:pPr>
            <a:r>
              <a:rPr dirty="0">
                <a:latin typeface="Tw Cen MT" panose="020B0602020104020603" pitchFamily="34" charset="0"/>
              </a:rPr>
              <a:t>   Since </a:t>
            </a:r>
            <a:r>
              <a:rPr dirty="0">
                <a:latin typeface=" cambria math"/>
                <a:ea typeface="Cambria" panose="02040503050406030204" pitchFamily="18" charset="0"/>
              </a:rPr>
              <a:t>f(1) = f(3), </a:t>
            </a:r>
            <a:r>
              <a:rPr dirty="0">
                <a:latin typeface="Tw Cen MT" panose="020B0602020104020603" pitchFamily="34" charset="0"/>
              </a:rPr>
              <a:t>the conditions are satisfied.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00" y="766762"/>
            <a:ext cx="7704000" cy="763600"/>
          </a:xfrm>
        </p:spPr>
        <p:txBody>
          <a:bodyPr/>
          <a:lstStyle/>
          <a:p>
            <a:r>
              <a:rPr dirty="0"/>
              <a:t>Finding the Derivative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686883" y="1371405"/>
            <a:ext cx="5770233" cy="763600"/>
          </a:xfrm>
        </p:spPr>
        <p:txBody>
          <a:bodyPr/>
          <a:lstStyle/>
          <a:p>
            <a:endParaRPr dirty="0">
              <a:latin typeface="Tw Cen MT" panose="020B0602020104020603" pitchFamily="34" charset="0"/>
            </a:endParaRPr>
          </a:p>
          <a:p>
            <a:pPr marL="127000" indent="0">
              <a:buNone/>
              <a:defRPr sz="2400"/>
            </a:pPr>
            <a:r>
              <a:rPr dirty="0">
                <a:latin typeface="Tw Cen MT" panose="020B0602020104020603" pitchFamily="34" charset="0"/>
              </a:rPr>
              <a:t>The derivative of </a:t>
            </a: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f(x) = x² - 4x + 3 </a:t>
            </a:r>
            <a:r>
              <a:rPr dirty="0">
                <a:latin typeface="Tw Cen MT" panose="020B0602020104020603" pitchFamily="34" charset="0"/>
              </a:rPr>
              <a:t>is: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147362-5322-E680-11CF-E1F7EE5ECC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737" y="2265195"/>
            <a:ext cx="5302523" cy="354983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FD151-857B-5102-A67D-C4139CAC7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D61BE-3BC6-DC18-F195-B075BE13D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766762"/>
            <a:ext cx="7704000" cy="763600"/>
          </a:xfrm>
        </p:spPr>
        <p:txBody>
          <a:bodyPr/>
          <a:lstStyle/>
          <a:p>
            <a:r>
              <a:rPr dirty="0"/>
              <a:t>Finding the Derivative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DC8DF8-AF79-4ADD-3054-1392A257D41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1686883" y="1976047"/>
            <a:ext cx="5770233" cy="3648375"/>
          </a:xfrm>
        </p:spPr>
        <p:txBody>
          <a:bodyPr/>
          <a:lstStyle/>
          <a:p>
            <a:endParaRPr dirty="0">
              <a:latin typeface="Tw Cen MT" panose="020B0602020104020603" pitchFamily="34" charset="0"/>
            </a:endParaRPr>
          </a:p>
          <a:p>
            <a:pPr marL="127000" indent="0">
              <a:buNone/>
              <a:defRPr sz="2400"/>
            </a:pPr>
            <a:r>
              <a:rPr b="1" dirty="0">
                <a:latin typeface="Tw Cen MT" panose="020B0602020104020603" pitchFamily="34" charset="0"/>
              </a:rPr>
              <a:t>The derivative of </a:t>
            </a: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f(x) = x² - 4x + 3 </a:t>
            </a:r>
            <a:r>
              <a:rPr b="1" dirty="0">
                <a:latin typeface="Tw Cen MT" panose="020B0602020104020603" pitchFamily="34" charset="0"/>
              </a:rPr>
              <a:t>is:</a:t>
            </a:r>
            <a:br>
              <a:rPr dirty="0">
                <a:latin typeface="Tw Cen MT" panose="020B0602020104020603" pitchFamily="34" charset="0"/>
              </a:rPr>
            </a:b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f'(x) = 2x - 4</a:t>
            </a:r>
            <a:br>
              <a:rPr dirty="0">
                <a:latin typeface="Tw Cen MT" panose="020B0602020104020603" pitchFamily="34" charset="0"/>
              </a:rPr>
            </a:br>
            <a:br>
              <a:rPr dirty="0">
                <a:latin typeface="Tw Cen MT" panose="020B0602020104020603" pitchFamily="34" charset="0"/>
              </a:rPr>
            </a:br>
            <a:r>
              <a:rPr b="1" dirty="0">
                <a:latin typeface="Tw Cen MT" panose="020B0602020104020603" pitchFamily="34" charset="0"/>
              </a:rPr>
              <a:t>Set </a:t>
            </a: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f'(x) = 0</a:t>
            </a:r>
            <a:r>
              <a:rPr b="1" dirty="0">
                <a:latin typeface="Tw Cen MT" panose="020B0602020104020603" pitchFamily="34" charset="0"/>
              </a:rPr>
              <a:t>:</a:t>
            </a:r>
            <a:endParaRPr lang="en-US" b="1" dirty="0">
              <a:latin typeface="Tw Cen MT" panose="020B0602020104020603" pitchFamily="34" charset="0"/>
            </a:endParaRPr>
          </a:p>
          <a:p>
            <a:pPr marL="127000" indent="0">
              <a:buNone/>
              <a:defRPr sz="2400"/>
            </a:pPr>
            <a:br>
              <a:rPr dirty="0">
                <a:latin typeface="Tw Cen MT" panose="020B0602020104020603" pitchFamily="34" charset="0"/>
              </a:rPr>
            </a:b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2x - 4 = 0 </a:t>
            </a:r>
            <a:endParaRPr lang="en-US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127000" indent="0">
              <a:buNone/>
              <a:defRPr sz="2400"/>
            </a:pPr>
            <a:r>
              <a:rPr dirty="0">
                <a:latin typeface="Cambria Math" panose="02040503050406030204" pitchFamily="18" charset="0"/>
                <a:ea typeface="Cambria Math" panose="02040503050406030204" pitchFamily="18" charset="0"/>
              </a:rPr>
              <a:t>x = 2</a:t>
            </a:r>
            <a:endParaRPr dirty="0">
              <a:latin typeface="Tw Cen MT" panose="020B06020201040206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857598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1354500" y="4539739"/>
            <a:ext cx="6435000" cy="1084265"/>
          </a:xfrm>
        </p:spPr>
        <p:txBody>
          <a:bodyPr/>
          <a:lstStyle/>
          <a:p>
            <a:endParaRPr dirty="0">
              <a:latin typeface="Tw Cen MT" panose="020B0602020104020603" pitchFamily="34" charset="0"/>
            </a:endParaRP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</a:rPr>
              <a:t>The function satisfies all conditions of Rolle's Theorem.</a:t>
            </a: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</a:rPr>
              <a:t>There exists a point c = 2 in (1, 3) such that f'(c) = 0.</a:t>
            </a:r>
          </a:p>
          <a:p>
            <a:pPr>
              <a:defRPr sz="1800"/>
            </a:pPr>
            <a:r>
              <a:rPr dirty="0">
                <a:latin typeface="Tw Cen MT" panose="020B0602020104020603" pitchFamily="34" charset="0"/>
              </a:rPr>
              <a:t>This means the slope of the tangent to f(x) at x = 2 is zero.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307984" y="593725"/>
            <a:ext cx="4528029" cy="763588"/>
          </a:xfrm>
        </p:spPr>
        <p:txBody>
          <a:bodyPr/>
          <a:lstStyle/>
          <a:p>
            <a:r>
              <a:rPr lang="en-US" dirty="0"/>
              <a:t>To Prove My Words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104623-F1DA-ED2E-3F54-C82B2883DC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7856" y="1357313"/>
            <a:ext cx="5588287" cy="35117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atercolor Scrapbook">
  <a:themeElements>
    <a:clrScheme name="Simple Light">
      <a:dk1>
        <a:srgbClr val="CCEAE9"/>
      </a:dk1>
      <a:lt1>
        <a:srgbClr val="FEFEFE"/>
      </a:lt1>
      <a:dk2>
        <a:srgbClr val="A17A74"/>
      </a:dk2>
      <a:lt2>
        <a:srgbClr val="FEF1BC"/>
      </a:lt2>
      <a:accent1>
        <a:srgbClr val="F7D3DA"/>
      </a:accent1>
      <a:accent2>
        <a:srgbClr val="BCCCFE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A17A7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atercolor Scrapbook" id="{9F0898D4-97B7-4D7D-B4D5-615DDCBFEB36}" vid="{1C7FDA94-4115-4175-A4D0-1EC2D0A5CAF1}"/>
    </a:ext>
  </a:extLst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Pretty Pattern Scrapbook">
  <a:themeElements>
    <a:clrScheme name="Simple Light">
      <a:dk1>
        <a:srgbClr val="434343"/>
      </a:dk1>
      <a:lt1>
        <a:srgbClr val="FFFFFF"/>
      </a:lt1>
      <a:dk2>
        <a:srgbClr val="E14B56"/>
      </a:dk2>
      <a:lt2>
        <a:srgbClr val="A83A55"/>
      </a:lt2>
      <a:accent1>
        <a:srgbClr val="5F2756"/>
      </a:accent1>
      <a:accent2>
        <a:srgbClr val="4C2346"/>
      </a:accent2>
      <a:accent3>
        <a:srgbClr val="F76F55"/>
      </a:accent3>
      <a:accent4>
        <a:srgbClr val="DB634B"/>
      </a:accent4>
      <a:accent5>
        <a:srgbClr val="F8A255"/>
      </a:accent5>
      <a:accent6>
        <a:srgbClr val="D98E4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tty Pattern Scrapbook" id="{445032F2-6FB2-4409-893B-FF87157CF540}" vid="{9E8E8B3D-60E6-4003-91B5-E7573BFA064C}"/>
    </a:ext>
  </a:extLst>
</a:theme>
</file>

<file path=ppt/theme/theme4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Watercolor Scrapbook</Template>
  <TotalTime>56</TotalTime>
  <Words>578</Words>
  <Application>Microsoft Office PowerPoint</Application>
  <PresentationFormat>On-screen Show (4:3)</PresentationFormat>
  <Paragraphs>60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12</vt:i4>
      </vt:variant>
    </vt:vector>
  </HeadingPairs>
  <TitlesOfParts>
    <vt:vector size="28" baseType="lpstr">
      <vt:lpstr> cambria math</vt:lpstr>
      <vt:lpstr>Arial</vt:lpstr>
      <vt:lpstr>Calibri</vt:lpstr>
      <vt:lpstr>Cambria Math</vt:lpstr>
      <vt:lpstr>Mulish</vt:lpstr>
      <vt:lpstr>Patrick Hand</vt:lpstr>
      <vt:lpstr>Pontano Sans</vt:lpstr>
      <vt:lpstr>Proxima Nova</vt:lpstr>
      <vt:lpstr>Proxima Nova Semibold</vt:lpstr>
      <vt:lpstr>Roboto Condensed Light</vt:lpstr>
      <vt:lpstr>Special Elite</vt:lpstr>
      <vt:lpstr>Tw Cen MT</vt:lpstr>
      <vt:lpstr>Watercolor Scrapbook</vt:lpstr>
      <vt:lpstr>Slidesgo Final Pages</vt:lpstr>
      <vt:lpstr>Pretty Pattern Scrapbook</vt:lpstr>
      <vt:lpstr>1_Slidesgo Final Pages</vt:lpstr>
      <vt:lpstr>What is Rolle's Theorem?</vt:lpstr>
      <vt:lpstr>What is Rolle's Theorem?</vt:lpstr>
      <vt:lpstr>Explanation</vt:lpstr>
      <vt:lpstr>Conditions on Rolle's Theorem</vt:lpstr>
      <vt:lpstr>Conditions</vt:lpstr>
      <vt:lpstr>In Simple Words</vt:lpstr>
      <vt:lpstr>A step-by-step explanation and example</vt:lpstr>
      <vt:lpstr>Example Problem</vt:lpstr>
      <vt:lpstr>Verifying the Conditions</vt:lpstr>
      <vt:lpstr>Finding the Derivative</vt:lpstr>
      <vt:lpstr>Finding the Derivative</vt:lpstr>
      <vt:lpstr>To Prove My Words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Hamna Mirza</cp:lastModifiedBy>
  <cp:revision>3</cp:revision>
  <dcterms:created xsi:type="dcterms:W3CDTF">2013-01-27T09:14:16Z</dcterms:created>
  <dcterms:modified xsi:type="dcterms:W3CDTF">2024-12-04T17:48:49Z</dcterms:modified>
  <cp:category/>
</cp:coreProperties>
</file>