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96" r:id="rId3"/>
    <p:sldMasterId id="2147483684" r:id="rId4"/>
    <p:sldMasterId id="2147483660" r:id="rId5"/>
  </p:sldMasterIdLst>
  <p:notesMasterIdLst>
    <p:notesMasterId r:id="rId15"/>
  </p:notesMasterIdLst>
  <p:sldIdLst>
    <p:sldId id="267" r:id="rId6"/>
    <p:sldId id="257" r:id="rId7"/>
    <p:sldId id="258" r:id="rId8"/>
    <p:sldId id="269" r:id="rId9"/>
    <p:sldId id="259" r:id="rId10"/>
    <p:sldId id="264" r:id="rId11"/>
    <p:sldId id="268"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58" d="100"/>
          <a:sy n="58" d="100"/>
        </p:scale>
        <p:origin x="1646" y="4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406CE7-A57D-4EFB-A787-D846A245D6EA}" type="datetimeFigureOut">
              <a:rPr lang="en-US" smtClean="0"/>
              <a:t>3/8/2025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45BE1-1A78-49D6-B92F-3D69C310FBD8}" type="slidenum">
              <a:rPr lang="en-US" smtClean="0"/>
              <a:t>‹#›</a:t>
            </a:fld>
            <a:endParaRPr lang="en-US"/>
          </a:p>
        </p:txBody>
      </p:sp>
    </p:spTree>
    <p:extLst>
      <p:ext uri="{BB962C8B-B14F-4D97-AF65-F5344CB8AC3E}">
        <p14:creationId xmlns:p14="http://schemas.microsoft.com/office/powerpoint/2010/main" val="400325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345BE1-1A78-49D6-B92F-3D69C310FBD8}" type="slidenum">
              <a:rPr lang="en-US" smtClean="0"/>
              <a:t>2</a:t>
            </a:fld>
            <a:endParaRPr lang="en-US"/>
          </a:p>
        </p:txBody>
      </p:sp>
    </p:spTree>
    <p:extLst>
      <p:ext uri="{BB962C8B-B14F-4D97-AF65-F5344CB8AC3E}">
        <p14:creationId xmlns:p14="http://schemas.microsoft.com/office/powerpoint/2010/main" val="3962084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115B-BE00-0F52-83B0-A0AD63188E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A7534D-E584-DD92-5C20-62AD14E06A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C7DB34-2F47-1337-D2F8-3B42C8762E68}"/>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5BD4A6DF-71E8-ED31-74B8-DC53599C4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E6AF12-43A0-69E5-9E51-959C15925D2E}"/>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780925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20B412-DF46-5987-CFAE-BFE2F322E7F0}"/>
              </a:ext>
            </a:extLst>
          </p:cNvPr>
          <p:cNvSpPr>
            <a:spLocks noGrp="1"/>
          </p:cNvSpPr>
          <p:nvPr>
            <p:ph idx="1"/>
          </p:nvPr>
        </p:nvSpPr>
        <p:spPr/>
        <p:txBody>
          <a:bodyPr>
            <a:normAutofit/>
          </a:bodyPr>
          <a:lstStyle>
            <a:lvl1pPr>
              <a:defRPr sz="4100">
                <a:latin typeface="Jameel Noori Nastaleeq" panose="02000503000000020004" pitchFamily="2" charset="-78"/>
                <a:cs typeface="Jameel Noori Nastaleeq" panose="02000503000000020004" pitchFamily="2" charset="-78"/>
              </a:defRPr>
            </a:lvl1pPr>
            <a:lvl2pPr>
              <a:defRPr sz="4100">
                <a:latin typeface="Jameel Noori Nastaleeq" panose="02000503000000020004" pitchFamily="2" charset="-78"/>
                <a:cs typeface="Jameel Noori Nastaleeq" panose="02000503000000020004" pitchFamily="2" charset="-78"/>
              </a:defRPr>
            </a:lvl2pPr>
            <a:lvl3pPr>
              <a:defRPr sz="4100">
                <a:latin typeface="Jameel Noori Nastaleeq" panose="02000503000000020004" pitchFamily="2" charset="-78"/>
                <a:cs typeface="Jameel Noori Nastaleeq" panose="02000503000000020004" pitchFamily="2" charset="-78"/>
              </a:defRPr>
            </a:lvl3pPr>
            <a:lvl4pPr>
              <a:defRPr sz="4100">
                <a:latin typeface="Jameel Noori Nastaleeq" panose="02000503000000020004" pitchFamily="2" charset="-78"/>
                <a:cs typeface="Jameel Noori Nastaleeq" panose="02000503000000020004" pitchFamily="2" charset="-78"/>
              </a:defRPr>
            </a:lvl4pPr>
            <a:lvl5pPr>
              <a:defRPr sz="4100">
                <a:latin typeface="Jameel Noori Nastaleeq" panose="02000503000000020004" pitchFamily="2" charset="-78"/>
                <a:cs typeface="Jameel Noori Nastaleeq" panose="02000503000000020004" pitchFamily="2" charset="-78"/>
              </a:defRPr>
            </a:lvl5pPr>
          </a:lstStyle>
          <a:p>
            <a:pPr lvl="0"/>
            <a:endParaRPr lang="en-US" dirty="0"/>
          </a:p>
        </p:txBody>
      </p:sp>
      <p:sp>
        <p:nvSpPr>
          <p:cNvPr id="4" name="Date Placeholder 3">
            <a:extLst>
              <a:ext uri="{FF2B5EF4-FFF2-40B4-BE49-F238E27FC236}">
                <a16:creationId xmlns:a16="http://schemas.microsoft.com/office/drawing/2014/main" id="{B132FADA-B92F-4E46-BBE2-44548E3C0CC5}"/>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61620767-DC4B-00D0-C5BD-80FB0639FC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CA88C-8BB8-9284-DEEF-905479D1A949}"/>
              </a:ext>
            </a:extLst>
          </p:cNvPr>
          <p:cNvSpPr>
            <a:spLocks noGrp="1"/>
          </p:cNvSpPr>
          <p:nvPr>
            <p:ph type="sldNum" sz="quarter" idx="12"/>
          </p:nvPr>
        </p:nvSpPr>
        <p:spPr/>
        <p:txBody>
          <a:bodyPr/>
          <a:lstStyle/>
          <a:p>
            <a:fld id="{25B8A4F3-5925-4813-9170-84D3B664D78B}" type="slidenum">
              <a:rPr lang="en-US" smtClean="0"/>
              <a:t>‹#›</a:t>
            </a:fld>
            <a:endParaRPr lang="en-US"/>
          </a:p>
        </p:txBody>
      </p:sp>
      <p:sp>
        <p:nvSpPr>
          <p:cNvPr id="12" name="Content Placeholder 2">
            <a:extLst>
              <a:ext uri="{FF2B5EF4-FFF2-40B4-BE49-F238E27FC236}">
                <a16:creationId xmlns:a16="http://schemas.microsoft.com/office/drawing/2014/main" id="{ABE69B88-23ED-FAB6-2DBF-00DAE7EB1C23}"/>
              </a:ext>
            </a:extLst>
          </p:cNvPr>
          <p:cNvSpPr>
            <a:spLocks noGrp="1"/>
          </p:cNvSpPr>
          <p:nvPr>
            <p:ph idx="13"/>
          </p:nvPr>
        </p:nvSpPr>
        <p:spPr>
          <a:xfrm>
            <a:off x="990600" y="1978025"/>
            <a:ext cx="10515600" cy="4351338"/>
          </a:xfrm>
        </p:spPr>
        <p:txBody>
          <a:bodyPr>
            <a:normAutofit fontScale="85000" lnSpcReduction="10000"/>
          </a:bodyPr>
          <a:lstStyle/>
          <a:p>
            <a:pPr marL="0" indent="0" algn="r">
              <a:buNone/>
            </a:pPr>
            <a:endParaRPr lang="en-US" sz="4400" dirty="0">
              <a:cs typeface="Jameel Noori Nastaleeq" panose="02000503000000020004"/>
            </a:endParaRPr>
          </a:p>
        </p:txBody>
      </p:sp>
    </p:spTree>
    <p:extLst>
      <p:ext uri="{BB962C8B-B14F-4D97-AF65-F5344CB8AC3E}">
        <p14:creationId xmlns:p14="http://schemas.microsoft.com/office/powerpoint/2010/main" val="3264019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EAE9-B699-EDB2-A1E7-6FEB65D8C7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AA15CE-6771-AA94-8EC3-209B87D427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9F9BFB-CEC5-400A-0B39-831882FE7C42}"/>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A651908F-7DBA-0CBC-67CF-A03F2F5D3C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8FA5B-49A6-3E30-387B-5AD5EAF9322E}"/>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2012620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EF62F-EEFF-FDED-7F92-EA81A2509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5311B5-FA14-E53B-4701-3E3F26A571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6DC486-AEBD-2902-F701-7C7F4696AA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B2FEC0-192F-D4DC-B6CE-551450BC34F1}"/>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4F4AE4D8-F8EA-075E-E0BE-393F41A088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FE078F-C2A5-049A-59C0-FBDCBE5E6363}"/>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882880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BF866-E9E0-7695-9127-E3AE7B3DB3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CF13FC-A198-43FC-D0B5-034BFD58C3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0A4C82-BFB2-8831-A3C8-8A4BC7CB0D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ED756C-F630-69C4-2478-7D152A71F0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507213-4E6D-C0AF-CE49-590C5F1BC5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68111D-5C3E-D7A2-6DA4-AA63CE571D00}"/>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8" name="Footer Placeholder 7">
            <a:extLst>
              <a:ext uri="{FF2B5EF4-FFF2-40B4-BE49-F238E27FC236}">
                <a16:creationId xmlns:a16="http://schemas.microsoft.com/office/drawing/2014/main" id="{78C06D5D-EA34-39E4-697F-30B6FF4728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5E73D1-708B-D8FB-5321-0ECFE8CE3DBB}"/>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4272595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1254F-5091-0DED-A2BA-03E38C19A5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1E4DCE-CE0A-6DAC-D706-27E3485DFE33}"/>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4" name="Footer Placeholder 3">
            <a:extLst>
              <a:ext uri="{FF2B5EF4-FFF2-40B4-BE49-F238E27FC236}">
                <a16:creationId xmlns:a16="http://schemas.microsoft.com/office/drawing/2014/main" id="{3B7EBB4E-5699-4EBD-DE54-6FDE0DB35E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82A361-56E5-13B0-C472-A193F807A414}"/>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3229014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6E49CB-F760-1326-0AF5-8286A4CE9ED7}"/>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3" name="Footer Placeholder 2">
            <a:extLst>
              <a:ext uri="{FF2B5EF4-FFF2-40B4-BE49-F238E27FC236}">
                <a16:creationId xmlns:a16="http://schemas.microsoft.com/office/drawing/2014/main" id="{5959F5BD-61F8-A89D-048D-55302DFB9C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F2E7A2-DF37-5330-D5DC-A3AB7AF9962C}"/>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17916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881FC-A873-FAEE-F6EE-5883178D06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C15C91-3A90-2961-DA51-90FA98F003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174393-4277-7023-86A9-0879B5AD5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6CDE9-75B1-3E2B-02EA-CE2DD2ED44AE}"/>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86AF4248-61C5-B07F-8CF5-E9439C6AC1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244CFD-E903-381F-5D74-EAB8124BCD2F}"/>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2006306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93DC-726C-C3E2-4659-13F75F7AD3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61587D-B9E0-DEF9-FE4D-3B37E40EFA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BB36D1-E5B1-9E02-E031-24E3DA7A8F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E08869-31CB-0A46-6A5A-3F0E05891F98}"/>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05E75F6D-1000-DF96-428D-316E021661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597E09-6206-83B7-68CE-61DC05E72AA1}"/>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525707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B5F9-DB5B-EBDB-3990-FF3AAF29C5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2BCF06-DDFB-A4AD-47B7-892AE8A84A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39405C-2056-8F76-8A89-5BD2CD12AE66}"/>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360A0D1E-9415-6F12-C4F1-5F382B2DB6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33BFD4-5B37-3520-B422-8CD6C4AB116C}"/>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4208963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D92334B-9E7B-8FEA-1CD9-C3E5A09F71B7}"/>
              </a:ext>
            </a:extLst>
          </p:cNvPr>
          <p:cNvGrpSpPr/>
          <p:nvPr userDrawn="1"/>
        </p:nvGrpSpPr>
        <p:grpSpPr>
          <a:xfrm>
            <a:off x="0" y="0"/>
            <a:ext cx="12749348" cy="1115736"/>
            <a:chOff x="0" y="0"/>
            <a:chExt cx="12749348" cy="1115736"/>
          </a:xfrm>
        </p:grpSpPr>
        <p:sp>
          <p:nvSpPr>
            <p:cNvPr id="9" name="Rectangle 8">
              <a:extLst>
                <a:ext uri="{FF2B5EF4-FFF2-40B4-BE49-F238E27FC236}">
                  <a16:creationId xmlns:a16="http://schemas.microsoft.com/office/drawing/2014/main" id="{6BA87523-A317-FF63-33AF-C8FC6C5A497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81E28C11-1812-AB63-5BF1-6800DC78EA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FA003EF0-8330-B3CE-6EA1-778D00883C6B}"/>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3DFFC158-78BB-3F4C-5A43-7EF352697D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6DEB396F-FFBD-DD97-EB87-34CA6B3BDBE6}"/>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60FF5EA5-C3CB-592F-15B7-FAB4B98C914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CD028A07-57DF-A45E-BABF-5F56DCBB00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772898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115B-BE00-0F52-83B0-A0AD63188EA1}"/>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A7534D-E584-DD92-5C20-62AD14E06AC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C7DB34-2F47-1337-D2F8-3B42C8762E68}"/>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5BD4A6DF-71E8-ED31-74B8-DC53599C42A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1E6AF12-43A0-69E5-9E51-959C15925D2E}"/>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7422213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5F37-E112-91AA-1892-8A42C7D7662B}"/>
              </a:ext>
            </a:extLst>
          </p:cNvPr>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120B412-DF46-5987-CFAE-BFE2F322E7F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2FADA-B92F-4E46-BBE2-44548E3C0CC5}"/>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61620767-DC4B-00D0-C5BD-80FB0639FCE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DDCA88C-8BB8-9284-DEEF-905479D1A949}"/>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3300414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EAE9-B699-EDB2-A1E7-6FEB65D8C79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AA15CE-6771-AA94-8EC3-209B87D427E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9F9BFB-CEC5-400A-0B39-831882FE7C42}"/>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A651908F-7DBA-0CBC-67CF-A03F2F5D3C6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F08FA5B-49A6-3E30-387B-5AD5EAF9322E}"/>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4283290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EF62F-EEFF-FDED-7F92-EA81A2509D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C5311B5-FA14-E53B-4701-3E3F26A57112}"/>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6DC486-AEBD-2902-F701-7C7F4696AA46}"/>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B2FEC0-192F-D4DC-B6CE-551450BC34F1}"/>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4F4AE4D8-F8EA-075E-E0BE-393F41A0881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6FE078F-C2A5-049A-59C0-FBDCBE5E6363}"/>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895253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BF866-E9E0-7695-9127-E3AE7B3DB3A0}"/>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7CF13FC-A198-43FC-D0B5-034BFD58C376}"/>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0A4C82-BFB2-8831-A3C8-8A4BC7CB0D23}"/>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ED756C-F630-69C4-2478-7D152A71F0FA}"/>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507213-4E6D-C0AF-CE49-590C5F1BC52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68111D-5C3E-D7A2-6DA4-AA63CE571D00}"/>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8" name="Footer Placeholder 7">
            <a:extLst>
              <a:ext uri="{FF2B5EF4-FFF2-40B4-BE49-F238E27FC236}">
                <a16:creationId xmlns:a16="http://schemas.microsoft.com/office/drawing/2014/main" id="{78C06D5D-EA34-39E4-697F-30B6FF47282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E5E73D1-708B-D8FB-5321-0ECFE8CE3DBB}"/>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461621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62B1BF-DA80-F446-2A25-07B1D421F4D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6169"/>
            <a:ext cx="12191999" cy="899954"/>
          </a:xfrm>
          <a:prstGeom prst="rect">
            <a:avLst/>
          </a:prstGeom>
        </p:spPr>
      </p:pic>
      <p:sp>
        <p:nvSpPr>
          <p:cNvPr id="7" name="Content Placeholder 2">
            <a:extLst>
              <a:ext uri="{FF2B5EF4-FFF2-40B4-BE49-F238E27FC236}">
                <a16:creationId xmlns:a16="http://schemas.microsoft.com/office/drawing/2014/main" id="{ACB93387-06E7-B5B1-CB62-3D024B5FDE59}"/>
              </a:ext>
            </a:extLst>
          </p:cNvPr>
          <p:cNvSpPr>
            <a:spLocks noGrp="1"/>
          </p:cNvSpPr>
          <p:nvPr>
            <p:ph idx="1"/>
          </p:nvPr>
        </p:nvSpPr>
        <p:spPr>
          <a:xfrm>
            <a:off x="0" y="2238415"/>
            <a:ext cx="12192000" cy="3938547"/>
          </a:xfrm>
          <a:prstGeom prst="rect">
            <a:avLst/>
          </a:prstGeom>
        </p:spPr>
        <p:txBody>
          <a:bodyPr>
            <a:normAutofit fontScale="85000" lnSpcReduction="10000"/>
          </a:bodyPr>
          <a:lstStyle/>
          <a:p>
            <a:pPr marL="0" indent="0" algn="r">
              <a:buNone/>
            </a:pPr>
            <a:endParaRPr lang="en-US" sz="4400" dirty="0">
              <a:cs typeface="Jameel Noori Nastaleeq" panose="02000503000000020004"/>
            </a:endParaRPr>
          </a:p>
          <a:p>
            <a:pPr algn="r" rtl="1"/>
            <a:r>
              <a:rPr lang="ar-AE" sz="4400" dirty="0">
                <a:cs typeface="Jameel Noori Nastaleeq" panose="02000503000000020004"/>
              </a:rPr>
              <a:t>اسلام کی تعلیمات میں سائنسی اور ماحولیاتی رہنمائی کے حوالے سے نہایت جامع اصول موجود ہیں جو ماحولیاتی پائیداری کے لیے ایک مستقل اور دیرپا رہنمائی فراہم کرتے ہیں۔</a:t>
            </a:r>
            <a:endParaRPr lang="en-US" sz="4400" dirty="0">
              <a:cs typeface="Jameel Noori Nastaleeq" panose="02000503000000020004"/>
            </a:endParaRPr>
          </a:p>
          <a:p>
            <a:pPr marL="0" indent="0" algn="r">
              <a:buNone/>
            </a:pPr>
            <a:r>
              <a:rPr lang="ar-AE" sz="4400" dirty="0">
                <a:cs typeface="Jameel Noori Nastaleeq" panose="02000503000000020004"/>
              </a:rPr>
              <a:t> </a:t>
            </a:r>
            <a:endParaRPr lang="en-US" sz="4400" dirty="0">
              <a:cs typeface="Jameel Noori Nastaleeq" panose="02000503000000020004"/>
            </a:endParaRPr>
          </a:p>
          <a:p>
            <a:pPr algn="r" rtl="1"/>
            <a:r>
              <a:rPr lang="ar-AE" sz="4400" dirty="0">
                <a:cs typeface="Jameel Noori Nastaleeq" panose="02000503000000020004"/>
              </a:rPr>
              <a:t>قرآن و سنت میں زمین، پانی، ہوا، اور حیاتیاتی تنوع کے تحفظ کے اصول نہ صرف دینی بلکہ عملی طور پر بھی ماحولیاتی تحفظ کے اہم ستون ہیں۔ </a:t>
            </a:r>
            <a:endParaRPr lang="en-US" sz="4400" dirty="0">
              <a:cs typeface="Jameel Noori Nastaleeq" panose="02000503000000020004"/>
            </a:endParaRPr>
          </a:p>
        </p:txBody>
      </p:sp>
      <p:pic>
        <p:nvPicPr>
          <p:cNvPr id="8" name="Picture 7">
            <a:extLst>
              <a:ext uri="{FF2B5EF4-FFF2-40B4-BE49-F238E27FC236}">
                <a16:creationId xmlns:a16="http://schemas.microsoft.com/office/drawing/2014/main" id="{12E39042-6AE0-97D4-409C-CF228D03F8B8}"/>
              </a:ext>
            </a:extLst>
          </p:cNvPr>
          <p:cNvPicPr>
            <a:picLocks noChangeAspect="1"/>
          </p:cNvPicPr>
          <p:nvPr userDrawn="1"/>
        </p:nvPicPr>
        <p:blipFill>
          <a:blip r:embed="rId3">
            <a:extLst>
              <a:ext uri="{28A0092B-C50C-407E-A947-70E740481C1C}">
                <a14:useLocalDpi xmlns:a14="http://schemas.microsoft.com/office/drawing/2010/main" val="0"/>
              </a:ext>
            </a:extLst>
          </a:blip>
          <a:srcRect b="3033"/>
          <a:stretch/>
        </p:blipFill>
        <p:spPr>
          <a:xfrm>
            <a:off x="0" y="5975026"/>
            <a:ext cx="12192000" cy="1035698"/>
          </a:xfrm>
          <a:prstGeom prst="rect">
            <a:avLst/>
          </a:prstGeom>
        </p:spPr>
      </p:pic>
      <p:sp>
        <p:nvSpPr>
          <p:cNvPr id="9" name="Title 1">
            <a:extLst>
              <a:ext uri="{FF2B5EF4-FFF2-40B4-BE49-F238E27FC236}">
                <a16:creationId xmlns:a16="http://schemas.microsoft.com/office/drawing/2014/main" id="{4EB6C2E9-27EF-FC13-95BC-3342BD9CD169}"/>
              </a:ext>
            </a:extLst>
          </p:cNvPr>
          <p:cNvSpPr>
            <a:spLocks noGrp="1"/>
          </p:cNvSpPr>
          <p:nvPr>
            <p:ph type="title"/>
          </p:nvPr>
        </p:nvSpPr>
        <p:spPr>
          <a:xfrm>
            <a:off x="0" y="925670"/>
            <a:ext cx="12192000" cy="1210861"/>
          </a:xfrm>
          <a:prstGeom prst="rect">
            <a:avLst/>
          </a:prstGeom>
        </p:spPr>
        <p:txBody>
          <a:bodyPr>
            <a:normAutofit/>
          </a:bodyPr>
          <a:lstStyle/>
          <a:p>
            <a:pPr algn="r"/>
            <a:r>
              <a:rPr lang="ar-AE" b="1" dirty="0">
                <a:latin typeface="Jameel Noori Nastaleeq" panose="02000503000000020004" pitchFamily="2" charset="-78"/>
                <a:cs typeface="Jameel Noori Nastaleeq" panose="02000503000000020004" pitchFamily="2" charset="-78"/>
              </a:rPr>
              <a:t>اسلام کی سائنسی جہتوں کی تلاش: </a:t>
            </a:r>
            <a:br>
              <a:rPr lang="en-US" b="1" dirty="0">
                <a:latin typeface="Jameel Noori Nastaleeq" panose="02000503000000020004" pitchFamily="2" charset="-78"/>
                <a:cs typeface="Jameel Noori Nastaleeq" panose="02000503000000020004" pitchFamily="2" charset="-78"/>
              </a:rPr>
            </a:br>
            <a:r>
              <a:rPr lang="ar-AE" b="1" dirty="0">
                <a:latin typeface="Jameel Noori Nastaleeq" panose="02000503000000020004" pitchFamily="2" charset="-78"/>
                <a:cs typeface="Jameel Noori Nastaleeq" panose="02000503000000020004" pitchFamily="2" charset="-78"/>
              </a:rPr>
              <a:t>ماحولیاتی پائیداری کے لیے ایک مستقل رہنما ئی۔</a:t>
            </a:r>
            <a:endParaRPr lang="en-US" b="1" dirty="0">
              <a:latin typeface="Jameel Noori Nastaleeq" panose="02000503000000020004" pitchFamily="2" charset="-78"/>
              <a:cs typeface="Jameel Noori Nastaleeq" panose="02000503000000020004" pitchFamily="2" charset="-78"/>
            </a:endParaRPr>
          </a:p>
        </p:txBody>
      </p:sp>
    </p:spTree>
    <p:extLst>
      <p:ext uri="{BB962C8B-B14F-4D97-AF65-F5344CB8AC3E}">
        <p14:creationId xmlns:p14="http://schemas.microsoft.com/office/powerpoint/2010/main" val="2281992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6E49CB-F760-1326-0AF5-8286A4CE9ED7}"/>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3" name="Footer Placeholder 2">
            <a:extLst>
              <a:ext uri="{FF2B5EF4-FFF2-40B4-BE49-F238E27FC236}">
                <a16:creationId xmlns:a16="http://schemas.microsoft.com/office/drawing/2014/main" id="{5959F5BD-61F8-A89D-048D-55302DFB9C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2F2E7A2-DF37-5330-D5DC-A3AB7AF9962C}"/>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9255844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881FC-A873-FAEE-F6EE-5883178D06A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C15C91-3A90-2961-DA51-90FA98F003A7}"/>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174393-4277-7023-86A9-0879B5AD57C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6CDE9-75B1-3E2B-02EA-CE2DD2ED44AE}"/>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86AF4248-61C5-B07F-8CF5-E9439C6AC10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B244CFD-E903-381F-5D74-EAB8124BCD2F}"/>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26639562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93DC-726C-C3E2-4659-13F75F7AD3C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61587D-B9E0-DEF9-FE4D-3B37E40EFA5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BB36D1-E5B1-9E02-E031-24E3DA7A8F2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E08869-31CB-0A46-6A5A-3F0E05891F98}"/>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05E75F6D-1000-DF96-428D-316E021661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9597E09-6206-83B7-68CE-61DC05E72AA1}"/>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2656903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B5F9-DB5B-EBDB-3990-FF3AAF29C53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2BCF06-DDFB-A4AD-47B7-892AE8A84A5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39405C-2056-8F76-8A89-5BD2CD12AE66}"/>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360A0D1E-9415-6F12-C4F1-5F382B2DB6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F33BFD4-5B37-3520-B422-8CD6C4AB116C}"/>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830181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734513-24A2-646B-D60E-C4ACCB71E8E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70716F-8EA8-A5F8-F3AE-AD3E75E6819C}"/>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AC1B6-A296-6481-DE8D-831479539B71}"/>
              </a:ext>
            </a:extLst>
          </p:cNvPr>
          <p:cNvSpPr>
            <a:spLocks noGrp="1"/>
          </p:cNvSpPr>
          <p:nvPr>
            <p:ph type="dt" sz="half" idx="10"/>
          </p:nvPr>
        </p:nvSpPr>
        <p:spPr>
          <a:xfrm>
            <a:off x="838200" y="6356350"/>
            <a:ext cx="2743200" cy="365125"/>
          </a:xfrm>
          <a:prstGeom prst="rect">
            <a:avLst/>
          </a:prstGeom>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49F6BBB5-FC06-9799-5147-CA6F9189D7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4F746FA-0E05-4E65-3455-F661E96DDC73}"/>
              </a:ext>
            </a:extLst>
          </p:cNvPr>
          <p:cNvSpPr>
            <a:spLocks noGrp="1"/>
          </p:cNvSpPr>
          <p:nvPr>
            <p:ph type="sldNum" sz="quarter" idx="12"/>
          </p:nvPr>
        </p:nvSpPr>
        <p:spPr>
          <a:xfrm>
            <a:off x="8610600" y="6356350"/>
            <a:ext cx="2743200" cy="365125"/>
          </a:xfrm>
          <a:prstGeom prst="rect">
            <a:avLst/>
          </a:prstGeom>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0927985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006497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F0218E89-FE91-00B4-51A7-30EDB0077FF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E37595A1-2135-3D78-300B-6424FD5AED4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EBEB6545-D48A-0447-0BA5-0656B10AF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180CE087-3B89-F374-6DAC-24EEEF115F4B}"/>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D59E33EF-663A-D56C-12B7-28125E3082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BC576DC8-6A73-451C-8C8B-8BC1A853D76E}"/>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B3544839-1D07-040D-FC86-44ED873A09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7A9CA787-F66D-BEAC-0010-024AE8FB38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8500890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3628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8471493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397703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9226671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449591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6981103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815492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9476297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74675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DFFAD-F669-F744-D232-A25BD21F80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2B8626-CADB-B9CA-3AEB-74D0D57AAA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7BDA31-22E0-E143-D9E2-20A4515AD382}"/>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5" name="Footer Placeholder 4">
            <a:extLst>
              <a:ext uri="{FF2B5EF4-FFF2-40B4-BE49-F238E27FC236}">
                <a16:creationId xmlns:a16="http://schemas.microsoft.com/office/drawing/2014/main" id="{63C4ED40-B678-12A3-2D8F-12D919E4F6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7D89C-49D2-BBB9-EFD4-A1226D5B6DE2}"/>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23289144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79FBD-380C-4BAE-6EF3-9B5BB36FC3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5E01AF-0941-1EF3-0C02-B13CF8134D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9D835-469D-FE74-D586-31F520655CD9}"/>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5" name="Footer Placeholder 4">
            <a:extLst>
              <a:ext uri="{FF2B5EF4-FFF2-40B4-BE49-F238E27FC236}">
                <a16:creationId xmlns:a16="http://schemas.microsoft.com/office/drawing/2014/main" id="{36732069-C2D3-FED3-1B9F-AFE4323364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B7D680-6321-E918-89A2-E79B1CCB890C}"/>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35460489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EB963-8A23-54AB-19FF-DB7CFD8256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20B243-2ABD-A2D0-B7CB-E2C58D7D5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A4A167-D715-5E3E-89BF-6CFEBCD3665D}"/>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5" name="Footer Placeholder 4">
            <a:extLst>
              <a:ext uri="{FF2B5EF4-FFF2-40B4-BE49-F238E27FC236}">
                <a16:creationId xmlns:a16="http://schemas.microsoft.com/office/drawing/2014/main" id="{28865DD8-BC69-101F-DCE4-73F3AD4245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85953-2AFE-A387-4ADB-029B97C816B6}"/>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17064733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0B49F-69D0-EDAC-C5F3-0169D8FF7E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D5DC4F-8DB0-AC66-1DBE-86D248609E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3723BB-E83A-B482-70F0-D941453F9F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A945DC-79B1-D357-817F-61FD9B114EC3}"/>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6" name="Footer Placeholder 5">
            <a:extLst>
              <a:ext uri="{FF2B5EF4-FFF2-40B4-BE49-F238E27FC236}">
                <a16:creationId xmlns:a16="http://schemas.microsoft.com/office/drawing/2014/main" id="{03A5873C-D08B-30CA-4D58-000493BFD6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F43F41-E849-AF3B-D083-A17D82DEDDF1}"/>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21330121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94A6-506E-C5B9-861D-C57D260B8F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59928C-74C9-9F89-B17C-2D933583D7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A2980B-DF65-3805-97FC-F6F055C586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9FD6AD-0497-D19C-CF72-03CF663D56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DF16B7-5C03-4C48-AFD5-977D714ACF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21953D-165F-8243-4842-3F250AF10343}"/>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8" name="Footer Placeholder 7">
            <a:extLst>
              <a:ext uri="{FF2B5EF4-FFF2-40B4-BE49-F238E27FC236}">
                <a16:creationId xmlns:a16="http://schemas.microsoft.com/office/drawing/2014/main" id="{23F12C57-C70B-FCC0-1EB8-816C7E2037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DAFC50-3CBF-6E34-3701-4DE26485AD8B}"/>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30090813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F844-625C-9E1F-4E8E-7C80294DB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BB590A-463E-6218-D792-A7411B3C0685}"/>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4" name="Footer Placeholder 3">
            <a:extLst>
              <a:ext uri="{FF2B5EF4-FFF2-40B4-BE49-F238E27FC236}">
                <a16:creationId xmlns:a16="http://schemas.microsoft.com/office/drawing/2014/main" id="{6DF0B83A-7E31-C307-D3EB-33D342F293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52C013-CF41-F244-764A-BB728C093CE3}"/>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17247329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659054-8943-EFE5-4E8A-AC5627540BB7}"/>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3" name="Footer Placeholder 2">
            <a:extLst>
              <a:ext uri="{FF2B5EF4-FFF2-40B4-BE49-F238E27FC236}">
                <a16:creationId xmlns:a16="http://schemas.microsoft.com/office/drawing/2014/main" id="{94EE9374-F9FB-3A11-FE97-733B24E629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3F61C-B998-9F59-CA30-175E560968A6}"/>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7734087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2B729-9D4F-34CF-FAF3-CBE472A999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01B8D6-7D33-2E96-81FC-65296C4546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0DB8B7-DCFF-4006-8321-DA164B159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725220-4BA6-84F8-B375-29FBF8B16E74}"/>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6" name="Footer Placeholder 5">
            <a:extLst>
              <a:ext uri="{FF2B5EF4-FFF2-40B4-BE49-F238E27FC236}">
                <a16:creationId xmlns:a16="http://schemas.microsoft.com/office/drawing/2014/main" id="{F941AE43-A5D8-7F17-C951-ED492BFCDF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98460E-E336-DBCC-A316-D372724B6681}"/>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39440698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62BBB-A1F0-EFCE-3E74-A0C05FF188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D10376-46FE-1557-676D-B0154F4102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09CAE2-DDA7-3405-2A9E-75EB0439B7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4C1CF3-624E-C178-C7DD-C8A67129D3D8}"/>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6" name="Footer Placeholder 5">
            <a:extLst>
              <a:ext uri="{FF2B5EF4-FFF2-40B4-BE49-F238E27FC236}">
                <a16:creationId xmlns:a16="http://schemas.microsoft.com/office/drawing/2014/main" id="{E380C5D2-9402-D61A-C7D5-1856396CA7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DDDE4D-3465-2724-09D1-9B0AC75052D0}"/>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5722960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208C0-A820-3375-3A09-9388B1B924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07ABD0-BD36-77AC-782C-B54273B156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33196-832D-8CE8-9F29-5E813E5A6570}"/>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5" name="Footer Placeholder 4">
            <a:extLst>
              <a:ext uri="{FF2B5EF4-FFF2-40B4-BE49-F238E27FC236}">
                <a16:creationId xmlns:a16="http://schemas.microsoft.com/office/drawing/2014/main" id="{132D5254-28E5-1B29-CB25-47E4A39686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86412-D1C7-332D-F2CE-25307DFA889C}"/>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37254486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36C722-141E-C1E6-DC7D-D105EFEF8D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715364-A9D2-2B73-625A-76235D2525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64A595-3CCA-C659-7A09-EEE2DC0428DF}"/>
              </a:ext>
            </a:extLst>
          </p:cNvPr>
          <p:cNvSpPr>
            <a:spLocks noGrp="1"/>
          </p:cNvSpPr>
          <p:nvPr>
            <p:ph type="dt" sz="half" idx="10"/>
          </p:nvPr>
        </p:nvSpPr>
        <p:spPr/>
        <p:txBody>
          <a:bodyPr/>
          <a:lstStyle/>
          <a:p>
            <a:fld id="{4321FD18-8A88-4084-97BF-2EFB25318D70}" type="datetimeFigureOut">
              <a:rPr lang="en-US" smtClean="0"/>
              <a:t>3/8/2025</a:t>
            </a:fld>
            <a:endParaRPr lang="en-US"/>
          </a:p>
        </p:txBody>
      </p:sp>
      <p:sp>
        <p:nvSpPr>
          <p:cNvPr id="5" name="Footer Placeholder 4">
            <a:extLst>
              <a:ext uri="{FF2B5EF4-FFF2-40B4-BE49-F238E27FC236}">
                <a16:creationId xmlns:a16="http://schemas.microsoft.com/office/drawing/2014/main" id="{72FC54EC-DD6E-AA6D-BF84-5CB7ED740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F4F191-8B4D-1484-4273-F3D7066FE0AF}"/>
              </a:ext>
            </a:extLst>
          </p:cNvPr>
          <p:cNvSpPr>
            <a:spLocks noGrp="1"/>
          </p:cNvSpPr>
          <p:nvPr>
            <p:ph type="sldNum" sz="quarter" idx="12"/>
          </p:nvPr>
        </p:nvSpPr>
        <p:spPr/>
        <p:txBody>
          <a:bodyPr/>
          <a:lstStyle/>
          <a:p>
            <a:fld id="{72B17452-9433-4FBE-9FAB-FDD6B25C1C9F}" type="slidenum">
              <a:rPr lang="en-US" smtClean="0"/>
              <a:t>‹#›</a:t>
            </a:fld>
            <a:endParaRPr lang="en-US"/>
          </a:p>
        </p:txBody>
      </p:sp>
    </p:spTree>
    <p:extLst>
      <p:ext uri="{BB962C8B-B14F-4D97-AF65-F5344CB8AC3E}">
        <p14:creationId xmlns:p14="http://schemas.microsoft.com/office/powerpoint/2010/main" val="18723378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115B-BE00-0F52-83B0-A0AD63188E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A7534D-E584-DD92-5C20-62AD14E06A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C7DB34-2F47-1337-D2F8-3B42C8762E68}"/>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5BD4A6DF-71E8-ED31-74B8-DC53599C4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E6AF12-43A0-69E5-9E51-959C15925D2E}"/>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0127077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5F37-E112-91AA-1892-8A42C7D7662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120B412-DF46-5987-CFAE-BFE2F322E7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2FADA-B92F-4E46-BBE2-44548E3C0CC5}"/>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61620767-DC4B-00D0-C5BD-80FB0639FC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CA88C-8BB8-9284-DEEF-905479D1A949}"/>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33212034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EAE9-B699-EDB2-A1E7-6FEB65D8C7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AA15CE-6771-AA94-8EC3-209B87D427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9F9BFB-CEC5-400A-0B39-831882FE7C42}"/>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A651908F-7DBA-0CBC-67CF-A03F2F5D3C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8FA5B-49A6-3E30-387B-5AD5EAF9322E}"/>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33213913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EF62F-EEFF-FDED-7F92-EA81A2509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5311B5-FA14-E53B-4701-3E3F26A571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6DC486-AEBD-2902-F701-7C7F4696AA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B2FEC0-192F-D4DC-B6CE-551450BC34F1}"/>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4F4AE4D8-F8EA-075E-E0BE-393F41A088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FE078F-C2A5-049A-59C0-FBDCBE5E6363}"/>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6355856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BF866-E9E0-7695-9127-E3AE7B3DB3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CF13FC-A198-43FC-D0B5-034BFD58C3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0A4C82-BFB2-8831-A3C8-8A4BC7CB0D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ED756C-F630-69C4-2478-7D152A71F0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507213-4E6D-C0AF-CE49-590C5F1BC5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68111D-5C3E-D7A2-6DA4-AA63CE571D00}"/>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8" name="Footer Placeholder 7">
            <a:extLst>
              <a:ext uri="{FF2B5EF4-FFF2-40B4-BE49-F238E27FC236}">
                <a16:creationId xmlns:a16="http://schemas.microsoft.com/office/drawing/2014/main" id="{78C06D5D-EA34-39E4-697F-30B6FF4728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5E73D1-708B-D8FB-5321-0ECFE8CE3DBB}"/>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86267278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1254F-5091-0DED-A2BA-03E38C19A5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1E4DCE-CE0A-6DAC-D706-27E3485DFE33}"/>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4" name="Footer Placeholder 3">
            <a:extLst>
              <a:ext uri="{FF2B5EF4-FFF2-40B4-BE49-F238E27FC236}">
                <a16:creationId xmlns:a16="http://schemas.microsoft.com/office/drawing/2014/main" id="{3B7EBB4E-5699-4EBD-DE54-6FDE0DB35E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82A361-56E5-13B0-C472-A193F807A414}"/>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28927788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6E49CB-F760-1326-0AF5-8286A4CE9ED7}"/>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3" name="Footer Placeholder 2">
            <a:extLst>
              <a:ext uri="{FF2B5EF4-FFF2-40B4-BE49-F238E27FC236}">
                <a16:creationId xmlns:a16="http://schemas.microsoft.com/office/drawing/2014/main" id="{5959F5BD-61F8-A89D-048D-55302DFB9C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F2E7A2-DF37-5330-D5DC-A3AB7AF9962C}"/>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33110905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881FC-A873-FAEE-F6EE-5883178D06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C15C91-3A90-2961-DA51-90FA98F003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174393-4277-7023-86A9-0879B5AD5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6CDE9-75B1-3E2B-02EA-CE2DD2ED44AE}"/>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86AF4248-61C5-B07F-8CF5-E9439C6AC1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244CFD-E903-381F-5D74-EAB8124BCD2F}"/>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12125696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93DC-726C-C3E2-4659-13F75F7AD3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61587D-B9E0-DEF9-FE4D-3B37E40EFA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BB36D1-E5B1-9E02-E031-24E3DA7A8F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E08869-31CB-0A46-6A5A-3F0E05891F98}"/>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6" name="Footer Placeholder 5">
            <a:extLst>
              <a:ext uri="{FF2B5EF4-FFF2-40B4-BE49-F238E27FC236}">
                <a16:creationId xmlns:a16="http://schemas.microsoft.com/office/drawing/2014/main" id="{05E75F6D-1000-DF96-428D-316E021661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597E09-6206-83B7-68CE-61DC05E72AA1}"/>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5378949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B5F9-DB5B-EBDB-3990-FF3AAF29C5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2BCF06-DDFB-A4AD-47B7-892AE8A84A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39405C-2056-8F76-8A89-5BD2CD12AE66}"/>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360A0D1E-9415-6F12-C4F1-5F382B2DB6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33BFD4-5B37-3520-B422-8CD6C4AB116C}"/>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3003602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734513-24A2-646B-D60E-C4ACCB71E8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70716F-8EA8-A5F8-F3AE-AD3E75E681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AC1B6-A296-6481-DE8D-831479539B71}"/>
              </a:ext>
            </a:extLst>
          </p:cNvPr>
          <p:cNvSpPr>
            <a:spLocks noGrp="1"/>
          </p:cNvSpPr>
          <p:nvPr>
            <p:ph type="dt" sz="half" idx="10"/>
          </p:nvPr>
        </p:nvSpPr>
        <p:spPr/>
        <p:txBody>
          <a:body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49F6BBB5-FC06-9799-5147-CA6F9189D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746FA-0E05-4E65-3455-F661E96DDC73}"/>
              </a:ext>
            </a:extLst>
          </p:cNvPr>
          <p:cNvSpPr>
            <a:spLocks noGrp="1"/>
          </p:cNvSpPr>
          <p:nvPr>
            <p:ph type="sldNum" sz="quarter" idx="12"/>
          </p:nvPr>
        </p:nvSpPr>
        <p:spPr/>
        <p:txBody>
          <a:bodyPr/>
          <a:lstStyle/>
          <a:p>
            <a:fld id="{25B8A4F3-5925-4813-9170-84D3B664D78B}" type="slidenum">
              <a:rPr lang="en-US" smtClean="0"/>
              <a:t>‹#›</a:t>
            </a:fld>
            <a:endParaRPr lang="en-US"/>
          </a:p>
        </p:txBody>
      </p:sp>
    </p:spTree>
    <p:extLst>
      <p:ext uri="{BB962C8B-B14F-4D97-AF65-F5344CB8AC3E}">
        <p14:creationId xmlns:p14="http://schemas.microsoft.com/office/powerpoint/2010/main" val="3838273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svg"/><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41DF6E-0E07-6406-57F6-AAE0D2AB74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5FB613-4DE0-3178-2BFC-572F9C8F12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8A0C1-7205-8F75-778A-A306E1814C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0373CC7C-5840-B084-88C3-16610AFBAA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A31099-441F-599F-C183-124C70B89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B8A4F3-5925-4813-9170-84D3B664D78B}" type="slidenum">
              <a:rPr lang="en-US" smtClean="0"/>
              <a:t>‹#›</a:t>
            </a:fld>
            <a:endParaRPr lang="en-US"/>
          </a:p>
        </p:txBody>
      </p:sp>
    </p:spTree>
    <p:extLst>
      <p:ext uri="{BB962C8B-B14F-4D97-AF65-F5344CB8AC3E}">
        <p14:creationId xmlns:p14="http://schemas.microsoft.com/office/powerpoint/2010/main" val="3280855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9B9770E-51CF-2C4F-A8B2-360EDA3987E5}"/>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A11CEF50-0C46-4A6C-CFDA-778292149BC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48FEDFDB-0A1B-E739-FB83-B91D2506D65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1F8D5021-176A-55B0-A69B-62C5880298D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70325D9E-CC49-73B9-1129-D68CFC29FF6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D9FAA1A2-E037-D8F2-1ED0-1C1B460B618F}"/>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1655036C-A31F-C509-EE62-EE211829EC4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DE15F113-C08D-EB85-F6B9-9E42AA43AA2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629489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B19BF24E-8857-15FB-35DC-63E8E05BDC4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D73BBF49-CEAD-EB1E-4F95-D8617074BCBF}"/>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5179C005-0F7F-3F16-56A7-110BCB515BD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8FE68011-1363-83B0-5E92-A0541D3016C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74624E39-ED07-3779-81D7-346EFACDFF0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4C3B84DB-A1EC-D7DD-EDFF-3EA1DE840F4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7C8D8347-E136-3293-DD8A-B522E9102E5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AB363484-B7E9-D079-335D-5D969BC6C82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11088216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241449-6FCB-A086-7AC1-04970D54BA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55CF2C-5CD7-31CC-E5B3-6CB8CB4C1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A1A57-F5B5-0DC4-6DED-00A825B9CC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21FD18-8A88-4084-97BF-2EFB25318D70}" type="datetimeFigureOut">
              <a:rPr lang="en-US" smtClean="0"/>
              <a:t>3/8/2025</a:t>
            </a:fld>
            <a:endParaRPr lang="en-US"/>
          </a:p>
        </p:txBody>
      </p:sp>
      <p:sp>
        <p:nvSpPr>
          <p:cNvPr id="5" name="Footer Placeholder 4">
            <a:extLst>
              <a:ext uri="{FF2B5EF4-FFF2-40B4-BE49-F238E27FC236}">
                <a16:creationId xmlns:a16="http://schemas.microsoft.com/office/drawing/2014/main" id="{C925DA26-38EE-4E65-51FC-1900416BB9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3D936C-4A06-B152-DE67-C92F8FCCF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17452-9433-4FBE-9FAB-FDD6B25C1C9F}" type="slidenum">
              <a:rPr lang="en-US" smtClean="0"/>
              <a:t>‹#›</a:t>
            </a:fld>
            <a:endParaRPr lang="en-US"/>
          </a:p>
        </p:txBody>
      </p:sp>
    </p:spTree>
    <p:extLst>
      <p:ext uri="{BB962C8B-B14F-4D97-AF65-F5344CB8AC3E}">
        <p14:creationId xmlns:p14="http://schemas.microsoft.com/office/powerpoint/2010/main" val="210186861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41DF6E-0E07-6406-57F6-AAE0D2AB74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B5FB613-4DE0-3178-2BFC-572F9C8F12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8A0C1-7205-8F75-778A-A306E1814C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9AD59F-23AB-43A6-BAD0-4EDC04343C9E}" type="datetimeFigureOut">
              <a:rPr lang="en-US" smtClean="0"/>
              <a:t>3/8/2025</a:t>
            </a:fld>
            <a:endParaRPr lang="en-US"/>
          </a:p>
        </p:txBody>
      </p:sp>
      <p:sp>
        <p:nvSpPr>
          <p:cNvPr id="5" name="Footer Placeholder 4">
            <a:extLst>
              <a:ext uri="{FF2B5EF4-FFF2-40B4-BE49-F238E27FC236}">
                <a16:creationId xmlns:a16="http://schemas.microsoft.com/office/drawing/2014/main" id="{0373CC7C-5840-B084-88C3-16610AFBAA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A31099-441F-599F-C183-124C70B89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B8A4F3-5925-4813-9170-84D3B664D78B}" type="slidenum">
              <a:rPr lang="en-US" smtClean="0"/>
              <a:t>‹#›</a:t>
            </a:fld>
            <a:endParaRPr lang="en-US"/>
          </a:p>
        </p:txBody>
      </p:sp>
    </p:spTree>
    <p:extLst>
      <p:ext uri="{BB962C8B-B14F-4D97-AF65-F5344CB8AC3E}">
        <p14:creationId xmlns:p14="http://schemas.microsoft.com/office/powerpoint/2010/main" val="1011076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4D1167-40A9-CACD-B505-FA4108EAEB85}"/>
              </a:ext>
            </a:extLst>
          </p:cNvPr>
          <p:cNvSpPr>
            <a:spLocks noGrp="1"/>
          </p:cNvSpPr>
          <p:nvPr>
            <p:ph idx="1"/>
          </p:nvPr>
        </p:nvSpPr>
        <p:spPr>
          <a:xfrm>
            <a:off x="838200" y="1259633"/>
            <a:ext cx="10515600" cy="4917330"/>
          </a:xfrm>
        </p:spPr>
        <p:txBody>
          <a:bodyPr>
            <a:normAutofit lnSpcReduction="10000"/>
          </a:bodyPr>
          <a:lstStyle/>
          <a:p>
            <a:pPr marL="0" indent="0" algn="ctr">
              <a:buNone/>
            </a:pPr>
            <a:r>
              <a:rPr lang="en-US" sz="4000" b="1" dirty="0">
                <a:latin typeface="Times New Roman" panose="02020603050405020304" pitchFamily="18" charset="0"/>
                <a:cs typeface="Times New Roman" panose="02020603050405020304" pitchFamily="18" charset="0"/>
              </a:rPr>
              <a:t>Comparative Study of Religions</a:t>
            </a:r>
          </a:p>
          <a:p>
            <a:pPr marL="0" indent="0" algn="ctr">
              <a:buNone/>
            </a:pPr>
            <a:r>
              <a:rPr lang="en-US" sz="4000" b="1" dirty="0">
                <a:latin typeface="Times New Roman" panose="02020603050405020304" pitchFamily="18" charset="0"/>
                <a:cs typeface="Times New Roman" panose="02020603050405020304" pitchFamily="18" charset="0"/>
              </a:rPr>
              <a:t>Lecture No:03  </a:t>
            </a:r>
            <a:endParaRPr lang="en-US" sz="3600" dirty="0">
              <a:latin typeface="Times New Roman" panose="02020603050405020304" pitchFamily="18" charset="0"/>
              <a:cs typeface="Times New Roman" panose="02020603050405020304" pitchFamily="18" charset="0"/>
            </a:endParaRPr>
          </a:p>
          <a:p>
            <a:pPr marL="0" indent="0" algn="r">
              <a:buNone/>
            </a:pPr>
            <a:endParaRPr lang="en-US" sz="3600" dirty="0">
              <a:latin typeface="Times New Roman" panose="02020603050405020304" pitchFamily="18" charset="0"/>
              <a:cs typeface="Times New Roman" panose="02020603050405020304" pitchFamily="18" charset="0"/>
            </a:endParaRPr>
          </a:p>
          <a:p>
            <a:pPr marL="0" indent="0" algn="ctr">
              <a:buNone/>
            </a:pPr>
            <a:r>
              <a:rPr lang="ur-PK" sz="3600" b="1" dirty="0">
                <a:latin typeface="Jameel Noori Nastaleeq" panose="02000503000000000004" pitchFamily="2" charset="-78"/>
                <a:cs typeface="Jameel Noori Nastaleeq" panose="02000503000000000004" pitchFamily="2" charset="-78"/>
              </a:rPr>
              <a:t>سامی مذاھب کا تعارف( تاریخ،کتب،بانیان )</a:t>
            </a:r>
            <a:endParaRPr lang="en-US" sz="3600" b="1" dirty="0">
              <a:latin typeface="Jameel Noori Nastaleeq" panose="02000503000000000004" pitchFamily="2" charset="-78"/>
              <a:cs typeface="Jameel Noori Nastaleeq" panose="02000503000000000004" pitchFamily="2" charset="-78"/>
            </a:endParaRPr>
          </a:p>
          <a:p>
            <a:pPr marL="0" indent="0" algn="r">
              <a:buNone/>
            </a:pPr>
            <a:endParaRPr lang="en-US" sz="3600" dirty="0">
              <a:latin typeface="Times New Roman" panose="02020603050405020304" pitchFamily="18" charset="0"/>
              <a:cs typeface="Times New Roman" panose="02020603050405020304" pitchFamily="18" charset="0"/>
            </a:endParaRPr>
          </a:p>
          <a:p>
            <a:pPr marL="0" indent="0" algn="r">
              <a:buNone/>
            </a:pPr>
            <a:r>
              <a:rPr lang="en-US" sz="3600" dirty="0">
                <a:latin typeface="Times New Roman" panose="02020603050405020304" pitchFamily="18" charset="0"/>
                <a:cs typeface="Times New Roman" panose="02020603050405020304" pitchFamily="18" charset="0"/>
              </a:rPr>
              <a:t>Dr. Matloob Ahmad</a:t>
            </a:r>
          </a:p>
          <a:p>
            <a:pPr marL="0" indent="0" algn="r">
              <a:buNone/>
            </a:pPr>
            <a:r>
              <a:rPr lang="en-US" sz="3600" dirty="0">
                <a:latin typeface="Times New Roman" panose="02020603050405020304" pitchFamily="18" charset="0"/>
                <a:cs typeface="Times New Roman" panose="02020603050405020304" pitchFamily="18" charset="0"/>
              </a:rPr>
              <a:t>Dean Faculty of Arts and Social Sciences</a:t>
            </a:r>
          </a:p>
          <a:p>
            <a:pPr marL="0" indent="0" algn="r">
              <a:buNone/>
            </a:pPr>
            <a:r>
              <a:rPr lang="en-US" sz="3600" dirty="0">
                <a:latin typeface="Times New Roman" panose="02020603050405020304" pitchFamily="18" charset="0"/>
                <a:cs typeface="Times New Roman" panose="02020603050405020304" pitchFamily="18" charset="0"/>
              </a:rPr>
              <a:t>The University Faisalabad</a:t>
            </a:r>
          </a:p>
        </p:txBody>
      </p:sp>
    </p:spTree>
    <p:extLst>
      <p:ext uri="{BB962C8B-B14F-4D97-AF65-F5344CB8AC3E}">
        <p14:creationId xmlns:p14="http://schemas.microsoft.com/office/powerpoint/2010/main" val="172544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B5A7E-CD8F-C47C-A4C8-72F34911C8AF}"/>
              </a:ext>
            </a:extLst>
          </p:cNvPr>
          <p:cNvSpPr>
            <a:spLocks noGrp="1"/>
          </p:cNvSpPr>
          <p:nvPr>
            <p:ph type="title" idx="4294967295"/>
          </p:nvPr>
        </p:nvSpPr>
        <p:spPr>
          <a:xfrm>
            <a:off x="838200" y="1169597"/>
            <a:ext cx="10515600" cy="1116402"/>
          </a:xfrm>
        </p:spPr>
        <p:txBody>
          <a:bodyPr>
            <a:normAutofit/>
          </a:bodyPr>
          <a:lstStyle/>
          <a:p>
            <a:pPr algn="r"/>
            <a:r>
              <a:rPr lang="ar-AE" b="1" dirty="0">
                <a:latin typeface="Jameel Noori Nastaleeq" panose="02000503000000020004" pitchFamily="2" charset="-78"/>
                <a:cs typeface="Jameel Noori Nastaleeq" panose="02000503000000020004" pitchFamily="2" charset="-78"/>
              </a:rPr>
              <a:t>سامی مذاھب کا تعارف( تاریخ،کتب،بانیان</a:t>
            </a:r>
            <a:r>
              <a:rPr lang="ur-PK" b="1" dirty="0">
                <a:latin typeface="Jameel Noori Nastaleeq" panose="02000503000000020004" pitchFamily="2" charset="-78"/>
                <a:cs typeface="Jameel Noori Nastaleeq" panose="02000503000000020004" pitchFamily="2" charset="-78"/>
              </a:rPr>
              <a:t>)</a:t>
            </a:r>
            <a:r>
              <a:rPr lang="ar-AE" b="1" dirty="0">
                <a:latin typeface="Jameel Noori Nastaleeq" panose="02000503000000020004" pitchFamily="2" charset="-78"/>
                <a:cs typeface="Jameel Noori Nastaleeq" panose="02000503000000020004" pitchFamily="2" charset="-78"/>
              </a:rPr>
              <a:t> </a:t>
            </a:r>
            <a:endParaRPr lang="en-US" b="1" dirty="0">
              <a:latin typeface="Jameel Noori Nastaleeq" panose="02000503000000020004" pitchFamily="2" charset="-78"/>
              <a:cs typeface="Jameel Noori Nastaleeq" panose="02000503000000020004" pitchFamily="2" charset="-78"/>
            </a:endParaRPr>
          </a:p>
        </p:txBody>
      </p:sp>
      <p:sp>
        <p:nvSpPr>
          <p:cNvPr id="3" name="Content Placeholder 2">
            <a:extLst>
              <a:ext uri="{FF2B5EF4-FFF2-40B4-BE49-F238E27FC236}">
                <a16:creationId xmlns:a16="http://schemas.microsoft.com/office/drawing/2014/main" id="{AFC2269A-72E6-5009-B4FE-A7A465F8F415}"/>
              </a:ext>
            </a:extLst>
          </p:cNvPr>
          <p:cNvSpPr>
            <a:spLocks noGrp="1"/>
          </p:cNvSpPr>
          <p:nvPr>
            <p:ph idx="4294967295"/>
          </p:nvPr>
        </p:nvSpPr>
        <p:spPr>
          <a:xfrm>
            <a:off x="838200" y="2285999"/>
            <a:ext cx="10515600" cy="3890963"/>
          </a:xfrm>
        </p:spPr>
        <p:txBody>
          <a:bodyPr>
            <a:noAutofit/>
          </a:bodyPr>
          <a:lstStyle/>
          <a:p>
            <a:pPr algn="r" rtl="1">
              <a:lnSpc>
                <a:spcPct val="160000"/>
              </a:lnSpc>
              <a:buFont typeface="Wingdings" panose="05000000000000000000" pitchFamily="2" charset="2"/>
              <a:buChar char="§"/>
            </a:pPr>
            <a:r>
              <a:rPr lang="en-US" sz="3200" dirty="0">
                <a:cs typeface="Jameel Noori Nastaleeq" panose="02000503000000020004"/>
              </a:rPr>
              <a:t>Semitic Religions)</a:t>
            </a:r>
            <a:r>
              <a:rPr lang="ur-PK" sz="3200" dirty="0">
                <a:cs typeface="Jameel Noori Nastaleeq" panose="02000503000000020004"/>
              </a:rPr>
              <a:t> )سامی مذاہب </a:t>
            </a:r>
            <a:r>
              <a:rPr lang="en-US" sz="3200" dirty="0">
                <a:cs typeface="Jameel Noori Nastaleeq" panose="02000503000000020004"/>
              </a:rPr>
              <a:t> </a:t>
            </a:r>
            <a:endParaRPr lang="ur-PK" sz="3200" dirty="0">
              <a:cs typeface="Jameel Noori Nastaleeq" panose="02000503000000020004"/>
            </a:endParaRPr>
          </a:p>
          <a:p>
            <a:pPr algn="r" rtl="1">
              <a:lnSpc>
                <a:spcPct val="160000"/>
              </a:lnSpc>
              <a:buFont typeface="Wingdings" panose="05000000000000000000" pitchFamily="2" charset="2"/>
              <a:buChar char="§"/>
            </a:pPr>
            <a:r>
              <a:rPr lang="ur-PK" sz="3200" dirty="0">
                <a:cs typeface="Jameel Noori Nastaleeq" panose="02000503000000020004"/>
              </a:rPr>
              <a:t>وہ مذاہب ہیں جو سامی زبان بولنے والے اقوام میں پیدا ہوئے۔ یہ مذاہب بنیادی طور پر مشرق وسطیٰ کے علاقے سے تعلق رکھتے ہیں اور ان میں یہودیت، مسیحیت اور اسلام شامل ہیں۔</a:t>
            </a:r>
          </a:p>
          <a:p>
            <a:pPr algn="r" rtl="1">
              <a:lnSpc>
                <a:spcPct val="160000"/>
              </a:lnSpc>
              <a:buFont typeface="Wingdings" panose="05000000000000000000" pitchFamily="2" charset="2"/>
              <a:buChar char="§"/>
            </a:pPr>
            <a:r>
              <a:rPr lang="ur-PK" sz="3200" dirty="0">
                <a:cs typeface="Jameel Noori Nastaleeq" panose="02000503000000020004"/>
              </a:rPr>
              <a:t> یہ تینوں مذاہب ابراہیمی مذاہب کے نام سے بھی جانے جاتے ہیں</a:t>
            </a:r>
          </a:p>
          <a:p>
            <a:pPr algn="r" rtl="1">
              <a:lnSpc>
                <a:spcPct val="160000"/>
              </a:lnSpc>
              <a:buFont typeface="Wingdings" panose="05000000000000000000" pitchFamily="2" charset="2"/>
              <a:buChar char="§"/>
            </a:pPr>
            <a:r>
              <a:rPr lang="ur-PK" sz="3200" dirty="0">
                <a:cs typeface="Jameel Noori Nastaleeq" panose="02000503000000020004"/>
              </a:rPr>
              <a:t> کیونکہ ان کا تعلق حضرت ابراہیم علیہ السلام سے ہے۔</a:t>
            </a:r>
            <a:endParaRPr lang="en-US" sz="3200" dirty="0">
              <a:cs typeface="Jameel Noori Nastaleeq" panose="02000503000000020004"/>
            </a:endParaRPr>
          </a:p>
        </p:txBody>
      </p:sp>
      <p:grpSp>
        <p:nvGrpSpPr>
          <p:cNvPr id="4" name="Group 3">
            <a:extLst>
              <a:ext uri="{FF2B5EF4-FFF2-40B4-BE49-F238E27FC236}">
                <a16:creationId xmlns:a16="http://schemas.microsoft.com/office/drawing/2014/main" id="{4CCDA751-06D7-CB5A-1F71-A9B8F1E490DF}"/>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DC1C3D11-0C13-621C-E82C-7ADAE0F47059}"/>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89B8638E-37A6-F283-2BF0-7ADD2F1A61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16138F64-4CDC-E846-3C51-72DD3D130EF1}"/>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9">
              <a:extLst>
                <a:ext uri="{FF2B5EF4-FFF2-40B4-BE49-F238E27FC236}">
                  <a16:creationId xmlns:a16="http://schemas.microsoft.com/office/drawing/2014/main" id="{CFCCFA2E-6A4C-5BCD-B16C-8BEE3C2586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4C25B208-B153-8C0C-EBB0-CEFF6DB58358}"/>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1">
              <a:extLst>
                <a:ext uri="{FF2B5EF4-FFF2-40B4-BE49-F238E27FC236}">
                  <a16:creationId xmlns:a16="http://schemas.microsoft.com/office/drawing/2014/main" id="{E537EDCF-4668-E875-F68B-0DC83B5E9EC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4CAAEEFD-83AF-D411-7CDB-5B3E3DDE19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189712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8FF9-A9DD-70D2-32A3-C6C38A4190F6}"/>
              </a:ext>
            </a:extLst>
          </p:cNvPr>
          <p:cNvSpPr>
            <a:spLocks noGrp="1"/>
          </p:cNvSpPr>
          <p:nvPr>
            <p:ph type="title" idx="4294967295"/>
          </p:nvPr>
        </p:nvSpPr>
        <p:spPr>
          <a:xfrm>
            <a:off x="978159" y="886408"/>
            <a:ext cx="10515600" cy="1093529"/>
          </a:xfrm>
        </p:spPr>
        <p:txBody>
          <a:bodyPr/>
          <a:lstStyle/>
          <a:p>
            <a:pPr algn="r"/>
            <a:r>
              <a:rPr lang="ur-PK" b="1" dirty="0">
                <a:latin typeface="Jameel Noori Nastaleeq" panose="02000503000000020004" pitchFamily="2" charset="-78"/>
                <a:cs typeface="Jameel Noori Nastaleeq" panose="02000503000000020004" pitchFamily="2" charset="-78"/>
              </a:rPr>
              <a:t>(</a:t>
            </a:r>
            <a:r>
              <a:rPr lang="ar-AE" b="1" dirty="0">
                <a:latin typeface="Jameel Noori Nastaleeq" panose="02000503000000020004" pitchFamily="2" charset="-78"/>
                <a:cs typeface="Jameel Noori Nastaleeq" panose="02000503000000020004" pitchFamily="2" charset="-78"/>
              </a:rPr>
              <a:t>یہودیت</a:t>
            </a:r>
            <a:r>
              <a:rPr lang="ur-PK" b="1" dirty="0">
                <a:latin typeface="Jameel Noori Nastaleeq" panose="02000503000000020004" pitchFamily="2" charset="-78"/>
                <a:cs typeface="Jameel Noori Nastaleeq" panose="02000503000000020004" pitchFamily="2" charset="-78"/>
              </a:rPr>
              <a:t>)</a:t>
            </a:r>
            <a:r>
              <a:rPr lang="ar-AE" b="1" dirty="0">
                <a:latin typeface="Jameel Noori Nastaleeq" panose="02000503000000020004" pitchFamily="2" charset="-78"/>
                <a:cs typeface="Jameel Noori Nastaleeq" panose="02000503000000020004" pitchFamily="2" charset="-78"/>
              </a:rPr>
              <a:t> </a:t>
            </a:r>
            <a:r>
              <a:rPr lang="en-US" b="1" dirty="0">
                <a:latin typeface="Jameel Noori Nastaleeq" panose="02000503000000020004" pitchFamily="2" charset="-78"/>
                <a:cs typeface="Jameel Noori Nastaleeq" panose="02000503000000020004" pitchFamily="2" charset="-78"/>
              </a:rPr>
              <a:t>Judaism</a:t>
            </a:r>
          </a:p>
        </p:txBody>
      </p:sp>
      <p:sp>
        <p:nvSpPr>
          <p:cNvPr id="3" name="Content Placeholder 2">
            <a:extLst>
              <a:ext uri="{FF2B5EF4-FFF2-40B4-BE49-F238E27FC236}">
                <a16:creationId xmlns:a16="http://schemas.microsoft.com/office/drawing/2014/main" id="{473FD27A-E6DE-FE13-5D9C-9B102FC87DED}"/>
              </a:ext>
            </a:extLst>
          </p:cNvPr>
          <p:cNvSpPr>
            <a:spLocks noGrp="1"/>
          </p:cNvSpPr>
          <p:nvPr>
            <p:ph idx="4294967295"/>
          </p:nvPr>
        </p:nvSpPr>
        <p:spPr>
          <a:xfrm>
            <a:off x="0" y="1825624"/>
            <a:ext cx="12099235" cy="5032375"/>
          </a:xfrm>
        </p:spPr>
        <p:txBody>
          <a:bodyPr>
            <a:noAutofit/>
          </a:bodyPr>
          <a:lstStyle/>
          <a:p>
            <a:pPr algn="r" rtl="1">
              <a:lnSpc>
                <a:spcPct val="170000"/>
              </a:lnSpc>
              <a:spcBef>
                <a:spcPts val="0"/>
              </a:spcBef>
              <a:buFont typeface="Arial" panose="020B0604020202020204" pitchFamily="34" charset="0"/>
              <a:buChar char="•"/>
            </a:pPr>
            <a:r>
              <a:rPr lang="ur-PK" sz="3200" b="1" dirty="0">
                <a:latin typeface="Jameel Noori Nastaleeq" panose="02000503000000000004" pitchFamily="2" charset="-78"/>
                <a:cs typeface="Jameel Noori Nastaleeq" panose="02000503000000000004" pitchFamily="2" charset="-78"/>
              </a:rPr>
              <a:t>تاریخ:</a:t>
            </a:r>
            <a:endParaRPr lang="en-US" sz="3200" b="1" dirty="0">
              <a:latin typeface="Jameel Noori Nastaleeq" panose="02000503000000000004" pitchFamily="2" charset="-78"/>
              <a:cs typeface="Jameel Noori Nastaleeq" panose="02000503000000000004" pitchFamily="2" charset="-78"/>
            </a:endParaRPr>
          </a:p>
          <a:p>
            <a:pPr algn="r" rtl="1">
              <a:lnSpc>
                <a:spcPct val="170000"/>
              </a:lnSpc>
              <a:spcBef>
                <a:spcPts val="0"/>
              </a:spcBef>
              <a:buFont typeface="Arial" panose="020B0604020202020204" pitchFamily="34" charset="0"/>
              <a:buChar char="•"/>
            </a:pPr>
            <a:r>
              <a:rPr lang="ur-PK" sz="3200" dirty="0">
                <a:latin typeface="Jameel Noori Nastaleeq" panose="02000503000000000004" pitchFamily="2" charset="-78"/>
                <a:cs typeface="Jameel Noori Nastaleeq" panose="02000503000000000004" pitchFamily="2" charset="-78"/>
              </a:rPr>
              <a:t> یہودیت دنیا کا قدیم ترین ابراہیمی مذہب ہے، جس کی تاریخ تقریباً 4000 سال پرانی ہے۔ اس مذہب کی بنیاد حضرت ابراہیم علیہ السلام اور ان کے بیٹے حضرت اسحاق علیہ السلام اور پوتے حضرت یعقوب علیہ السلام پر رکھی گئی۔</a:t>
            </a:r>
          </a:p>
          <a:p>
            <a:pPr algn="r" rtl="1">
              <a:lnSpc>
                <a:spcPct val="170000"/>
              </a:lnSpc>
              <a:spcBef>
                <a:spcPts val="0"/>
              </a:spcBef>
              <a:buFont typeface="Arial" panose="020B0604020202020204" pitchFamily="34" charset="0"/>
              <a:buChar char="•"/>
            </a:pPr>
            <a:r>
              <a:rPr lang="ur-PK" sz="3200" dirty="0">
                <a:latin typeface="Jameel Noori Nastaleeq" panose="02000503000000000004" pitchFamily="2" charset="-78"/>
                <a:cs typeface="Jameel Noori Nastaleeq" panose="02000503000000000004" pitchFamily="2" charset="-78"/>
              </a:rPr>
              <a:t> بنی اسرائیل کو خدا کا چنا ہوا قوم مانا جاتا ہے۔</a:t>
            </a:r>
          </a:p>
          <a:p>
            <a:pPr marL="0" indent="0" algn="r" rtl="1">
              <a:lnSpc>
                <a:spcPct val="170000"/>
              </a:lnSpc>
              <a:spcBef>
                <a:spcPts val="0"/>
              </a:spcBef>
              <a:buNone/>
            </a:pPr>
            <a:endParaRPr lang="ur-PK" sz="3200" dirty="0">
              <a:latin typeface="Jameel Noori Nastaleeq" panose="02000503000000000004" pitchFamily="2" charset="-78"/>
              <a:cs typeface="Jameel Noori Nastaleeq" panose="02000503000000000004" pitchFamily="2" charset="-78"/>
            </a:endParaRPr>
          </a:p>
        </p:txBody>
      </p:sp>
      <p:grpSp>
        <p:nvGrpSpPr>
          <p:cNvPr id="6" name="Group 5">
            <a:extLst>
              <a:ext uri="{FF2B5EF4-FFF2-40B4-BE49-F238E27FC236}">
                <a16:creationId xmlns:a16="http://schemas.microsoft.com/office/drawing/2014/main" id="{DDFA1853-2F8B-C768-DA54-6C702CC5EDBE}"/>
              </a:ext>
            </a:extLst>
          </p:cNvPr>
          <p:cNvGrpSpPr/>
          <p:nvPr/>
        </p:nvGrpSpPr>
        <p:grpSpPr>
          <a:xfrm>
            <a:off x="0" y="0"/>
            <a:ext cx="12749348" cy="1115736"/>
            <a:chOff x="0" y="0"/>
            <a:chExt cx="12749348" cy="1115736"/>
          </a:xfrm>
        </p:grpSpPr>
        <p:sp>
          <p:nvSpPr>
            <p:cNvPr id="7" name="Rectangle 6">
              <a:extLst>
                <a:ext uri="{FF2B5EF4-FFF2-40B4-BE49-F238E27FC236}">
                  <a16:creationId xmlns:a16="http://schemas.microsoft.com/office/drawing/2014/main" id="{09321866-5CBD-6A71-9749-7C5716A21922}"/>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30888007-6602-D8F0-0A02-04FAB27D4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457B8409-DF3E-F52C-E1EB-C9ADB8B6D49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9">
              <a:extLst>
                <a:ext uri="{FF2B5EF4-FFF2-40B4-BE49-F238E27FC236}">
                  <a16:creationId xmlns:a16="http://schemas.microsoft.com/office/drawing/2014/main" id="{CE125C67-B3E8-0903-40D4-B4EC8ADEA7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295AB98C-567B-0967-EA95-24D512125D93}"/>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1">
              <a:extLst>
                <a:ext uri="{FF2B5EF4-FFF2-40B4-BE49-F238E27FC236}">
                  <a16:creationId xmlns:a16="http://schemas.microsoft.com/office/drawing/2014/main" id="{3D80A71F-A2C8-0592-9CF1-A776D5DABD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69A8C84B-428D-5CD2-E5DE-14BAC73C1E6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709071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3F950-4A9A-D9C9-B43A-3771D22072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382AF7-854D-D911-5EFB-B0BB32745B47}"/>
              </a:ext>
            </a:extLst>
          </p:cNvPr>
          <p:cNvSpPr>
            <a:spLocks noGrp="1"/>
          </p:cNvSpPr>
          <p:nvPr>
            <p:ph type="title" idx="4294967295"/>
          </p:nvPr>
        </p:nvSpPr>
        <p:spPr>
          <a:xfrm>
            <a:off x="978159" y="886408"/>
            <a:ext cx="10515600" cy="1093529"/>
          </a:xfrm>
        </p:spPr>
        <p:txBody>
          <a:bodyPr/>
          <a:lstStyle/>
          <a:p>
            <a:pPr algn="r"/>
            <a:r>
              <a:rPr lang="ur-PK" b="1" dirty="0">
                <a:latin typeface="Jameel Noori Nastaleeq" panose="02000503000000020004" pitchFamily="2" charset="-78"/>
                <a:cs typeface="Jameel Noori Nastaleeq" panose="02000503000000020004" pitchFamily="2" charset="-78"/>
              </a:rPr>
              <a:t>(</a:t>
            </a:r>
            <a:r>
              <a:rPr lang="ar-AE" b="1" dirty="0">
                <a:latin typeface="Jameel Noori Nastaleeq" panose="02000503000000020004" pitchFamily="2" charset="-78"/>
                <a:cs typeface="Jameel Noori Nastaleeq" panose="02000503000000020004" pitchFamily="2" charset="-78"/>
              </a:rPr>
              <a:t>یہودیت</a:t>
            </a:r>
            <a:r>
              <a:rPr lang="ur-PK" b="1" dirty="0">
                <a:latin typeface="Jameel Noori Nastaleeq" panose="02000503000000020004" pitchFamily="2" charset="-78"/>
                <a:cs typeface="Jameel Noori Nastaleeq" panose="02000503000000020004" pitchFamily="2" charset="-78"/>
              </a:rPr>
              <a:t>)</a:t>
            </a:r>
            <a:r>
              <a:rPr lang="ar-AE" b="1" dirty="0">
                <a:latin typeface="Jameel Noori Nastaleeq" panose="02000503000000020004" pitchFamily="2" charset="-78"/>
                <a:cs typeface="Jameel Noori Nastaleeq" panose="02000503000000020004" pitchFamily="2" charset="-78"/>
              </a:rPr>
              <a:t> </a:t>
            </a:r>
            <a:r>
              <a:rPr lang="en-US" b="1" dirty="0">
                <a:latin typeface="Jameel Noori Nastaleeq" panose="02000503000000020004" pitchFamily="2" charset="-78"/>
                <a:cs typeface="Jameel Noori Nastaleeq" panose="02000503000000020004" pitchFamily="2" charset="-78"/>
              </a:rPr>
              <a:t>Judaism</a:t>
            </a:r>
          </a:p>
        </p:txBody>
      </p:sp>
      <p:sp>
        <p:nvSpPr>
          <p:cNvPr id="3" name="Content Placeholder 2">
            <a:extLst>
              <a:ext uri="{FF2B5EF4-FFF2-40B4-BE49-F238E27FC236}">
                <a16:creationId xmlns:a16="http://schemas.microsoft.com/office/drawing/2014/main" id="{18F4F4E4-18A2-7B8F-56F0-907AAFCC1DE2}"/>
              </a:ext>
            </a:extLst>
          </p:cNvPr>
          <p:cNvSpPr>
            <a:spLocks noGrp="1"/>
          </p:cNvSpPr>
          <p:nvPr>
            <p:ph idx="4294967295"/>
          </p:nvPr>
        </p:nvSpPr>
        <p:spPr>
          <a:xfrm>
            <a:off x="0" y="1825624"/>
            <a:ext cx="12099235" cy="5032375"/>
          </a:xfrm>
        </p:spPr>
        <p:txBody>
          <a:bodyPr>
            <a:noAutofit/>
          </a:bodyPr>
          <a:lstStyle/>
          <a:p>
            <a:pPr algn="r" rtl="1">
              <a:lnSpc>
                <a:spcPct val="170000"/>
              </a:lnSpc>
              <a:spcBef>
                <a:spcPts val="0"/>
              </a:spcBef>
              <a:buFont typeface="Arial" panose="020B0604020202020204" pitchFamily="34" charset="0"/>
              <a:buChar char="•"/>
            </a:pPr>
            <a:r>
              <a:rPr lang="ur-PK" sz="3200" b="1" dirty="0">
                <a:latin typeface="Jameel Noori Nastaleeq" panose="02000503000000000004" pitchFamily="2" charset="-78"/>
                <a:cs typeface="Jameel Noori Nastaleeq" panose="02000503000000000004" pitchFamily="2" charset="-78"/>
              </a:rPr>
              <a:t>کتب:</a:t>
            </a:r>
            <a:endParaRPr lang="en-US" sz="3200" b="1" dirty="0">
              <a:latin typeface="Jameel Noori Nastaleeq" panose="02000503000000000004" pitchFamily="2" charset="-78"/>
              <a:cs typeface="Jameel Noori Nastaleeq" panose="02000503000000000004" pitchFamily="2" charset="-78"/>
            </a:endParaRPr>
          </a:p>
          <a:p>
            <a:pPr algn="r" rtl="1">
              <a:lnSpc>
                <a:spcPct val="170000"/>
              </a:lnSpc>
              <a:spcBef>
                <a:spcPts val="0"/>
              </a:spcBef>
              <a:buFont typeface="Arial" panose="020B0604020202020204" pitchFamily="34" charset="0"/>
              <a:buChar char="•"/>
            </a:pPr>
            <a:r>
              <a:rPr lang="ur-PK" sz="3200" dirty="0">
                <a:latin typeface="Jameel Noori Nastaleeq" panose="02000503000000000004" pitchFamily="2" charset="-78"/>
                <a:cs typeface="Jameel Noori Nastaleeq" panose="02000503000000000004" pitchFamily="2" charset="-78"/>
              </a:rPr>
              <a:t> یہودیت کی مقدس کتاب "تناخ" ہے، جس میں تورات، نبییم اور کتوبیم شامل ہیں۔ تلمود بھی یہودیت کی اہم مذہبی کتاب ہے، جو تورات کی تفسیر اور تشریح پر مشتمل ہے۔</a:t>
            </a:r>
          </a:p>
          <a:p>
            <a:pPr algn="r" rtl="1">
              <a:lnSpc>
                <a:spcPct val="170000"/>
              </a:lnSpc>
              <a:spcBef>
                <a:spcPts val="0"/>
              </a:spcBef>
              <a:buFont typeface="Arial" panose="020B0604020202020204" pitchFamily="34" charset="0"/>
              <a:buChar char="•"/>
            </a:pPr>
            <a:r>
              <a:rPr lang="ur-PK" sz="3200" b="1" dirty="0">
                <a:latin typeface="Jameel Noori Nastaleeq" panose="02000503000000000004" pitchFamily="2" charset="-78"/>
                <a:cs typeface="Jameel Noori Nastaleeq" panose="02000503000000000004" pitchFamily="2" charset="-78"/>
              </a:rPr>
              <a:t>بانی:</a:t>
            </a:r>
            <a:endParaRPr lang="en-US" sz="3200" b="1" dirty="0">
              <a:latin typeface="Jameel Noori Nastaleeq" panose="02000503000000000004" pitchFamily="2" charset="-78"/>
              <a:cs typeface="Jameel Noori Nastaleeq" panose="02000503000000000004" pitchFamily="2" charset="-78"/>
            </a:endParaRPr>
          </a:p>
          <a:p>
            <a:pPr algn="r" rtl="1">
              <a:lnSpc>
                <a:spcPct val="170000"/>
              </a:lnSpc>
              <a:spcBef>
                <a:spcPts val="0"/>
              </a:spcBef>
              <a:buFont typeface="Arial" panose="020B0604020202020204" pitchFamily="34" charset="0"/>
              <a:buChar char="•"/>
            </a:pPr>
            <a:r>
              <a:rPr lang="ur-PK" sz="3200" dirty="0">
                <a:latin typeface="Jameel Noori Nastaleeq" panose="02000503000000000004" pitchFamily="2" charset="-78"/>
                <a:cs typeface="Jameel Noori Nastaleeq" panose="02000503000000000004" pitchFamily="2" charset="-78"/>
              </a:rPr>
              <a:t> یہودیت کا کوئی ایک بانی نہیں ہے، لیکن حضرت موسیٰ علیہ السلام کو مرکزی حیثیت حاصل ہے، جنہوں نے بنی اسرائیل کو مصر سے نکالا اور انہیں تورات عطا کی۔</a:t>
            </a:r>
          </a:p>
        </p:txBody>
      </p:sp>
      <p:grpSp>
        <p:nvGrpSpPr>
          <p:cNvPr id="6" name="Group 5">
            <a:extLst>
              <a:ext uri="{FF2B5EF4-FFF2-40B4-BE49-F238E27FC236}">
                <a16:creationId xmlns:a16="http://schemas.microsoft.com/office/drawing/2014/main" id="{5D8859F2-6ADA-3471-B9AE-B556DE993E88}"/>
              </a:ext>
            </a:extLst>
          </p:cNvPr>
          <p:cNvGrpSpPr/>
          <p:nvPr/>
        </p:nvGrpSpPr>
        <p:grpSpPr>
          <a:xfrm>
            <a:off x="0" y="0"/>
            <a:ext cx="12749348" cy="1115736"/>
            <a:chOff x="0" y="0"/>
            <a:chExt cx="12749348" cy="1115736"/>
          </a:xfrm>
        </p:grpSpPr>
        <p:sp>
          <p:nvSpPr>
            <p:cNvPr id="7" name="Rectangle 6">
              <a:extLst>
                <a:ext uri="{FF2B5EF4-FFF2-40B4-BE49-F238E27FC236}">
                  <a16:creationId xmlns:a16="http://schemas.microsoft.com/office/drawing/2014/main" id="{FC09EA18-F18C-5735-B1A7-75541F533A01}"/>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3C2E81AD-303D-432F-53AF-EEBF20E1D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5C61086D-9351-674C-DD1B-710F257FADAC}"/>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9">
              <a:extLst>
                <a:ext uri="{FF2B5EF4-FFF2-40B4-BE49-F238E27FC236}">
                  <a16:creationId xmlns:a16="http://schemas.microsoft.com/office/drawing/2014/main" id="{DAA7C843-75C6-3F3E-7895-4808890B77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8E995849-F8E2-E305-5A50-BFCB2F8B958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1">
              <a:extLst>
                <a:ext uri="{FF2B5EF4-FFF2-40B4-BE49-F238E27FC236}">
                  <a16:creationId xmlns:a16="http://schemas.microsoft.com/office/drawing/2014/main" id="{160EE812-3963-F9E2-0B57-916E80D592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8A956425-FADC-4DDF-FAD4-6ECF0A593C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085643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3554D-08A7-42A5-1B78-21220E51D038}"/>
              </a:ext>
            </a:extLst>
          </p:cNvPr>
          <p:cNvSpPr>
            <a:spLocks noGrp="1"/>
          </p:cNvSpPr>
          <p:nvPr>
            <p:ph type="title" idx="4294967295"/>
          </p:nvPr>
        </p:nvSpPr>
        <p:spPr>
          <a:xfrm>
            <a:off x="1080796" y="785003"/>
            <a:ext cx="10515600" cy="1325563"/>
          </a:xfrm>
        </p:spPr>
        <p:txBody>
          <a:bodyPr/>
          <a:lstStyle/>
          <a:p>
            <a:pPr algn="r"/>
            <a:r>
              <a:rPr lang="ur-PK" b="1" dirty="0">
                <a:latin typeface="Jameel Noori Nastaleeq" panose="02000503000000000004" pitchFamily="2" charset="-78"/>
                <a:cs typeface="Jameel Noori Nastaleeq" panose="02000503000000000004" pitchFamily="2" charset="-78"/>
              </a:rPr>
              <a:t>مسیحیت</a:t>
            </a:r>
            <a:endParaRPr lang="en-US" b="1" dirty="0">
              <a:latin typeface="Jameel Noori Nastaleeq" panose="02000503000000000004" pitchFamily="2" charset="-78"/>
              <a:cs typeface="Jameel Noori Nastaleeq" panose="02000503000000000004" pitchFamily="2" charset="-78"/>
            </a:endParaRPr>
          </a:p>
        </p:txBody>
      </p:sp>
      <p:sp>
        <p:nvSpPr>
          <p:cNvPr id="3" name="Content Placeholder 2">
            <a:extLst>
              <a:ext uri="{FF2B5EF4-FFF2-40B4-BE49-F238E27FC236}">
                <a16:creationId xmlns:a16="http://schemas.microsoft.com/office/drawing/2014/main" id="{22AE6831-A060-C985-18BC-8221F4C8DBDA}"/>
              </a:ext>
            </a:extLst>
          </p:cNvPr>
          <p:cNvSpPr>
            <a:spLocks noGrp="1"/>
          </p:cNvSpPr>
          <p:nvPr>
            <p:ph idx="4294967295"/>
          </p:nvPr>
        </p:nvSpPr>
        <p:spPr>
          <a:xfrm>
            <a:off x="838200" y="1825625"/>
            <a:ext cx="10515600" cy="4351338"/>
          </a:xfrm>
        </p:spPr>
        <p:txBody>
          <a:bodyPr>
            <a:noAutofit/>
          </a:bodyPr>
          <a:lstStyle/>
          <a:p>
            <a:pPr algn="r" rtl="1">
              <a:lnSpc>
                <a:spcPct val="150000"/>
              </a:lnSpc>
              <a:buFont typeface="Wingdings" panose="05000000000000000000" pitchFamily="2" charset="2"/>
              <a:buChar char="§"/>
            </a:pPr>
            <a:r>
              <a:rPr lang="ur-PK" sz="3200" b="1" dirty="0">
                <a:latin typeface="Jameel Noori Nastaleeq" panose="02000503000000000004" pitchFamily="2" charset="-78"/>
                <a:cs typeface="Jameel Noori Nastaleeq" panose="02000503000000000004" pitchFamily="2" charset="-78"/>
              </a:rPr>
              <a:t>تاریخ: </a:t>
            </a:r>
            <a:r>
              <a:rPr lang="ur-PK" sz="3200" dirty="0">
                <a:latin typeface="Jameel Noori Nastaleeq" panose="02000503000000000004" pitchFamily="2" charset="-78"/>
                <a:cs typeface="Jameel Noori Nastaleeq" panose="02000503000000000004" pitchFamily="2" charset="-78"/>
              </a:rPr>
              <a:t>مسیحیت کی بنیاد حضرت عیسیٰ علیہ السلام کی تعلیمات پر رکھی گئی، جو تقریباً 2000 سال قبل فلسطین میں پیدا ہوئے۔ مسیحیت یہودیت سے نکلی اور حضرت عیسیٰ کو مسیح اور خدا کا بیٹا مانا جاتا ہے۔</a:t>
            </a:r>
          </a:p>
          <a:p>
            <a:pPr algn="r" rtl="1">
              <a:lnSpc>
                <a:spcPct val="150000"/>
              </a:lnSpc>
              <a:buFont typeface="Wingdings" panose="05000000000000000000" pitchFamily="2" charset="2"/>
              <a:buChar char="§"/>
            </a:pPr>
            <a:r>
              <a:rPr lang="ur-PK" sz="3200" b="1" dirty="0">
                <a:latin typeface="Jameel Noori Nastaleeq" panose="02000503000000000004" pitchFamily="2" charset="-78"/>
                <a:cs typeface="Jameel Noori Nastaleeq" panose="02000503000000000004" pitchFamily="2" charset="-78"/>
              </a:rPr>
              <a:t>کتب: </a:t>
            </a:r>
            <a:r>
              <a:rPr lang="ur-PK" sz="3200" dirty="0">
                <a:latin typeface="Jameel Noori Nastaleeq" panose="02000503000000000004" pitchFamily="2" charset="-78"/>
                <a:cs typeface="Jameel Noori Nastaleeq" panose="02000503000000000004" pitchFamily="2" charset="-78"/>
              </a:rPr>
              <a:t>مسیحیت کی مقدس کتاب "بائبل" ہے، جس کے دو حصے ہیں: عہد نامہ قدیم اور عہد نامہ جدید۔ عہد نامہ جدید میں انجیل شامل ہیں، جو حضرت عیسیٰ علیہ السلام کی زندگی اور تعلیمات پر مشتمل ہیں۔</a:t>
            </a:r>
          </a:p>
          <a:p>
            <a:pPr algn="r" rtl="1">
              <a:lnSpc>
                <a:spcPct val="150000"/>
              </a:lnSpc>
              <a:buFont typeface="Wingdings" panose="05000000000000000000" pitchFamily="2" charset="2"/>
              <a:buChar char="§"/>
            </a:pPr>
            <a:r>
              <a:rPr lang="ur-PK" sz="3200" b="1" dirty="0">
                <a:latin typeface="Jameel Noori Nastaleeq" panose="02000503000000000004" pitchFamily="2" charset="-78"/>
                <a:cs typeface="Jameel Noori Nastaleeq" panose="02000503000000000004" pitchFamily="2" charset="-78"/>
              </a:rPr>
              <a:t>بانی: </a:t>
            </a:r>
            <a:r>
              <a:rPr lang="ur-PK" sz="3200" dirty="0">
                <a:latin typeface="Jameel Noori Nastaleeq" panose="02000503000000000004" pitchFamily="2" charset="-78"/>
                <a:cs typeface="Jameel Noori Nastaleeq" panose="02000503000000000004" pitchFamily="2" charset="-78"/>
              </a:rPr>
              <a:t>مسیحیت کے بانی حضرت عیسیٰ علیہ السلام ہیں، جنہیں مسیحی عقیدے کے مطابق خدا نے نجات دہندہ کے طور پر بھیجا۔</a:t>
            </a:r>
          </a:p>
        </p:txBody>
      </p:sp>
      <p:grpSp>
        <p:nvGrpSpPr>
          <p:cNvPr id="6" name="Group 5">
            <a:extLst>
              <a:ext uri="{FF2B5EF4-FFF2-40B4-BE49-F238E27FC236}">
                <a16:creationId xmlns:a16="http://schemas.microsoft.com/office/drawing/2014/main" id="{8B225C02-1078-B773-AFA1-402085D31081}"/>
              </a:ext>
            </a:extLst>
          </p:cNvPr>
          <p:cNvGrpSpPr/>
          <p:nvPr/>
        </p:nvGrpSpPr>
        <p:grpSpPr>
          <a:xfrm>
            <a:off x="0" y="0"/>
            <a:ext cx="12749348" cy="1115736"/>
            <a:chOff x="0" y="0"/>
            <a:chExt cx="12749348" cy="1115736"/>
          </a:xfrm>
        </p:grpSpPr>
        <p:sp>
          <p:nvSpPr>
            <p:cNvPr id="7" name="Rectangle 6">
              <a:extLst>
                <a:ext uri="{FF2B5EF4-FFF2-40B4-BE49-F238E27FC236}">
                  <a16:creationId xmlns:a16="http://schemas.microsoft.com/office/drawing/2014/main" id="{60B47A4F-D19B-270C-F3EE-A08283B30155}"/>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65C84428-E9F5-2CEA-1CB7-E97279421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E266C565-BAEF-509E-6AF6-897F122A3A8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9">
              <a:extLst>
                <a:ext uri="{FF2B5EF4-FFF2-40B4-BE49-F238E27FC236}">
                  <a16:creationId xmlns:a16="http://schemas.microsoft.com/office/drawing/2014/main" id="{6F996C32-6D87-8BD7-8BF7-118330A4CB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A160D87F-D41B-A74B-1A07-22291B1A871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1">
              <a:extLst>
                <a:ext uri="{FF2B5EF4-FFF2-40B4-BE49-F238E27FC236}">
                  <a16:creationId xmlns:a16="http://schemas.microsoft.com/office/drawing/2014/main" id="{2FC472E3-FA54-3BA6-B106-F245FCFFFC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F3A2A528-3987-BFEA-AC92-574C19CB8F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113800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FC970-D6E8-6F1C-672A-73C653290E3F}"/>
              </a:ext>
            </a:extLst>
          </p:cNvPr>
          <p:cNvSpPr>
            <a:spLocks noGrp="1"/>
          </p:cNvSpPr>
          <p:nvPr>
            <p:ph type="title" idx="4294967295"/>
          </p:nvPr>
        </p:nvSpPr>
        <p:spPr>
          <a:xfrm>
            <a:off x="1062135" y="1169597"/>
            <a:ext cx="10515600" cy="837003"/>
          </a:xfrm>
        </p:spPr>
        <p:txBody>
          <a:bodyPr/>
          <a:lstStyle/>
          <a:p>
            <a:pPr algn="r"/>
            <a:r>
              <a:rPr lang="ar-AE" b="1" dirty="0">
                <a:latin typeface="Jameel Noori Nastaleeq" panose="02000503000000000004" pitchFamily="2" charset="-78"/>
                <a:cs typeface="Jameel Noori Nastaleeq" panose="02000503000000000004" pitchFamily="2" charset="-78"/>
              </a:rPr>
              <a:t>(اسلام </a:t>
            </a:r>
            <a:r>
              <a:rPr lang="ur-PK" b="1" dirty="0">
                <a:latin typeface="Jameel Noori Nastaleeq" panose="02000503000000000004" pitchFamily="2" charset="-78"/>
                <a:cs typeface="Jameel Noori Nastaleeq" panose="02000503000000000004" pitchFamily="2" charset="-78"/>
              </a:rPr>
              <a:t>)</a:t>
            </a:r>
            <a:r>
              <a:rPr lang="en-US" b="1" dirty="0">
                <a:latin typeface="Jameel Noori Nastaleeq" panose="02000503000000000004" pitchFamily="2" charset="-78"/>
                <a:cs typeface="Jameel Noori Nastaleeq" panose="02000503000000000004" pitchFamily="2" charset="-78"/>
              </a:rPr>
              <a:t> Islam</a:t>
            </a:r>
          </a:p>
        </p:txBody>
      </p:sp>
      <p:sp>
        <p:nvSpPr>
          <p:cNvPr id="3" name="Content Placeholder 2">
            <a:extLst>
              <a:ext uri="{FF2B5EF4-FFF2-40B4-BE49-F238E27FC236}">
                <a16:creationId xmlns:a16="http://schemas.microsoft.com/office/drawing/2014/main" id="{851F8C8A-3A45-9D7B-EEC4-E06732C3ABD2}"/>
              </a:ext>
            </a:extLst>
          </p:cNvPr>
          <p:cNvSpPr>
            <a:spLocks noGrp="1"/>
          </p:cNvSpPr>
          <p:nvPr>
            <p:ph idx="4294967295"/>
          </p:nvPr>
        </p:nvSpPr>
        <p:spPr>
          <a:xfrm>
            <a:off x="-66261" y="1825624"/>
            <a:ext cx="12125739" cy="5032375"/>
          </a:xfrm>
        </p:spPr>
        <p:txBody>
          <a:bodyPr>
            <a:noAutofit/>
          </a:bodyPr>
          <a:lstStyle/>
          <a:p>
            <a:pPr marL="0" indent="0" algn="r">
              <a:lnSpc>
                <a:spcPct val="160000"/>
              </a:lnSpc>
              <a:buNone/>
            </a:pPr>
            <a:r>
              <a:rPr lang="ur-PK" sz="4000" b="1" dirty="0">
                <a:latin typeface="Jameel Noori Nastaleeq" panose="02000503000000000004" pitchFamily="2" charset="-78"/>
                <a:cs typeface="Jameel Noori Nastaleeq" panose="02000503000000000004" pitchFamily="2" charset="-78"/>
              </a:rPr>
              <a:t>- تاریخ:</a:t>
            </a:r>
            <a:endParaRPr lang="en-US" sz="4000" b="1" dirty="0">
              <a:latin typeface="Jameel Noori Nastaleeq" panose="02000503000000000004" pitchFamily="2" charset="-78"/>
              <a:cs typeface="Jameel Noori Nastaleeq" panose="02000503000000000004" pitchFamily="2" charset="-78"/>
            </a:endParaRPr>
          </a:p>
          <a:p>
            <a:pPr marL="0" indent="0" algn="r">
              <a:lnSpc>
                <a:spcPct val="160000"/>
              </a:lnSpc>
              <a:buNone/>
            </a:pPr>
            <a:r>
              <a:rPr lang="ur-PK" sz="4000" dirty="0">
                <a:latin typeface="Jameel Noori Nastaleeq" panose="02000503000000000004" pitchFamily="2" charset="-78"/>
                <a:cs typeface="Jameel Noori Nastaleeq" panose="02000503000000000004" pitchFamily="2" charset="-78"/>
              </a:rPr>
              <a:t> اسلام کی بنیاد حضرت محمد صلی اللہ علیہ وسلم پر رکھی گئی، جو 570 عیسوی میں مکہ میں پیدا ہوئے۔ اسلام کا آغاز 610 عیسوی میں ہوا، جب حضرت محمد صلی اللہ علیہ وسلم پر پہلی وحی نازل ہوئی۔ اسلام یہودیت اور مسیحیت کی طرح ابراہیمی مذاہب میں سے ایک ہے اور اس کا تعلق بھی حضرت ابراہیم علیہ السلام سے ہے۔   </a:t>
            </a:r>
            <a:endParaRPr lang="en-US" sz="4000" dirty="0">
              <a:latin typeface="Jameel Noori Nastaleeq" panose="02000503000000000004" pitchFamily="2" charset="-78"/>
              <a:cs typeface="Jameel Noori Nastaleeq" panose="02000503000000000004" pitchFamily="2" charset="-78"/>
            </a:endParaRPr>
          </a:p>
        </p:txBody>
      </p:sp>
      <p:grpSp>
        <p:nvGrpSpPr>
          <p:cNvPr id="6" name="Group 5">
            <a:extLst>
              <a:ext uri="{FF2B5EF4-FFF2-40B4-BE49-F238E27FC236}">
                <a16:creationId xmlns:a16="http://schemas.microsoft.com/office/drawing/2014/main" id="{41536598-1D1E-B5DF-4A0F-A6D2538FBB62}"/>
              </a:ext>
            </a:extLst>
          </p:cNvPr>
          <p:cNvGrpSpPr/>
          <p:nvPr/>
        </p:nvGrpSpPr>
        <p:grpSpPr>
          <a:xfrm>
            <a:off x="0" y="0"/>
            <a:ext cx="12749348" cy="1115736"/>
            <a:chOff x="0" y="0"/>
            <a:chExt cx="12749348" cy="1115736"/>
          </a:xfrm>
        </p:grpSpPr>
        <p:sp>
          <p:nvSpPr>
            <p:cNvPr id="7" name="Rectangle 6">
              <a:extLst>
                <a:ext uri="{FF2B5EF4-FFF2-40B4-BE49-F238E27FC236}">
                  <a16:creationId xmlns:a16="http://schemas.microsoft.com/office/drawing/2014/main" id="{49FA241B-F2CC-5DCC-5E27-BD0D50593279}"/>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533E639E-A1F8-CC6D-6D15-7B0E1DA46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12CD7C2F-1D16-2456-2B5B-766954D0F2F1}"/>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9">
              <a:extLst>
                <a:ext uri="{FF2B5EF4-FFF2-40B4-BE49-F238E27FC236}">
                  <a16:creationId xmlns:a16="http://schemas.microsoft.com/office/drawing/2014/main" id="{EA912054-4BB1-EF40-9EA6-D7941FA09F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DED399B6-895C-AA76-D364-09F5F1B5E11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1">
              <a:extLst>
                <a:ext uri="{FF2B5EF4-FFF2-40B4-BE49-F238E27FC236}">
                  <a16:creationId xmlns:a16="http://schemas.microsoft.com/office/drawing/2014/main" id="{440C6B2E-5DFC-ED46-8A76-4794054F3A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E0D35539-672E-DE83-9460-43834E7317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314267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82406-C368-56F8-AE42-3A1CFCF74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DA6DA-7BF8-129E-EFF0-D744E889A749}"/>
              </a:ext>
            </a:extLst>
          </p:cNvPr>
          <p:cNvSpPr>
            <a:spLocks noGrp="1"/>
          </p:cNvSpPr>
          <p:nvPr>
            <p:ph type="title" idx="4294967295"/>
          </p:nvPr>
        </p:nvSpPr>
        <p:spPr>
          <a:xfrm>
            <a:off x="1062135" y="1169597"/>
            <a:ext cx="10515600" cy="837003"/>
          </a:xfrm>
        </p:spPr>
        <p:txBody>
          <a:bodyPr/>
          <a:lstStyle/>
          <a:p>
            <a:pPr algn="r"/>
            <a:r>
              <a:rPr lang="ar-AE" b="1" dirty="0">
                <a:latin typeface="Jameel Noori Nastaleeq" panose="02000503000000000004" pitchFamily="2" charset="-78"/>
                <a:cs typeface="Jameel Noori Nastaleeq" panose="02000503000000000004" pitchFamily="2" charset="-78"/>
              </a:rPr>
              <a:t>(اسلام </a:t>
            </a:r>
            <a:r>
              <a:rPr lang="ur-PK" b="1" dirty="0">
                <a:latin typeface="Jameel Noori Nastaleeq" panose="02000503000000000004" pitchFamily="2" charset="-78"/>
                <a:cs typeface="Jameel Noori Nastaleeq" panose="02000503000000000004" pitchFamily="2" charset="-78"/>
              </a:rPr>
              <a:t>)</a:t>
            </a:r>
            <a:r>
              <a:rPr lang="en-US" b="1" dirty="0">
                <a:latin typeface="Jameel Noori Nastaleeq" panose="02000503000000000004" pitchFamily="2" charset="-78"/>
                <a:cs typeface="Jameel Noori Nastaleeq" panose="02000503000000000004" pitchFamily="2" charset="-78"/>
              </a:rPr>
              <a:t> Islam</a:t>
            </a:r>
          </a:p>
        </p:txBody>
      </p:sp>
      <p:sp>
        <p:nvSpPr>
          <p:cNvPr id="3" name="Content Placeholder 2">
            <a:extLst>
              <a:ext uri="{FF2B5EF4-FFF2-40B4-BE49-F238E27FC236}">
                <a16:creationId xmlns:a16="http://schemas.microsoft.com/office/drawing/2014/main" id="{3458F7AF-A711-B201-102B-F82AFEEE6378}"/>
              </a:ext>
            </a:extLst>
          </p:cNvPr>
          <p:cNvSpPr>
            <a:spLocks noGrp="1"/>
          </p:cNvSpPr>
          <p:nvPr>
            <p:ph idx="4294967295"/>
          </p:nvPr>
        </p:nvSpPr>
        <p:spPr>
          <a:xfrm>
            <a:off x="-66261" y="1825624"/>
            <a:ext cx="12125739" cy="5032375"/>
          </a:xfrm>
        </p:spPr>
        <p:txBody>
          <a:bodyPr>
            <a:noAutofit/>
          </a:bodyPr>
          <a:lstStyle/>
          <a:p>
            <a:pPr marL="0" indent="0" algn="r">
              <a:lnSpc>
                <a:spcPct val="160000"/>
              </a:lnSpc>
              <a:buNone/>
            </a:pPr>
            <a:r>
              <a:rPr lang="ur-PK" sz="3600" b="1" dirty="0">
                <a:latin typeface="Jameel Noori Nastaleeq" panose="02000503000000000004" pitchFamily="2" charset="-78"/>
                <a:cs typeface="Jameel Noori Nastaleeq" panose="02000503000000000004" pitchFamily="2" charset="-78"/>
              </a:rPr>
              <a:t>کتب:</a:t>
            </a:r>
            <a:endParaRPr lang="en-US" sz="3600" b="1" dirty="0">
              <a:latin typeface="Jameel Noori Nastaleeq" panose="02000503000000000004" pitchFamily="2" charset="-78"/>
              <a:cs typeface="Jameel Noori Nastaleeq" panose="02000503000000000004" pitchFamily="2" charset="-78"/>
            </a:endParaRPr>
          </a:p>
          <a:p>
            <a:pPr marL="0" indent="0" algn="r">
              <a:lnSpc>
                <a:spcPct val="160000"/>
              </a:lnSpc>
              <a:buNone/>
            </a:pPr>
            <a:r>
              <a:rPr lang="ur-PK" sz="3600" dirty="0">
                <a:latin typeface="Jameel Noori Nastaleeq" panose="02000503000000000004" pitchFamily="2" charset="-78"/>
                <a:cs typeface="Jameel Noori Nastaleeq" panose="02000503000000000004" pitchFamily="2" charset="-78"/>
              </a:rPr>
              <a:t> اسلام کی مقدس کتاب "قرآن مجید" ہے، جو اللہ کی طرف سے حضرت محمد صلی اللہ علیہ وسلم پر نازل ہوئی۔ قرآن کے علاوہ حدیث بھی اسلام کی اہم مذہبی تحریر ہے، جو حضرت محمد صلی اللہ علیہ وسلم کے اقوال اور افعال پر مشتمل ہے۔   -</a:t>
            </a:r>
            <a:endParaRPr lang="en-US" sz="3600" dirty="0">
              <a:latin typeface="Jameel Noori Nastaleeq" panose="02000503000000000004" pitchFamily="2" charset="-78"/>
              <a:cs typeface="Jameel Noori Nastaleeq" panose="02000503000000000004" pitchFamily="2" charset="-78"/>
            </a:endParaRPr>
          </a:p>
          <a:p>
            <a:pPr marL="0" indent="0" algn="r">
              <a:lnSpc>
                <a:spcPct val="160000"/>
              </a:lnSpc>
              <a:buNone/>
            </a:pPr>
            <a:r>
              <a:rPr lang="ur-PK" sz="3600" b="1" dirty="0">
                <a:latin typeface="Jameel Noori Nastaleeq" panose="02000503000000000004" pitchFamily="2" charset="-78"/>
                <a:cs typeface="Jameel Noori Nastaleeq" panose="02000503000000000004" pitchFamily="2" charset="-78"/>
              </a:rPr>
              <a:t>بانی:</a:t>
            </a:r>
            <a:endParaRPr lang="en-US" sz="3600" b="1" dirty="0">
              <a:latin typeface="Jameel Noori Nastaleeq" panose="02000503000000000004" pitchFamily="2" charset="-78"/>
              <a:cs typeface="Jameel Noori Nastaleeq" panose="02000503000000000004" pitchFamily="2" charset="-78"/>
            </a:endParaRPr>
          </a:p>
          <a:p>
            <a:pPr marL="0" indent="0" algn="r">
              <a:lnSpc>
                <a:spcPct val="160000"/>
              </a:lnSpc>
              <a:buNone/>
            </a:pPr>
            <a:r>
              <a:rPr lang="ur-PK" sz="3600" dirty="0">
                <a:latin typeface="Jameel Noori Nastaleeq" panose="02000503000000000004" pitchFamily="2" charset="-78"/>
                <a:cs typeface="Jameel Noori Nastaleeq" panose="02000503000000000004" pitchFamily="2" charset="-78"/>
              </a:rPr>
              <a:t> اسلام کے بانی حضرت محمد صلی اللہ علیہ وسلم ہیں، جنہیں مسلمان اللہ کے آخری نبی اور رسول مانتے ہیں۔</a:t>
            </a:r>
            <a:endParaRPr lang="en-US" sz="3600" dirty="0">
              <a:latin typeface="Jameel Noori Nastaleeq" panose="02000503000000000004" pitchFamily="2" charset="-78"/>
              <a:cs typeface="Jameel Noori Nastaleeq" panose="02000503000000000004" pitchFamily="2" charset="-78"/>
            </a:endParaRPr>
          </a:p>
        </p:txBody>
      </p:sp>
      <p:grpSp>
        <p:nvGrpSpPr>
          <p:cNvPr id="6" name="Group 5">
            <a:extLst>
              <a:ext uri="{FF2B5EF4-FFF2-40B4-BE49-F238E27FC236}">
                <a16:creationId xmlns:a16="http://schemas.microsoft.com/office/drawing/2014/main" id="{587F2D04-E764-1381-6AC6-C568B398F462}"/>
              </a:ext>
            </a:extLst>
          </p:cNvPr>
          <p:cNvGrpSpPr/>
          <p:nvPr/>
        </p:nvGrpSpPr>
        <p:grpSpPr>
          <a:xfrm>
            <a:off x="0" y="0"/>
            <a:ext cx="12749348" cy="1115736"/>
            <a:chOff x="0" y="0"/>
            <a:chExt cx="12749348" cy="1115736"/>
          </a:xfrm>
        </p:grpSpPr>
        <p:sp>
          <p:nvSpPr>
            <p:cNvPr id="7" name="Rectangle 6">
              <a:extLst>
                <a:ext uri="{FF2B5EF4-FFF2-40B4-BE49-F238E27FC236}">
                  <a16:creationId xmlns:a16="http://schemas.microsoft.com/office/drawing/2014/main" id="{B459BA7C-6027-7090-B9F6-463ED0D68992}"/>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D8FBB419-C891-FA4E-C4E2-20BB89B6D6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8D1CD006-7B00-0C17-E9CE-3BDC22F148C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9">
              <a:extLst>
                <a:ext uri="{FF2B5EF4-FFF2-40B4-BE49-F238E27FC236}">
                  <a16:creationId xmlns:a16="http://schemas.microsoft.com/office/drawing/2014/main" id="{514D0AF6-0E77-5B70-60F7-E0EEC8C758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EBA64926-4B7C-AEA3-48D1-A95F7A534306}"/>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1">
              <a:extLst>
                <a:ext uri="{FF2B5EF4-FFF2-40B4-BE49-F238E27FC236}">
                  <a16:creationId xmlns:a16="http://schemas.microsoft.com/office/drawing/2014/main" id="{0E2CE2EA-23E0-E69F-1E00-1BA53E2C32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2C3718B3-E9C9-6F26-CE55-DA584503E9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243015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C1A4B-2250-52F6-12CB-F6C0145B11FB}"/>
              </a:ext>
            </a:extLst>
          </p:cNvPr>
          <p:cNvSpPr>
            <a:spLocks noGrp="1"/>
          </p:cNvSpPr>
          <p:nvPr>
            <p:ph type="title" idx="4294967295"/>
          </p:nvPr>
        </p:nvSpPr>
        <p:spPr>
          <a:xfrm>
            <a:off x="1052804" y="1115735"/>
            <a:ext cx="10515600" cy="831052"/>
          </a:xfrm>
        </p:spPr>
        <p:txBody>
          <a:bodyPr/>
          <a:lstStyle/>
          <a:p>
            <a:pPr algn="r"/>
            <a:r>
              <a:rPr lang="ar-AE" b="1" dirty="0">
                <a:latin typeface="Jameel Noori Nastaleeq" panose="02000503000000000004" pitchFamily="2" charset="-78"/>
                <a:cs typeface="Jameel Noori Nastaleeq" panose="02000503000000000004" pitchFamily="2" charset="-78"/>
              </a:rPr>
              <a:t>مشترکات</a:t>
            </a:r>
            <a:endParaRPr lang="en-US" b="1" dirty="0">
              <a:latin typeface="Jameel Noori Nastaleeq" panose="02000503000000000004" pitchFamily="2" charset="-78"/>
              <a:cs typeface="Jameel Noori Nastaleeq" panose="02000503000000000004" pitchFamily="2" charset="-78"/>
            </a:endParaRPr>
          </a:p>
        </p:txBody>
      </p:sp>
      <p:sp>
        <p:nvSpPr>
          <p:cNvPr id="3" name="Content Placeholder 2">
            <a:extLst>
              <a:ext uri="{FF2B5EF4-FFF2-40B4-BE49-F238E27FC236}">
                <a16:creationId xmlns:a16="http://schemas.microsoft.com/office/drawing/2014/main" id="{1DAB031A-36F9-9531-DFE5-D5FC43C5DD40}"/>
              </a:ext>
            </a:extLst>
          </p:cNvPr>
          <p:cNvSpPr>
            <a:spLocks noGrp="1"/>
          </p:cNvSpPr>
          <p:nvPr>
            <p:ph idx="4294967295"/>
          </p:nvPr>
        </p:nvSpPr>
        <p:spPr>
          <a:xfrm>
            <a:off x="930546" y="2102676"/>
            <a:ext cx="10515600" cy="4351338"/>
          </a:xfrm>
        </p:spPr>
        <p:txBody>
          <a:bodyPr>
            <a:normAutofit lnSpcReduction="10000"/>
          </a:bodyPr>
          <a:lstStyle/>
          <a:p>
            <a:pPr algn="r">
              <a:buFontTx/>
              <a:buChar char="-"/>
            </a:pPr>
            <a:r>
              <a:rPr lang="ur-PK" sz="4400" b="1" dirty="0">
                <a:latin typeface="Jameel Noori Nastaleeq" panose="02000503000000000004" pitchFamily="2" charset="-78"/>
                <a:cs typeface="Jameel Noori Nastaleeq" panose="02000503000000000004" pitchFamily="2" charset="-78"/>
              </a:rPr>
              <a:t>توحید:</a:t>
            </a:r>
            <a:endParaRPr lang="en-US" sz="4400" b="1" dirty="0">
              <a:latin typeface="Jameel Noori Nastaleeq" panose="02000503000000000004" pitchFamily="2" charset="-78"/>
              <a:cs typeface="Jameel Noori Nastaleeq" panose="02000503000000000004" pitchFamily="2" charset="-78"/>
            </a:endParaRPr>
          </a:p>
          <a:p>
            <a:pPr algn="r">
              <a:buFontTx/>
              <a:buChar char="-"/>
            </a:pPr>
            <a:r>
              <a:rPr lang="ur-PK" sz="4400" dirty="0">
                <a:latin typeface="Jameel Noori Nastaleeq" panose="02000503000000000004" pitchFamily="2" charset="-78"/>
                <a:cs typeface="Jameel Noori Nastaleeq" panose="02000503000000000004" pitchFamily="2" charset="-78"/>
              </a:rPr>
              <a:t> یہ تینوں مذاہب توحید پر یقین رکھتے ہیں، یعنی ایک خدا کی عبادت۔-</a:t>
            </a:r>
            <a:endParaRPr lang="en-US" sz="4400" dirty="0">
              <a:latin typeface="Jameel Noori Nastaleeq" panose="02000503000000000004" pitchFamily="2" charset="-78"/>
              <a:cs typeface="Jameel Noori Nastaleeq" panose="02000503000000000004" pitchFamily="2" charset="-78"/>
            </a:endParaRPr>
          </a:p>
          <a:p>
            <a:pPr algn="r">
              <a:buFontTx/>
              <a:buChar char="-"/>
            </a:pPr>
            <a:r>
              <a:rPr lang="ur-PK" sz="4400" b="1" dirty="0">
                <a:latin typeface="Jameel Noori Nastaleeq" panose="02000503000000000004" pitchFamily="2" charset="-78"/>
                <a:cs typeface="Jameel Noori Nastaleeq" panose="02000503000000000004" pitchFamily="2" charset="-78"/>
              </a:rPr>
              <a:t>ابراہیمی روایت:</a:t>
            </a:r>
            <a:endParaRPr lang="en-US" sz="4400" b="1" dirty="0">
              <a:latin typeface="Jameel Noori Nastaleeq" panose="02000503000000000004" pitchFamily="2" charset="-78"/>
              <a:cs typeface="Jameel Noori Nastaleeq" panose="02000503000000000004" pitchFamily="2" charset="-78"/>
            </a:endParaRPr>
          </a:p>
          <a:p>
            <a:pPr marL="0" indent="0" algn="r">
              <a:buNone/>
            </a:pPr>
            <a:r>
              <a:rPr lang="ur-PK" sz="4400" dirty="0">
                <a:latin typeface="Jameel Noori Nastaleeq" panose="02000503000000000004" pitchFamily="2" charset="-78"/>
                <a:cs typeface="Jameel Noori Nastaleeq" panose="02000503000000000004" pitchFamily="2" charset="-78"/>
              </a:rPr>
              <a:t> تینوں مذاہب حضرت ابراہیم علیہ السلام کو اپنا روحانی باپ مانتے ہیں۔- </a:t>
            </a:r>
            <a:endParaRPr lang="en-US" sz="4400" b="1" dirty="0">
              <a:latin typeface="Jameel Noori Nastaleeq" panose="02000503000000000004" pitchFamily="2" charset="-78"/>
              <a:cs typeface="Jameel Noori Nastaleeq" panose="02000503000000000004" pitchFamily="2" charset="-78"/>
            </a:endParaRPr>
          </a:p>
          <a:p>
            <a:pPr marL="0" indent="0" algn="r">
              <a:buNone/>
            </a:pPr>
            <a:r>
              <a:rPr lang="ur-PK" sz="4400" b="1" dirty="0">
                <a:latin typeface="Jameel Noori Nastaleeq" panose="02000503000000000004" pitchFamily="2" charset="-78"/>
                <a:cs typeface="Jameel Noori Nastaleeq" panose="02000503000000000004" pitchFamily="2" charset="-78"/>
              </a:rPr>
              <a:t>آخرت:</a:t>
            </a:r>
            <a:endParaRPr lang="en-US" sz="4400" b="1" dirty="0">
              <a:latin typeface="Jameel Noori Nastaleeq" panose="02000503000000000004" pitchFamily="2" charset="-78"/>
              <a:cs typeface="Jameel Noori Nastaleeq" panose="02000503000000000004" pitchFamily="2" charset="-78"/>
            </a:endParaRPr>
          </a:p>
          <a:p>
            <a:pPr algn="r">
              <a:buFontTx/>
              <a:buChar char="-"/>
            </a:pPr>
            <a:r>
              <a:rPr lang="ur-PK" sz="4400" dirty="0">
                <a:latin typeface="Jameel Noori Nastaleeq" panose="02000503000000000004" pitchFamily="2" charset="-78"/>
                <a:cs typeface="Jameel Noori Nastaleeq" panose="02000503000000000004" pitchFamily="2" charset="-78"/>
              </a:rPr>
              <a:t> یہ مذاہب آخرت، قیامت، جنت اور جہنم پر یقین رکھتے ہیں۔</a:t>
            </a:r>
            <a:endParaRPr lang="en-US" sz="4400" dirty="0">
              <a:latin typeface="Jameel Noori Nastaleeq" panose="02000503000000000004" pitchFamily="2" charset="-78"/>
              <a:cs typeface="Jameel Noori Nastaleeq" panose="02000503000000000004" pitchFamily="2" charset="-78"/>
            </a:endParaRPr>
          </a:p>
        </p:txBody>
      </p:sp>
      <p:grpSp>
        <p:nvGrpSpPr>
          <p:cNvPr id="6" name="Group 5">
            <a:extLst>
              <a:ext uri="{FF2B5EF4-FFF2-40B4-BE49-F238E27FC236}">
                <a16:creationId xmlns:a16="http://schemas.microsoft.com/office/drawing/2014/main" id="{211F903F-E374-8F51-10F0-DE7A5B7BC06C}"/>
              </a:ext>
            </a:extLst>
          </p:cNvPr>
          <p:cNvGrpSpPr/>
          <p:nvPr/>
        </p:nvGrpSpPr>
        <p:grpSpPr>
          <a:xfrm>
            <a:off x="0" y="0"/>
            <a:ext cx="12749348" cy="1115736"/>
            <a:chOff x="0" y="0"/>
            <a:chExt cx="12749348" cy="1115736"/>
          </a:xfrm>
        </p:grpSpPr>
        <p:sp>
          <p:nvSpPr>
            <p:cNvPr id="7" name="Rectangle 6">
              <a:extLst>
                <a:ext uri="{FF2B5EF4-FFF2-40B4-BE49-F238E27FC236}">
                  <a16:creationId xmlns:a16="http://schemas.microsoft.com/office/drawing/2014/main" id="{428D0C3D-6AED-DE47-027F-45F5ED23954C}"/>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C4295925-FD0B-E723-8893-3572008DC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D2570A1C-1729-6AB6-3967-53F4581AAC5B}"/>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9">
              <a:extLst>
                <a:ext uri="{FF2B5EF4-FFF2-40B4-BE49-F238E27FC236}">
                  <a16:creationId xmlns:a16="http://schemas.microsoft.com/office/drawing/2014/main" id="{96DEC41C-EB9F-7A7A-AB34-3B5268B89A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D98F56D0-25FA-C93D-695F-38D8D77050A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1">
              <a:extLst>
                <a:ext uri="{FF2B5EF4-FFF2-40B4-BE49-F238E27FC236}">
                  <a16:creationId xmlns:a16="http://schemas.microsoft.com/office/drawing/2014/main" id="{424DB524-E99E-3F78-7BBD-441C3B8CC84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197E9514-D95F-1422-55B1-21637F5F70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954157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E5BA-04B5-42E0-B2D2-D66495846923}"/>
              </a:ext>
            </a:extLst>
          </p:cNvPr>
          <p:cNvSpPr>
            <a:spLocks noGrp="1"/>
          </p:cNvSpPr>
          <p:nvPr>
            <p:ph type="title" idx="4294967295"/>
          </p:nvPr>
        </p:nvSpPr>
        <p:spPr>
          <a:xfrm>
            <a:off x="987490" y="1271053"/>
            <a:ext cx="10515600" cy="670946"/>
          </a:xfrm>
        </p:spPr>
        <p:txBody>
          <a:bodyPr>
            <a:normAutofit fontScale="90000"/>
          </a:bodyPr>
          <a:lstStyle/>
          <a:p>
            <a:pPr algn="r"/>
            <a:r>
              <a:rPr lang="ar-AE" b="1" dirty="0">
                <a:latin typeface="Jameel Noori Nastaleeq" panose="02000503000000000004" pitchFamily="2" charset="-78"/>
                <a:cs typeface="Jameel Noori Nastaleeq" panose="02000503000000000004" pitchFamily="2" charset="-78"/>
              </a:rPr>
              <a:t> اختلافات :</a:t>
            </a:r>
            <a:endParaRPr lang="en-US" b="1" dirty="0">
              <a:latin typeface="Jameel Noori Nastaleeq" panose="02000503000000000004" pitchFamily="2" charset="-78"/>
              <a:cs typeface="Jameel Noori Nastaleeq" panose="02000503000000000004" pitchFamily="2" charset="-78"/>
            </a:endParaRPr>
          </a:p>
        </p:txBody>
      </p:sp>
      <p:sp>
        <p:nvSpPr>
          <p:cNvPr id="3" name="Content Placeholder 2">
            <a:extLst>
              <a:ext uri="{FF2B5EF4-FFF2-40B4-BE49-F238E27FC236}">
                <a16:creationId xmlns:a16="http://schemas.microsoft.com/office/drawing/2014/main" id="{5F761A99-07A6-3E13-74A2-F5593622936D}"/>
              </a:ext>
            </a:extLst>
          </p:cNvPr>
          <p:cNvSpPr>
            <a:spLocks noGrp="1"/>
          </p:cNvSpPr>
          <p:nvPr>
            <p:ph idx="4294967295"/>
          </p:nvPr>
        </p:nvSpPr>
        <p:spPr>
          <a:xfrm>
            <a:off x="930546" y="2036365"/>
            <a:ext cx="10515600" cy="4486275"/>
          </a:xfrm>
        </p:spPr>
        <p:txBody>
          <a:bodyPr>
            <a:noAutofit/>
          </a:bodyPr>
          <a:lstStyle/>
          <a:p>
            <a:pPr algn="r" rtl="1"/>
            <a:r>
              <a:rPr lang="ar-AE" sz="4000" b="1" dirty="0">
                <a:latin typeface="Jameel Noori Nastaleeq" panose="02000503000000000004" pitchFamily="2" charset="-78"/>
                <a:cs typeface="Jameel Noori Nastaleeq" panose="02000503000000000004" pitchFamily="2" charset="-78"/>
              </a:rPr>
              <a:t>- نبوت:</a:t>
            </a:r>
            <a:endParaRPr lang="en-US" sz="4000" b="1" dirty="0">
              <a:latin typeface="Jameel Noori Nastaleeq" panose="02000503000000000004" pitchFamily="2" charset="-78"/>
              <a:cs typeface="Jameel Noori Nastaleeq" panose="02000503000000000004" pitchFamily="2" charset="-78"/>
            </a:endParaRPr>
          </a:p>
          <a:p>
            <a:pPr marL="0" indent="0" algn="r" rtl="1">
              <a:buNone/>
            </a:pPr>
            <a:r>
              <a:rPr lang="ar-AE" sz="4000" dirty="0">
                <a:latin typeface="Jameel Noori Nastaleeq" panose="02000503000000000004" pitchFamily="2" charset="-78"/>
                <a:cs typeface="Jameel Noori Nastaleeq" panose="02000503000000000004" pitchFamily="2" charset="-78"/>
              </a:rPr>
              <a:t>ہر مذہب کے اپنے نبی ہیں، اور ان کے درمیان نبوت کے حوالے سے اختلافات ہیں۔-</a:t>
            </a:r>
            <a:endParaRPr lang="en-US" sz="4000" dirty="0">
              <a:latin typeface="Jameel Noori Nastaleeq" panose="02000503000000000004" pitchFamily="2" charset="-78"/>
              <a:cs typeface="Jameel Noori Nastaleeq" panose="02000503000000000004" pitchFamily="2" charset="-78"/>
            </a:endParaRPr>
          </a:p>
          <a:p>
            <a:pPr algn="r" rtl="1"/>
            <a:r>
              <a:rPr lang="ar-AE" sz="4000" dirty="0">
                <a:latin typeface="Jameel Noori Nastaleeq" panose="02000503000000000004" pitchFamily="2" charset="-78"/>
                <a:cs typeface="Jameel Noori Nastaleeq" panose="02000503000000000004" pitchFamily="2" charset="-78"/>
              </a:rPr>
              <a:t> </a:t>
            </a:r>
            <a:r>
              <a:rPr lang="ar-AE" sz="4000" b="1" dirty="0">
                <a:latin typeface="Jameel Noori Nastaleeq" panose="02000503000000000004" pitchFamily="2" charset="-78"/>
                <a:cs typeface="Jameel Noori Nastaleeq" panose="02000503000000000004" pitchFamily="2" charset="-78"/>
              </a:rPr>
              <a:t>مقدس کتب:</a:t>
            </a:r>
            <a:endParaRPr lang="en-US" sz="4000" b="1" dirty="0">
              <a:latin typeface="Jameel Noori Nastaleeq" panose="02000503000000000004" pitchFamily="2" charset="-78"/>
              <a:cs typeface="Jameel Noori Nastaleeq" panose="02000503000000000004" pitchFamily="2" charset="-78"/>
            </a:endParaRPr>
          </a:p>
          <a:p>
            <a:pPr marL="0" indent="0" algn="r" rtl="1">
              <a:buNone/>
            </a:pPr>
            <a:r>
              <a:rPr lang="ar-AE" sz="4000" dirty="0">
                <a:latin typeface="Jameel Noori Nastaleeq" panose="02000503000000000004" pitchFamily="2" charset="-78"/>
                <a:cs typeface="Jameel Noori Nastaleeq" panose="02000503000000000004" pitchFamily="2" charset="-78"/>
              </a:rPr>
              <a:t>ہر مذہب کی اپنی مقدس کتاب ہے، اور ان کے درمیان تعلیمات میں فرق ہے۔-</a:t>
            </a:r>
            <a:endParaRPr lang="en-US" sz="4000" dirty="0">
              <a:latin typeface="Jameel Noori Nastaleeq" panose="02000503000000000004" pitchFamily="2" charset="-78"/>
              <a:cs typeface="Jameel Noori Nastaleeq" panose="02000503000000000004" pitchFamily="2" charset="-78"/>
            </a:endParaRPr>
          </a:p>
          <a:p>
            <a:pPr marL="0" indent="0" algn="r" rtl="1">
              <a:buNone/>
            </a:pPr>
            <a:r>
              <a:rPr lang="ar-AE" sz="4000" dirty="0">
                <a:latin typeface="Jameel Noori Nastaleeq" panose="02000503000000000004" pitchFamily="2" charset="-78"/>
                <a:cs typeface="Jameel Noori Nastaleeq" panose="02000503000000000004" pitchFamily="2" charset="-78"/>
              </a:rPr>
              <a:t> </a:t>
            </a:r>
            <a:r>
              <a:rPr lang="ar-AE" sz="4000" b="1" dirty="0">
                <a:latin typeface="Jameel Noori Nastaleeq" panose="02000503000000000004" pitchFamily="2" charset="-78"/>
                <a:cs typeface="Jameel Noori Nastaleeq" panose="02000503000000000004" pitchFamily="2" charset="-78"/>
              </a:rPr>
              <a:t>عبادات:</a:t>
            </a:r>
            <a:endParaRPr lang="en-US" sz="4000" b="1" dirty="0">
              <a:latin typeface="Jameel Noori Nastaleeq" panose="02000503000000000004" pitchFamily="2" charset="-78"/>
              <a:cs typeface="Jameel Noori Nastaleeq" panose="02000503000000000004" pitchFamily="2" charset="-78"/>
            </a:endParaRPr>
          </a:p>
          <a:p>
            <a:pPr marL="0" indent="0" algn="r" rtl="1">
              <a:buNone/>
            </a:pPr>
            <a:r>
              <a:rPr lang="ar-AE" sz="4000" dirty="0">
                <a:latin typeface="Jameel Noori Nastaleeq" panose="02000503000000000004" pitchFamily="2" charset="-78"/>
                <a:cs typeface="Jameel Noori Nastaleeq" panose="02000503000000000004" pitchFamily="2" charset="-78"/>
              </a:rPr>
              <a:t>ہر مذہب کی عبادات اور رسومات مختلف ہیں</a:t>
            </a:r>
            <a:endParaRPr lang="en-US" sz="4000" dirty="0">
              <a:latin typeface="Jameel Noori Nastaleeq" panose="02000503000000000004" pitchFamily="2" charset="-78"/>
              <a:cs typeface="Jameel Noori Nastaleeq" panose="02000503000000000004" pitchFamily="2" charset="-78"/>
            </a:endParaRPr>
          </a:p>
        </p:txBody>
      </p:sp>
      <p:grpSp>
        <p:nvGrpSpPr>
          <p:cNvPr id="6" name="Group 5">
            <a:extLst>
              <a:ext uri="{FF2B5EF4-FFF2-40B4-BE49-F238E27FC236}">
                <a16:creationId xmlns:a16="http://schemas.microsoft.com/office/drawing/2014/main" id="{37BD1BC8-1E9E-308E-A259-079811116AA7}"/>
              </a:ext>
            </a:extLst>
          </p:cNvPr>
          <p:cNvGrpSpPr/>
          <p:nvPr/>
        </p:nvGrpSpPr>
        <p:grpSpPr>
          <a:xfrm>
            <a:off x="0" y="0"/>
            <a:ext cx="12749348" cy="1115736"/>
            <a:chOff x="0" y="0"/>
            <a:chExt cx="12749348" cy="1115736"/>
          </a:xfrm>
        </p:grpSpPr>
        <p:sp>
          <p:nvSpPr>
            <p:cNvPr id="7" name="Rectangle 6">
              <a:extLst>
                <a:ext uri="{FF2B5EF4-FFF2-40B4-BE49-F238E27FC236}">
                  <a16:creationId xmlns:a16="http://schemas.microsoft.com/office/drawing/2014/main" id="{BC7D0775-666E-C8CF-F814-85584697900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773C3850-3709-12CE-6147-A0D598E74E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BCDF2C65-E955-D000-B793-2E5C92D5449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9">
              <a:extLst>
                <a:ext uri="{FF2B5EF4-FFF2-40B4-BE49-F238E27FC236}">
                  <a16:creationId xmlns:a16="http://schemas.microsoft.com/office/drawing/2014/main" id="{A223D009-7235-C3C7-A9D8-82B060A8EB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B431AD96-7E60-2884-FFEE-D2456D228DD9}"/>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1">
              <a:extLst>
                <a:ext uri="{FF2B5EF4-FFF2-40B4-BE49-F238E27FC236}">
                  <a16:creationId xmlns:a16="http://schemas.microsoft.com/office/drawing/2014/main" id="{0DAD072D-96BB-979E-2D96-2A6C75DDF6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D38E9E8D-F3B5-5D34-B6E4-3B8DD98ADD1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157525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761</Words>
  <Application>Microsoft Office PowerPoint</Application>
  <PresentationFormat>Widescreen</PresentationFormat>
  <Paragraphs>65</Paragraphs>
  <Slides>9</Slides>
  <Notes>1</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9</vt:i4>
      </vt:variant>
    </vt:vector>
  </HeadingPairs>
  <TitlesOfParts>
    <vt:vector size="20" baseType="lpstr">
      <vt:lpstr>Arial</vt:lpstr>
      <vt:lpstr>Calibri</vt:lpstr>
      <vt:lpstr>Calibri Light</vt:lpstr>
      <vt:lpstr>Jameel Noori Nastaleeq</vt:lpstr>
      <vt:lpstr>Times New Roman</vt:lpstr>
      <vt:lpstr>Wingdings</vt:lpstr>
      <vt:lpstr>Office Theme</vt:lpstr>
      <vt:lpstr>2_Office Theme</vt:lpstr>
      <vt:lpstr>4_Office Theme</vt:lpstr>
      <vt:lpstr>3_Office Theme</vt:lpstr>
      <vt:lpstr>1_Office Theme</vt:lpstr>
      <vt:lpstr>PowerPoint Presentation</vt:lpstr>
      <vt:lpstr>سامی مذاھب کا تعارف( تاریخ،کتب،بانیان) </vt:lpstr>
      <vt:lpstr>(یہودیت) Judaism</vt:lpstr>
      <vt:lpstr>(یہودیت) Judaism</vt:lpstr>
      <vt:lpstr>مسیحیت</vt:lpstr>
      <vt:lpstr>(اسلام ) Islam</vt:lpstr>
      <vt:lpstr>(اسلام ) Islam</vt:lpstr>
      <vt:lpstr>مشترکات</vt:lpstr>
      <vt:lpstr> اختلافات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CS</dc:creator>
  <cp:lastModifiedBy>DELL</cp:lastModifiedBy>
  <cp:revision>12</cp:revision>
  <dcterms:created xsi:type="dcterms:W3CDTF">2025-01-23T03:36:03Z</dcterms:created>
  <dcterms:modified xsi:type="dcterms:W3CDTF">2025-03-08T17:37:57Z</dcterms:modified>
</cp:coreProperties>
</file>