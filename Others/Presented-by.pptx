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 Bold" panose="020B0604020202020204" charset="0"/>
      <p:bold r:id="rId13"/>
    </p:embeddedFont>
    <p:embeddedFont>
      <p:font typeface="Montserrat" panose="000005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573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72651" y="3432639"/>
            <a:ext cx="5117068" cy="639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Presented by :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672651" y="4499160"/>
            <a:ext cx="7249716" cy="486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Muhammad Ijaz                       2338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672651" y="5145894"/>
            <a:ext cx="7249716" cy="486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Hamza                                         2354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672651" y="660155"/>
            <a:ext cx="3837742" cy="479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Topic : 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72651" y="1499019"/>
            <a:ext cx="7249716" cy="159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Gaming as a Professional Career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537484" y="5792629"/>
            <a:ext cx="7249716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50702" y="6764655"/>
            <a:ext cx="6396276" cy="79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endParaRPr lang="en-US" sz="5000" dirty="0"/>
          </a:p>
        </p:txBody>
      </p:sp>
      <p:pic>
        <p:nvPicPr>
          <p:cNvPr id="1026" name="Picture 2" descr="Esports PNG, Vector, PSD, and Clipart With Transparent ...">
            <a:extLst>
              <a:ext uri="{FF2B5EF4-FFF2-40B4-BE49-F238E27FC236}">
                <a16:creationId xmlns:a16="http://schemas.microsoft.com/office/drawing/2014/main" id="{848196A7-6D58-5223-26FF-999950ED0F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"/>
          <a:stretch/>
        </p:blipFill>
        <p:spPr bwMode="auto">
          <a:xfrm>
            <a:off x="541305" y="2048232"/>
            <a:ext cx="5996179" cy="5679890"/>
          </a:xfrm>
          <a:prstGeom prst="flowChar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243B47-C843-29BB-C6BC-9AAD32C4E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23"/>
            <a:ext cx="199072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4801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Content :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393990"/>
            <a:ext cx="5701546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8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Budget in Gaming in future 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58309" y="2903101"/>
            <a:ext cx="4696560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8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carrier path in gaming 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58309" y="3412212"/>
            <a:ext cx="4696560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8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 gaming with skills 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58309" y="3921323"/>
            <a:ext cx="4239360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8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development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8309" y="4430435"/>
            <a:ext cx="3151539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8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sport caster 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58309" y="4939546"/>
            <a:ext cx="4097470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8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aspects 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58309" y="5448657"/>
            <a:ext cx="8369925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8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 and Realities of gaming carrier 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58309" y="5957768"/>
            <a:ext cx="7329401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8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a gaming carrier is a right for you?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58309" y="663487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778D77-1D82-9B0D-5A5D-EBDA526CAF4E}"/>
              </a:ext>
            </a:extLst>
          </p:cNvPr>
          <p:cNvSpPr/>
          <p:nvPr/>
        </p:nvSpPr>
        <p:spPr>
          <a:xfrm>
            <a:off x="9175531" y="1127234"/>
            <a:ext cx="4696560" cy="5975131"/>
          </a:xfrm>
          <a:prstGeom prst="rect">
            <a:avLst/>
          </a:prstGeom>
          <a:blipFill dpi="0" rotWithShape="1">
            <a:blip r:embed="rId3"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589490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Gaming as a Professional Career: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339828"/>
            <a:ext cx="7627382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global gaming market is expected to hit $314 billion by 2027. With 2.5 billion players worldwide, gaming has evolved from a casual hobby to a thriving career.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128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540" y="3065978"/>
            <a:ext cx="5717143" cy="66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Career Paths in Gaming: 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03540" y="3971244"/>
            <a:ext cx="6511171" cy="1723430"/>
          </a:xfrm>
          <a:prstGeom prst="roundRect">
            <a:avLst>
              <a:gd name="adj" fmla="val 10498"/>
            </a:avLst>
          </a:prstGeom>
          <a:solidFill>
            <a:srgbClr val="EEEFF5"/>
          </a:solidFill>
          <a:ln/>
          <a:effectLst>
            <a:outerShdw blurRad="49530" dist="2413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04518" y="4229576"/>
            <a:ext cx="3174087" cy="39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 Gamer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04518" y="4746903"/>
            <a:ext cx="6109216" cy="40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Compete in tournaments and win prize money.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15689" y="4028599"/>
            <a:ext cx="6511171" cy="1723430"/>
          </a:xfrm>
          <a:prstGeom prst="roundRect">
            <a:avLst>
              <a:gd name="adj" fmla="val 10498"/>
            </a:avLst>
          </a:prstGeom>
          <a:solidFill>
            <a:srgbClr val="EEEFF5"/>
          </a:solidFill>
          <a:ln/>
          <a:effectLst>
            <a:outerShdw blurRad="49530" dist="2413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16666" y="4229576"/>
            <a:ext cx="3174087" cy="39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Game Developer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616666" y="4746903"/>
            <a:ext cx="6109216" cy="80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and build video games using coding languages.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703540" y="5953006"/>
            <a:ext cx="6511171" cy="1723430"/>
          </a:xfrm>
          <a:prstGeom prst="roundRect">
            <a:avLst>
              <a:gd name="adj" fmla="val 10498"/>
            </a:avLst>
          </a:prstGeom>
          <a:solidFill>
            <a:srgbClr val="EEEFF5"/>
          </a:solidFill>
          <a:ln/>
          <a:effectLst>
            <a:outerShdw blurRad="49530" dist="2413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04518" y="6153983"/>
            <a:ext cx="3344347" cy="39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 sports Caster/Analyst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904518" y="6671310"/>
            <a:ext cx="6109216" cy="80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 commentary and detailed game analysis.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7415689" y="5953006"/>
            <a:ext cx="6511171" cy="1723430"/>
          </a:xfrm>
          <a:prstGeom prst="roundRect">
            <a:avLst>
              <a:gd name="adj" fmla="val 10498"/>
            </a:avLst>
          </a:prstGeom>
          <a:solidFill>
            <a:srgbClr val="EEEFF5"/>
          </a:solidFill>
          <a:ln/>
          <a:effectLst>
            <a:outerShdw blurRad="49530" dist="2413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16666" y="6153983"/>
            <a:ext cx="3351967" cy="39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Game Designer &amp; Writer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7616666" y="6671310"/>
            <a:ext cx="6109216" cy="80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game mechanics, storylines, and characters.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809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570" y="3271599"/>
            <a:ext cx="9183886" cy="705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 Gaming: Skills and Requirements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50570" y="5263872"/>
            <a:ext cx="3040975" cy="214432"/>
          </a:xfrm>
          <a:prstGeom prst="roundRect">
            <a:avLst>
              <a:gd name="adj" fmla="val 90019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50570" y="5720116"/>
            <a:ext cx="3040975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Practice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50570" y="6351865"/>
            <a:ext cx="3040975" cy="1286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10,000+ hours to sharpen reaction time (~200ms).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113252" y="4942165"/>
            <a:ext cx="3041094" cy="214432"/>
          </a:xfrm>
          <a:prstGeom prst="roundRect">
            <a:avLst>
              <a:gd name="adj" fmla="val 90019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3252" y="5478304"/>
            <a:ext cx="3041094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Game Types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113252" y="6030158"/>
            <a:ext cx="3041094" cy="1286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Specialize in FPS, MOBAs, or fighting games.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7476053" y="4620458"/>
            <a:ext cx="3040975" cy="214432"/>
          </a:xfrm>
          <a:prstGeom prst="roundRect">
            <a:avLst>
              <a:gd name="adj" fmla="val 90019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76053" y="5156597"/>
            <a:ext cx="3040975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Teamwork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476053" y="5708452"/>
            <a:ext cx="3040975" cy="1286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Communicate and strategize effectively with teammates.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10838736" y="4298752"/>
            <a:ext cx="3041094" cy="214432"/>
          </a:xfrm>
          <a:prstGeom prst="roundRect">
            <a:avLst>
              <a:gd name="adj" fmla="val 90019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838736" y="4834890"/>
            <a:ext cx="3041094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Popular Titles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0838736" y="5386745"/>
            <a:ext cx="3041094" cy="85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League of Legends, Counter-Strike, Dota 2.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23135"/>
            <a:ext cx="1027330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Game Development: Skills and Education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477339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335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Technical Skills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8309" y="4121468"/>
            <a:ext cx="401835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C++, C#, Java, Python programming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58309" y="5341531"/>
            <a:ext cx="401835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engines: Unity, Unreal Engine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12926" y="3477339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335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Education &amp; Art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12926" y="4121468"/>
            <a:ext cx="401835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Bachelors in computer science or related field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312926" y="5324728"/>
            <a:ext cx="401835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3D modeling and texturing skills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867543" y="3477339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335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Companies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867543" y="4121468"/>
            <a:ext cx="401835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Rockstar Games, Ubisoft, Activision Blizzard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2208" y="586264"/>
            <a:ext cx="7652385" cy="1401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 sports Caster/Analyst: Skills and Knowledge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32208" y="2307669"/>
            <a:ext cx="479465" cy="479465"/>
          </a:xfrm>
          <a:prstGeom prst="roundRect">
            <a:avLst>
              <a:gd name="adj" fmla="val 40003"/>
            </a:avLst>
          </a:prstGeom>
          <a:solidFill>
            <a:srgbClr val="EEEFF5"/>
          </a:solidFill>
          <a:ln/>
          <a:effectLst>
            <a:outerShdw blurRad="52070" dist="25400" dir="13500000" algn="bl" rotWithShape="0">
              <a:srgbClr val="FFFFFF">
                <a:alpha val="70000"/>
              </a:srgbClr>
            </a:outerShdw>
          </a:effectLst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645" y="2337078"/>
            <a:ext cx="336471" cy="4205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24675" y="2347555"/>
            <a:ext cx="3364825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Game Expertise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6924675" y="2895838"/>
            <a:ext cx="6959918" cy="426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understanding of gameplay and trends.</a:t>
            </a:r>
            <a:endParaRPr lang="en-US" sz="2500" dirty="0"/>
          </a:p>
        </p:txBody>
      </p:sp>
      <p:sp>
        <p:nvSpPr>
          <p:cNvPr id="8" name="Shape 4"/>
          <p:cNvSpPr/>
          <p:nvPr/>
        </p:nvSpPr>
        <p:spPr>
          <a:xfrm>
            <a:off x="6232208" y="3748088"/>
            <a:ext cx="479465" cy="479465"/>
          </a:xfrm>
          <a:prstGeom prst="roundRect">
            <a:avLst>
              <a:gd name="adj" fmla="val 40003"/>
            </a:avLst>
          </a:prstGeom>
          <a:solidFill>
            <a:srgbClr val="EEEFF5"/>
          </a:solidFill>
          <a:ln/>
          <a:effectLst>
            <a:outerShdw blurRad="52070" dist="25400" dir="13500000" algn="bl" rotWithShape="0">
              <a:srgbClr val="FFFFFF">
                <a:alpha val="70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645" y="3777496"/>
            <a:ext cx="336471" cy="4205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24675" y="3787973"/>
            <a:ext cx="3364825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Communication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6924675" y="4336256"/>
            <a:ext cx="6959918" cy="426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public speaking and engaging delivery.</a:t>
            </a:r>
            <a:endParaRPr lang="en-US" sz="2500" dirty="0"/>
          </a:p>
        </p:txBody>
      </p:sp>
      <p:sp>
        <p:nvSpPr>
          <p:cNvPr id="12" name="Shape 7"/>
          <p:cNvSpPr/>
          <p:nvPr/>
        </p:nvSpPr>
        <p:spPr>
          <a:xfrm>
            <a:off x="6232208" y="5188506"/>
            <a:ext cx="479465" cy="479465"/>
          </a:xfrm>
          <a:prstGeom prst="roundRect">
            <a:avLst>
              <a:gd name="adj" fmla="val 40003"/>
            </a:avLst>
          </a:prstGeom>
          <a:solidFill>
            <a:srgbClr val="EEEFF5"/>
          </a:solidFill>
          <a:ln/>
          <a:effectLst>
            <a:outerShdw blurRad="52070" dist="25400" dir="13500000" algn="bl" rotWithShape="0">
              <a:srgbClr val="FFFFFF">
                <a:alpha val="70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645" y="5217914"/>
            <a:ext cx="336471" cy="4205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24675" y="5228392"/>
            <a:ext cx="3372326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Audience Engagement</a:t>
            </a:r>
            <a:endParaRPr lang="en-US" sz="3200" dirty="0"/>
          </a:p>
        </p:txBody>
      </p:sp>
      <p:sp>
        <p:nvSpPr>
          <p:cNvPr id="15" name="Text 9"/>
          <p:cNvSpPr/>
          <p:nvPr/>
        </p:nvSpPr>
        <p:spPr>
          <a:xfrm>
            <a:off x="6924675" y="5776674"/>
            <a:ext cx="6959918" cy="426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Charisma to captivate and entertain viewers.</a:t>
            </a:r>
            <a:endParaRPr lang="en-US" sz="2500" dirty="0"/>
          </a:p>
        </p:txBody>
      </p:sp>
      <p:sp>
        <p:nvSpPr>
          <p:cNvPr id="16" name="Shape 10"/>
          <p:cNvSpPr/>
          <p:nvPr/>
        </p:nvSpPr>
        <p:spPr>
          <a:xfrm>
            <a:off x="6232208" y="6628924"/>
            <a:ext cx="479465" cy="479465"/>
          </a:xfrm>
          <a:prstGeom prst="roundRect">
            <a:avLst>
              <a:gd name="adj" fmla="val 40003"/>
            </a:avLst>
          </a:prstGeom>
          <a:solidFill>
            <a:srgbClr val="EEEFF5"/>
          </a:solidFill>
          <a:ln/>
          <a:effectLst>
            <a:outerShdw blurRad="52070" dist="25400" dir="13500000" algn="bl" rotWithShape="0">
              <a:srgbClr val="FFFFFF">
                <a:alpha val="70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3645" y="6658332"/>
            <a:ext cx="336471" cy="42052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24675" y="6668810"/>
            <a:ext cx="3364825" cy="4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Platforms</a:t>
            </a:r>
            <a:endParaRPr lang="en-US" sz="3200" dirty="0"/>
          </a:p>
        </p:txBody>
      </p:sp>
      <p:sp>
        <p:nvSpPr>
          <p:cNvPr id="19" name="Text 12"/>
          <p:cNvSpPr/>
          <p:nvPr/>
        </p:nvSpPr>
        <p:spPr>
          <a:xfrm>
            <a:off x="6924675" y="7217092"/>
            <a:ext cx="6959918" cy="426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Twitch, YouTube, ESPN broadcasts.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04322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Financial Aspects: Salary and Revenue Streams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793563"/>
            <a:ext cx="7627382" cy="3282315"/>
          </a:xfrm>
          <a:prstGeom prst="roundRect">
            <a:avLst>
              <a:gd name="adj" fmla="val 59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52329" y="2801183"/>
            <a:ext cx="7612142" cy="7084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68904" y="2938701"/>
            <a:ext cx="336911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2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 Gamers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78785" y="2938701"/>
            <a:ext cx="336911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$50k - $1M+ annually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252329" y="3509605"/>
            <a:ext cx="7612142" cy="7084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68904" y="3647122"/>
            <a:ext cx="336911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2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Developers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0278785" y="3647122"/>
            <a:ext cx="336911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$60k - $150k+ annually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252329" y="4218027"/>
            <a:ext cx="7612142" cy="7084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68904" y="4355544"/>
            <a:ext cx="336911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2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sports Casters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0278785" y="4355544"/>
            <a:ext cx="336911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$40k - $200k+ annually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252329" y="4926449"/>
            <a:ext cx="7612142" cy="114180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68904" y="5063966"/>
            <a:ext cx="336911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2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Twitch Streamers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10278785" y="5063966"/>
            <a:ext cx="3369112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Variable: subs, donations, ads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244709" y="6319599"/>
            <a:ext cx="7627382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sports generated $1.08B in revenue in 2021, showing growth opportunities.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06525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Challenges and Realities of a Gaming Career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815590"/>
            <a:ext cx="541615" cy="541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4709" y="3573780"/>
            <a:ext cx="236196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Pressure</a:t>
            </a:r>
            <a:endParaRPr lang="en-US" sz="28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2" y="2815590"/>
            <a:ext cx="541615" cy="54161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144002" y="3550811"/>
            <a:ext cx="2361962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Long Hours</a:t>
            </a:r>
            <a:endParaRPr lang="en-US" sz="2800" b="1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0129" y="2815590"/>
            <a:ext cx="541615" cy="54161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510129" y="3573780"/>
            <a:ext cx="2361962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Self-Discipline</a:t>
            </a:r>
            <a:endParaRPr lang="en-US" sz="28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709" y="4440436"/>
            <a:ext cx="541615" cy="54161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244709" y="5198626"/>
            <a:ext cx="2361962" cy="85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Constant Adaptation</a:t>
            </a:r>
            <a:endParaRPr lang="en-US" sz="2800" dirty="0"/>
          </a:p>
        </p:txBody>
      </p:sp>
      <p:sp>
        <p:nvSpPr>
          <p:cNvPr id="12" name="Text 5"/>
          <p:cNvSpPr/>
          <p:nvPr/>
        </p:nvSpPr>
        <p:spPr>
          <a:xfrm>
            <a:off x="6244709" y="6297454"/>
            <a:ext cx="7627382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fields require stamina, discipline, and adaptability.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04323"/>
            <a:ext cx="832877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Is a Gaming Career Right for You?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458528"/>
            <a:ext cx="2881908" cy="85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3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Passion &amp; Dedication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8309" y="4530209"/>
            <a:ext cx="2881908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Loves gaming and improving skills constantly.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76474" y="3458528"/>
            <a:ext cx="2881908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3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Realistic 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76474" y="4102656"/>
            <a:ext cx="2881908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Understands the challenges and demands involved.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94640" y="3458528"/>
            <a:ext cx="2881908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3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Learning &amp; Growth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594640" y="4102656"/>
            <a:ext cx="2881908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Keeps up with the evolving industry trends.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012805" y="3458528"/>
            <a:ext cx="2881908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3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Networking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1012805" y="4102656"/>
            <a:ext cx="2881908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Builds relationships with peers and professionals.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420</Words>
  <Application>Microsoft Office PowerPoint</Application>
  <PresentationFormat>Custom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Arial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muhammadijazseo@gmail.com</cp:lastModifiedBy>
  <cp:revision>4</cp:revision>
  <dcterms:created xsi:type="dcterms:W3CDTF">2025-05-16T05:11:38Z</dcterms:created>
  <dcterms:modified xsi:type="dcterms:W3CDTF">2025-05-21T16:55:27Z</dcterms:modified>
</cp:coreProperties>
</file>