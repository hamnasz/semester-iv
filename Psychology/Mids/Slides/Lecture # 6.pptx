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3" r:id="rId2"/>
    <p:sldId id="813" r:id="rId3"/>
    <p:sldId id="830" r:id="rId4"/>
    <p:sldId id="832" r:id="rId5"/>
    <p:sldId id="831" r:id="rId6"/>
    <p:sldId id="833" r:id="rId7"/>
    <p:sldId id="834" r:id="rId8"/>
    <p:sldId id="829" r:id="rId9"/>
    <p:sldId id="820" r:id="rId10"/>
    <p:sldId id="835" r:id="rId11"/>
    <p:sldId id="826" r:id="rId12"/>
    <p:sldId id="827" r:id="rId13"/>
  </p:sldIdLst>
  <p:sldSz cx="12192000" cy="6858000"/>
  <p:notesSz cx="6858000" cy="9144000"/>
  <p:defaultTex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A2A"/>
    <a:srgbClr val="C0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73" d="100"/>
          <a:sy n="73" d="100"/>
        </p:scale>
        <p:origin x="582" y="5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F304D-9FBF-4B4D-AB5C-790149BB44A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x-none"/>
          </a:p>
        </p:txBody>
      </p:sp>
      <p:sp>
        <p:nvSpPr>
          <p:cNvPr id="3" name="Subtitle 2">
            <a:extLst>
              <a:ext uri="{FF2B5EF4-FFF2-40B4-BE49-F238E27FC236}">
                <a16:creationId xmlns:a16="http://schemas.microsoft.com/office/drawing/2014/main" id="{000C0F5D-325B-4660-8632-EBB9EC084D3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x-none"/>
          </a:p>
        </p:txBody>
      </p:sp>
      <p:sp>
        <p:nvSpPr>
          <p:cNvPr id="4" name="Date Placeholder 3">
            <a:extLst>
              <a:ext uri="{FF2B5EF4-FFF2-40B4-BE49-F238E27FC236}">
                <a16:creationId xmlns:a16="http://schemas.microsoft.com/office/drawing/2014/main" id="{3FBC7CD5-CB98-4F1C-8F4E-14A8F9EE1811}"/>
              </a:ext>
            </a:extLst>
          </p:cNvPr>
          <p:cNvSpPr>
            <a:spLocks noGrp="1"/>
          </p:cNvSpPr>
          <p:nvPr>
            <p:ph type="dt" sz="half" idx="10"/>
          </p:nvPr>
        </p:nvSpPr>
        <p:spPr/>
        <p:txBody>
          <a:bodyPr/>
          <a:lstStyle/>
          <a:p>
            <a:fld id="{3237A82C-AEEE-48DB-A866-3B1CA0AC9D5D}" type="datetimeFigureOut">
              <a:rPr lang="x-none" smtClean="0"/>
              <a:pPr/>
              <a:t>2/28/2025</a:t>
            </a:fld>
            <a:endParaRPr lang="x-none"/>
          </a:p>
        </p:txBody>
      </p:sp>
      <p:sp>
        <p:nvSpPr>
          <p:cNvPr id="5" name="Footer Placeholder 4">
            <a:extLst>
              <a:ext uri="{FF2B5EF4-FFF2-40B4-BE49-F238E27FC236}">
                <a16:creationId xmlns:a16="http://schemas.microsoft.com/office/drawing/2014/main" id="{9DA69AAB-D032-4740-999C-6FECB3BEC83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F1F2CE2C-3FF8-4ED5-9A0F-6E35B87E8B6F}"/>
              </a:ext>
            </a:extLst>
          </p:cNvPr>
          <p:cNvSpPr>
            <a:spLocks noGrp="1"/>
          </p:cNvSpPr>
          <p:nvPr>
            <p:ph type="sldNum" sz="quarter" idx="12"/>
          </p:nvPr>
        </p:nvSpPr>
        <p:spPr/>
        <p:txBody>
          <a:bodyPr/>
          <a:lstStyle/>
          <a:p>
            <a:fld id="{6EB9F7D7-3C9C-4146-9FA1-B77DEB44278D}" type="slidenum">
              <a:rPr lang="x-none" smtClean="0"/>
              <a:pPr/>
              <a:t>‹#›</a:t>
            </a:fld>
            <a:endParaRPr lang="x-none"/>
          </a:p>
        </p:txBody>
      </p:sp>
    </p:spTree>
    <p:extLst>
      <p:ext uri="{BB962C8B-B14F-4D97-AF65-F5344CB8AC3E}">
        <p14:creationId xmlns:p14="http://schemas.microsoft.com/office/powerpoint/2010/main" val="1683214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11BF5-D802-48A8-8681-E64C843E4622}"/>
              </a:ext>
            </a:extLst>
          </p:cNvPr>
          <p:cNvSpPr>
            <a:spLocks noGrp="1"/>
          </p:cNvSpPr>
          <p:nvPr>
            <p:ph type="title"/>
          </p:nvPr>
        </p:nvSpPr>
        <p:spPr/>
        <p:txBody>
          <a:bodyPr/>
          <a:lstStyle/>
          <a:p>
            <a:r>
              <a:rPr lang="en-US"/>
              <a:t>Click to edit Master title style</a:t>
            </a:r>
            <a:endParaRPr lang="x-none"/>
          </a:p>
        </p:txBody>
      </p:sp>
      <p:sp>
        <p:nvSpPr>
          <p:cNvPr id="3" name="Content Placeholder 2">
            <a:extLst>
              <a:ext uri="{FF2B5EF4-FFF2-40B4-BE49-F238E27FC236}">
                <a16:creationId xmlns:a16="http://schemas.microsoft.com/office/drawing/2014/main" id="{4D563E54-C420-46A7-95A3-D26D99CE95B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id="{09E21E6C-72DA-4925-94EE-0D245623B79C}"/>
              </a:ext>
            </a:extLst>
          </p:cNvPr>
          <p:cNvSpPr>
            <a:spLocks noGrp="1"/>
          </p:cNvSpPr>
          <p:nvPr>
            <p:ph type="dt" sz="half" idx="10"/>
          </p:nvPr>
        </p:nvSpPr>
        <p:spPr/>
        <p:txBody>
          <a:bodyPr/>
          <a:lstStyle/>
          <a:p>
            <a:fld id="{3237A82C-AEEE-48DB-A866-3B1CA0AC9D5D}" type="datetimeFigureOut">
              <a:rPr lang="x-none" smtClean="0"/>
              <a:pPr/>
              <a:t>2/28/2025</a:t>
            </a:fld>
            <a:endParaRPr lang="x-none"/>
          </a:p>
        </p:txBody>
      </p:sp>
      <p:sp>
        <p:nvSpPr>
          <p:cNvPr id="5" name="Footer Placeholder 4">
            <a:extLst>
              <a:ext uri="{FF2B5EF4-FFF2-40B4-BE49-F238E27FC236}">
                <a16:creationId xmlns:a16="http://schemas.microsoft.com/office/drawing/2014/main" id="{E316D8A9-019D-413B-8A1E-F14D6EE3561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6050099F-8C38-444A-A7F8-21336A623DAA}"/>
              </a:ext>
            </a:extLst>
          </p:cNvPr>
          <p:cNvSpPr>
            <a:spLocks noGrp="1"/>
          </p:cNvSpPr>
          <p:nvPr>
            <p:ph type="sldNum" sz="quarter" idx="12"/>
          </p:nvPr>
        </p:nvSpPr>
        <p:spPr/>
        <p:txBody>
          <a:bodyPr/>
          <a:lstStyle/>
          <a:p>
            <a:fld id="{6EB9F7D7-3C9C-4146-9FA1-B77DEB44278D}" type="slidenum">
              <a:rPr lang="x-none" smtClean="0"/>
              <a:pPr/>
              <a:t>‹#›</a:t>
            </a:fld>
            <a:endParaRPr lang="x-none"/>
          </a:p>
        </p:txBody>
      </p:sp>
    </p:spTree>
    <p:extLst>
      <p:ext uri="{BB962C8B-B14F-4D97-AF65-F5344CB8AC3E}">
        <p14:creationId xmlns:p14="http://schemas.microsoft.com/office/powerpoint/2010/main" val="3175964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43EB3-C47B-49A1-BB67-347B61A6D7F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x-none"/>
          </a:p>
        </p:txBody>
      </p:sp>
      <p:sp>
        <p:nvSpPr>
          <p:cNvPr id="3" name="Text Placeholder 2">
            <a:extLst>
              <a:ext uri="{FF2B5EF4-FFF2-40B4-BE49-F238E27FC236}">
                <a16:creationId xmlns:a16="http://schemas.microsoft.com/office/drawing/2014/main" id="{61CE9B96-3C04-415D-86F4-32630CB36F5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F7AA9B9-E771-49B5-9E2D-06EAF24C17E6}"/>
              </a:ext>
            </a:extLst>
          </p:cNvPr>
          <p:cNvSpPr>
            <a:spLocks noGrp="1"/>
          </p:cNvSpPr>
          <p:nvPr>
            <p:ph type="dt" sz="half" idx="10"/>
          </p:nvPr>
        </p:nvSpPr>
        <p:spPr/>
        <p:txBody>
          <a:bodyPr/>
          <a:lstStyle/>
          <a:p>
            <a:fld id="{3237A82C-AEEE-48DB-A866-3B1CA0AC9D5D}" type="datetimeFigureOut">
              <a:rPr lang="x-none" smtClean="0"/>
              <a:pPr/>
              <a:t>2/28/2025</a:t>
            </a:fld>
            <a:endParaRPr lang="x-none"/>
          </a:p>
        </p:txBody>
      </p:sp>
      <p:sp>
        <p:nvSpPr>
          <p:cNvPr id="5" name="Footer Placeholder 4">
            <a:extLst>
              <a:ext uri="{FF2B5EF4-FFF2-40B4-BE49-F238E27FC236}">
                <a16:creationId xmlns:a16="http://schemas.microsoft.com/office/drawing/2014/main" id="{5AE7F1A7-FFC1-4BDE-908E-7A849372FAFE}"/>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6BE47FAB-5890-41CE-8DA9-CB5788221706}"/>
              </a:ext>
            </a:extLst>
          </p:cNvPr>
          <p:cNvSpPr>
            <a:spLocks noGrp="1"/>
          </p:cNvSpPr>
          <p:nvPr>
            <p:ph type="sldNum" sz="quarter" idx="12"/>
          </p:nvPr>
        </p:nvSpPr>
        <p:spPr/>
        <p:txBody>
          <a:bodyPr/>
          <a:lstStyle/>
          <a:p>
            <a:fld id="{6EB9F7D7-3C9C-4146-9FA1-B77DEB44278D}" type="slidenum">
              <a:rPr lang="x-none" smtClean="0"/>
              <a:pPr/>
              <a:t>‹#›</a:t>
            </a:fld>
            <a:endParaRPr lang="x-none"/>
          </a:p>
        </p:txBody>
      </p:sp>
    </p:spTree>
    <p:extLst>
      <p:ext uri="{BB962C8B-B14F-4D97-AF65-F5344CB8AC3E}">
        <p14:creationId xmlns:p14="http://schemas.microsoft.com/office/powerpoint/2010/main" val="3464982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398E66-B67C-4351-89B6-A169553C061C}"/>
              </a:ext>
            </a:extLst>
          </p:cNvPr>
          <p:cNvSpPr>
            <a:spLocks noGrp="1"/>
          </p:cNvSpPr>
          <p:nvPr>
            <p:ph type="title"/>
          </p:nvPr>
        </p:nvSpPr>
        <p:spPr/>
        <p:txBody>
          <a:bodyPr/>
          <a:lstStyle/>
          <a:p>
            <a:r>
              <a:rPr lang="en-US"/>
              <a:t>Click to edit Master title style</a:t>
            </a:r>
            <a:endParaRPr lang="x-none"/>
          </a:p>
        </p:txBody>
      </p:sp>
      <p:sp>
        <p:nvSpPr>
          <p:cNvPr id="3" name="Content Placeholder 2">
            <a:extLst>
              <a:ext uri="{FF2B5EF4-FFF2-40B4-BE49-F238E27FC236}">
                <a16:creationId xmlns:a16="http://schemas.microsoft.com/office/drawing/2014/main" id="{5C791AA4-B785-4E02-B612-05E57B25A9E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Content Placeholder 3">
            <a:extLst>
              <a:ext uri="{FF2B5EF4-FFF2-40B4-BE49-F238E27FC236}">
                <a16:creationId xmlns:a16="http://schemas.microsoft.com/office/drawing/2014/main" id="{E410E598-0767-477D-B9E8-2BCCF5C5114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Date Placeholder 4">
            <a:extLst>
              <a:ext uri="{FF2B5EF4-FFF2-40B4-BE49-F238E27FC236}">
                <a16:creationId xmlns:a16="http://schemas.microsoft.com/office/drawing/2014/main" id="{B86D8C23-6B26-4B19-BEEB-7AEFC2A18F66}"/>
              </a:ext>
            </a:extLst>
          </p:cNvPr>
          <p:cNvSpPr>
            <a:spLocks noGrp="1"/>
          </p:cNvSpPr>
          <p:nvPr>
            <p:ph type="dt" sz="half" idx="10"/>
          </p:nvPr>
        </p:nvSpPr>
        <p:spPr/>
        <p:txBody>
          <a:bodyPr/>
          <a:lstStyle/>
          <a:p>
            <a:fld id="{3237A82C-AEEE-48DB-A866-3B1CA0AC9D5D}" type="datetimeFigureOut">
              <a:rPr lang="x-none" smtClean="0"/>
              <a:pPr/>
              <a:t>2/28/2025</a:t>
            </a:fld>
            <a:endParaRPr lang="x-none"/>
          </a:p>
        </p:txBody>
      </p:sp>
      <p:sp>
        <p:nvSpPr>
          <p:cNvPr id="6" name="Footer Placeholder 5">
            <a:extLst>
              <a:ext uri="{FF2B5EF4-FFF2-40B4-BE49-F238E27FC236}">
                <a16:creationId xmlns:a16="http://schemas.microsoft.com/office/drawing/2014/main" id="{E8CB8FE9-ABD0-4AA5-986C-BC29ECC4F014}"/>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147F8042-F61C-495E-8C35-E7989AA7EE9D}"/>
              </a:ext>
            </a:extLst>
          </p:cNvPr>
          <p:cNvSpPr>
            <a:spLocks noGrp="1"/>
          </p:cNvSpPr>
          <p:nvPr>
            <p:ph type="sldNum" sz="quarter" idx="12"/>
          </p:nvPr>
        </p:nvSpPr>
        <p:spPr/>
        <p:txBody>
          <a:bodyPr/>
          <a:lstStyle/>
          <a:p>
            <a:fld id="{6EB9F7D7-3C9C-4146-9FA1-B77DEB44278D}" type="slidenum">
              <a:rPr lang="x-none" smtClean="0"/>
              <a:pPr/>
              <a:t>‹#›</a:t>
            </a:fld>
            <a:endParaRPr lang="x-none"/>
          </a:p>
        </p:txBody>
      </p:sp>
    </p:spTree>
    <p:extLst>
      <p:ext uri="{BB962C8B-B14F-4D97-AF65-F5344CB8AC3E}">
        <p14:creationId xmlns:p14="http://schemas.microsoft.com/office/powerpoint/2010/main" val="25619730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21205-E47B-4E88-8DFD-1C6071B7AD79}"/>
              </a:ext>
            </a:extLst>
          </p:cNvPr>
          <p:cNvSpPr>
            <a:spLocks noGrp="1"/>
          </p:cNvSpPr>
          <p:nvPr>
            <p:ph type="title"/>
          </p:nvPr>
        </p:nvSpPr>
        <p:spPr>
          <a:xfrm>
            <a:off x="839788" y="365125"/>
            <a:ext cx="10515600" cy="1325563"/>
          </a:xfrm>
        </p:spPr>
        <p:txBody>
          <a:bodyPr/>
          <a:lstStyle/>
          <a:p>
            <a:r>
              <a:rPr lang="en-US"/>
              <a:t>Click to edit Master title style</a:t>
            </a:r>
            <a:endParaRPr lang="x-none"/>
          </a:p>
        </p:txBody>
      </p:sp>
      <p:sp>
        <p:nvSpPr>
          <p:cNvPr id="3" name="Text Placeholder 2">
            <a:extLst>
              <a:ext uri="{FF2B5EF4-FFF2-40B4-BE49-F238E27FC236}">
                <a16:creationId xmlns:a16="http://schemas.microsoft.com/office/drawing/2014/main" id="{7C64C0F1-91A6-4158-8855-0C72083701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4AB615B-6DBF-4632-94D0-3791085A6C9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Text Placeholder 4">
            <a:extLst>
              <a:ext uri="{FF2B5EF4-FFF2-40B4-BE49-F238E27FC236}">
                <a16:creationId xmlns:a16="http://schemas.microsoft.com/office/drawing/2014/main" id="{B7CB3133-8FE9-4883-B870-D642C1DF03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98078B5-E153-4D81-A163-C758FDB897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7" name="Date Placeholder 6">
            <a:extLst>
              <a:ext uri="{FF2B5EF4-FFF2-40B4-BE49-F238E27FC236}">
                <a16:creationId xmlns:a16="http://schemas.microsoft.com/office/drawing/2014/main" id="{D5D200C8-3958-4AE2-85B4-16A6511DDDE9}"/>
              </a:ext>
            </a:extLst>
          </p:cNvPr>
          <p:cNvSpPr>
            <a:spLocks noGrp="1"/>
          </p:cNvSpPr>
          <p:nvPr>
            <p:ph type="dt" sz="half" idx="10"/>
          </p:nvPr>
        </p:nvSpPr>
        <p:spPr/>
        <p:txBody>
          <a:bodyPr/>
          <a:lstStyle/>
          <a:p>
            <a:fld id="{3237A82C-AEEE-48DB-A866-3B1CA0AC9D5D}" type="datetimeFigureOut">
              <a:rPr lang="x-none" smtClean="0"/>
              <a:pPr/>
              <a:t>2/28/2025</a:t>
            </a:fld>
            <a:endParaRPr lang="x-none"/>
          </a:p>
        </p:txBody>
      </p:sp>
      <p:sp>
        <p:nvSpPr>
          <p:cNvPr id="8" name="Footer Placeholder 7">
            <a:extLst>
              <a:ext uri="{FF2B5EF4-FFF2-40B4-BE49-F238E27FC236}">
                <a16:creationId xmlns:a16="http://schemas.microsoft.com/office/drawing/2014/main" id="{6A253149-4D4C-46D5-8100-4A3D9F41B000}"/>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a16="http://schemas.microsoft.com/office/drawing/2014/main" id="{65B7D50A-B373-419E-9BDA-973DC1118760}"/>
              </a:ext>
            </a:extLst>
          </p:cNvPr>
          <p:cNvSpPr>
            <a:spLocks noGrp="1"/>
          </p:cNvSpPr>
          <p:nvPr>
            <p:ph type="sldNum" sz="quarter" idx="12"/>
          </p:nvPr>
        </p:nvSpPr>
        <p:spPr/>
        <p:txBody>
          <a:bodyPr/>
          <a:lstStyle/>
          <a:p>
            <a:fld id="{6EB9F7D7-3C9C-4146-9FA1-B77DEB44278D}" type="slidenum">
              <a:rPr lang="x-none" smtClean="0"/>
              <a:pPr/>
              <a:t>‹#›</a:t>
            </a:fld>
            <a:endParaRPr lang="x-none"/>
          </a:p>
        </p:txBody>
      </p:sp>
    </p:spTree>
    <p:extLst>
      <p:ext uri="{BB962C8B-B14F-4D97-AF65-F5344CB8AC3E}">
        <p14:creationId xmlns:p14="http://schemas.microsoft.com/office/powerpoint/2010/main" val="22766287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3C455-2666-47C6-BF3E-44EE0A2900AC}"/>
              </a:ext>
            </a:extLst>
          </p:cNvPr>
          <p:cNvSpPr>
            <a:spLocks noGrp="1"/>
          </p:cNvSpPr>
          <p:nvPr>
            <p:ph type="title"/>
          </p:nvPr>
        </p:nvSpPr>
        <p:spPr/>
        <p:txBody>
          <a:bodyPr/>
          <a:lstStyle/>
          <a:p>
            <a:r>
              <a:rPr lang="en-US"/>
              <a:t>Click to edit Master title style</a:t>
            </a:r>
            <a:endParaRPr lang="x-none"/>
          </a:p>
        </p:txBody>
      </p:sp>
      <p:sp>
        <p:nvSpPr>
          <p:cNvPr id="3" name="Date Placeholder 2">
            <a:extLst>
              <a:ext uri="{FF2B5EF4-FFF2-40B4-BE49-F238E27FC236}">
                <a16:creationId xmlns:a16="http://schemas.microsoft.com/office/drawing/2014/main" id="{2BCDB8A3-54C9-4DF0-AF58-847CC781E947}"/>
              </a:ext>
            </a:extLst>
          </p:cNvPr>
          <p:cNvSpPr>
            <a:spLocks noGrp="1"/>
          </p:cNvSpPr>
          <p:nvPr>
            <p:ph type="dt" sz="half" idx="10"/>
          </p:nvPr>
        </p:nvSpPr>
        <p:spPr/>
        <p:txBody>
          <a:bodyPr/>
          <a:lstStyle/>
          <a:p>
            <a:fld id="{3237A82C-AEEE-48DB-A866-3B1CA0AC9D5D}" type="datetimeFigureOut">
              <a:rPr lang="x-none" smtClean="0"/>
              <a:pPr/>
              <a:t>2/28/2025</a:t>
            </a:fld>
            <a:endParaRPr lang="x-none"/>
          </a:p>
        </p:txBody>
      </p:sp>
      <p:sp>
        <p:nvSpPr>
          <p:cNvPr id="4" name="Footer Placeholder 3">
            <a:extLst>
              <a:ext uri="{FF2B5EF4-FFF2-40B4-BE49-F238E27FC236}">
                <a16:creationId xmlns:a16="http://schemas.microsoft.com/office/drawing/2014/main" id="{CB3A80F5-1CBF-45BD-A6AD-6BE98C141DE2}"/>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a16="http://schemas.microsoft.com/office/drawing/2014/main" id="{67E03123-314A-4412-8618-E5C45344E1D4}"/>
              </a:ext>
            </a:extLst>
          </p:cNvPr>
          <p:cNvSpPr>
            <a:spLocks noGrp="1"/>
          </p:cNvSpPr>
          <p:nvPr>
            <p:ph type="sldNum" sz="quarter" idx="12"/>
          </p:nvPr>
        </p:nvSpPr>
        <p:spPr/>
        <p:txBody>
          <a:bodyPr/>
          <a:lstStyle/>
          <a:p>
            <a:fld id="{6EB9F7D7-3C9C-4146-9FA1-B77DEB44278D}" type="slidenum">
              <a:rPr lang="x-none" smtClean="0"/>
              <a:pPr/>
              <a:t>‹#›</a:t>
            </a:fld>
            <a:endParaRPr lang="x-none"/>
          </a:p>
        </p:txBody>
      </p:sp>
    </p:spTree>
    <p:extLst>
      <p:ext uri="{BB962C8B-B14F-4D97-AF65-F5344CB8AC3E}">
        <p14:creationId xmlns:p14="http://schemas.microsoft.com/office/powerpoint/2010/main" val="32143271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EFC5179-D82F-40FA-BF21-7AA507CE0823}"/>
              </a:ext>
            </a:extLst>
          </p:cNvPr>
          <p:cNvSpPr>
            <a:spLocks noGrp="1"/>
          </p:cNvSpPr>
          <p:nvPr>
            <p:ph type="dt" sz="half" idx="10"/>
          </p:nvPr>
        </p:nvSpPr>
        <p:spPr/>
        <p:txBody>
          <a:bodyPr/>
          <a:lstStyle/>
          <a:p>
            <a:fld id="{3237A82C-AEEE-48DB-A866-3B1CA0AC9D5D}" type="datetimeFigureOut">
              <a:rPr lang="x-none" smtClean="0"/>
              <a:pPr/>
              <a:t>2/28/2025</a:t>
            </a:fld>
            <a:endParaRPr lang="x-none"/>
          </a:p>
        </p:txBody>
      </p:sp>
      <p:sp>
        <p:nvSpPr>
          <p:cNvPr id="3" name="Footer Placeholder 2">
            <a:extLst>
              <a:ext uri="{FF2B5EF4-FFF2-40B4-BE49-F238E27FC236}">
                <a16:creationId xmlns:a16="http://schemas.microsoft.com/office/drawing/2014/main" id="{C1CC15DB-F842-49C3-B55B-A16E3884385C}"/>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a16="http://schemas.microsoft.com/office/drawing/2014/main" id="{38FDBBF2-4194-4BEA-AC76-A5704F3BBC05}"/>
              </a:ext>
            </a:extLst>
          </p:cNvPr>
          <p:cNvSpPr>
            <a:spLocks noGrp="1"/>
          </p:cNvSpPr>
          <p:nvPr>
            <p:ph type="sldNum" sz="quarter" idx="12"/>
          </p:nvPr>
        </p:nvSpPr>
        <p:spPr/>
        <p:txBody>
          <a:bodyPr/>
          <a:lstStyle/>
          <a:p>
            <a:fld id="{6EB9F7D7-3C9C-4146-9FA1-B77DEB44278D}" type="slidenum">
              <a:rPr lang="x-none" smtClean="0"/>
              <a:pPr/>
              <a:t>‹#›</a:t>
            </a:fld>
            <a:endParaRPr lang="x-none"/>
          </a:p>
        </p:txBody>
      </p:sp>
    </p:spTree>
    <p:extLst>
      <p:ext uri="{BB962C8B-B14F-4D97-AF65-F5344CB8AC3E}">
        <p14:creationId xmlns:p14="http://schemas.microsoft.com/office/powerpoint/2010/main" val="31402277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38F8C-D3DE-403C-AF37-746C3367B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Content Placeholder 2">
            <a:extLst>
              <a:ext uri="{FF2B5EF4-FFF2-40B4-BE49-F238E27FC236}">
                <a16:creationId xmlns:a16="http://schemas.microsoft.com/office/drawing/2014/main" id="{58DF2B9D-4546-43D6-91C9-FFB86CF4EAF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Text Placeholder 3">
            <a:extLst>
              <a:ext uri="{FF2B5EF4-FFF2-40B4-BE49-F238E27FC236}">
                <a16:creationId xmlns:a16="http://schemas.microsoft.com/office/drawing/2014/main" id="{BF656608-3C52-495D-A214-A55C36D003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98E0AF-DD29-4C26-82C8-ACF8330BE670}"/>
              </a:ext>
            </a:extLst>
          </p:cNvPr>
          <p:cNvSpPr>
            <a:spLocks noGrp="1"/>
          </p:cNvSpPr>
          <p:nvPr>
            <p:ph type="dt" sz="half" idx="10"/>
          </p:nvPr>
        </p:nvSpPr>
        <p:spPr/>
        <p:txBody>
          <a:bodyPr/>
          <a:lstStyle/>
          <a:p>
            <a:fld id="{3237A82C-AEEE-48DB-A866-3B1CA0AC9D5D}" type="datetimeFigureOut">
              <a:rPr lang="x-none" smtClean="0"/>
              <a:pPr/>
              <a:t>2/28/2025</a:t>
            </a:fld>
            <a:endParaRPr lang="x-none"/>
          </a:p>
        </p:txBody>
      </p:sp>
      <p:sp>
        <p:nvSpPr>
          <p:cNvPr id="6" name="Footer Placeholder 5">
            <a:extLst>
              <a:ext uri="{FF2B5EF4-FFF2-40B4-BE49-F238E27FC236}">
                <a16:creationId xmlns:a16="http://schemas.microsoft.com/office/drawing/2014/main" id="{5BC35345-7A18-4D42-9681-50058B9D5D58}"/>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BCB22563-5A9D-4035-99DC-A96787B7BEA2}"/>
              </a:ext>
            </a:extLst>
          </p:cNvPr>
          <p:cNvSpPr>
            <a:spLocks noGrp="1"/>
          </p:cNvSpPr>
          <p:nvPr>
            <p:ph type="sldNum" sz="quarter" idx="12"/>
          </p:nvPr>
        </p:nvSpPr>
        <p:spPr/>
        <p:txBody>
          <a:bodyPr/>
          <a:lstStyle/>
          <a:p>
            <a:fld id="{6EB9F7D7-3C9C-4146-9FA1-B77DEB44278D}" type="slidenum">
              <a:rPr lang="x-none" smtClean="0"/>
              <a:pPr/>
              <a:t>‹#›</a:t>
            </a:fld>
            <a:endParaRPr lang="x-none"/>
          </a:p>
        </p:txBody>
      </p:sp>
    </p:spTree>
    <p:extLst>
      <p:ext uri="{BB962C8B-B14F-4D97-AF65-F5344CB8AC3E}">
        <p14:creationId xmlns:p14="http://schemas.microsoft.com/office/powerpoint/2010/main" val="42212643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AE83F7-E36A-48E5-8DCA-087E21BBE49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Picture Placeholder 2">
            <a:extLst>
              <a:ext uri="{FF2B5EF4-FFF2-40B4-BE49-F238E27FC236}">
                <a16:creationId xmlns:a16="http://schemas.microsoft.com/office/drawing/2014/main" id="{822A8EBF-99DA-4706-BCCE-9EBA54596A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a:extLst>
              <a:ext uri="{FF2B5EF4-FFF2-40B4-BE49-F238E27FC236}">
                <a16:creationId xmlns:a16="http://schemas.microsoft.com/office/drawing/2014/main" id="{124EF8FC-B1A6-401C-9069-13842D8C8A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A73258-FD4E-43EE-BF6C-3DADDEA90459}"/>
              </a:ext>
            </a:extLst>
          </p:cNvPr>
          <p:cNvSpPr>
            <a:spLocks noGrp="1"/>
          </p:cNvSpPr>
          <p:nvPr>
            <p:ph type="dt" sz="half" idx="10"/>
          </p:nvPr>
        </p:nvSpPr>
        <p:spPr/>
        <p:txBody>
          <a:bodyPr/>
          <a:lstStyle/>
          <a:p>
            <a:fld id="{3237A82C-AEEE-48DB-A866-3B1CA0AC9D5D}" type="datetimeFigureOut">
              <a:rPr lang="x-none" smtClean="0"/>
              <a:pPr/>
              <a:t>2/28/2025</a:t>
            </a:fld>
            <a:endParaRPr lang="x-none"/>
          </a:p>
        </p:txBody>
      </p:sp>
      <p:sp>
        <p:nvSpPr>
          <p:cNvPr id="6" name="Footer Placeholder 5">
            <a:extLst>
              <a:ext uri="{FF2B5EF4-FFF2-40B4-BE49-F238E27FC236}">
                <a16:creationId xmlns:a16="http://schemas.microsoft.com/office/drawing/2014/main" id="{170AB588-D788-4246-8BC5-FC3FB748507C}"/>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E7FFFD2F-0AC3-4390-8990-6C3DDE5525F5}"/>
              </a:ext>
            </a:extLst>
          </p:cNvPr>
          <p:cNvSpPr>
            <a:spLocks noGrp="1"/>
          </p:cNvSpPr>
          <p:nvPr>
            <p:ph type="sldNum" sz="quarter" idx="12"/>
          </p:nvPr>
        </p:nvSpPr>
        <p:spPr/>
        <p:txBody>
          <a:bodyPr/>
          <a:lstStyle/>
          <a:p>
            <a:fld id="{6EB9F7D7-3C9C-4146-9FA1-B77DEB44278D}" type="slidenum">
              <a:rPr lang="x-none" smtClean="0"/>
              <a:pPr/>
              <a:t>‹#›</a:t>
            </a:fld>
            <a:endParaRPr lang="x-none"/>
          </a:p>
        </p:txBody>
      </p:sp>
    </p:spTree>
    <p:extLst>
      <p:ext uri="{BB962C8B-B14F-4D97-AF65-F5344CB8AC3E}">
        <p14:creationId xmlns:p14="http://schemas.microsoft.com/office/powerpoint/2010/main" val="9162938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9B165-E271-4702-AC6D-63BC723EAB6A}"/>
              </a:ext>
            </a:extLst>
          </p:cNvPr>
          <p:cNvSpPr>
            <a:spLocks noGrp="1"/>
          </p:cNvSpPr>
          <p:nvPr>
            <p:ph type="title"/>
          </p:nvPr>
        </p:nvSpPr>
        <p:spPr/>
        <p:txBody>
          <a:bodyPr/>
          <a:lstStyle/>
          <a:p>
            <a:r>
              <a:rPr lang="en-US"/>
              <a:t>Click to edit Master title style</a:t>
            </a:r>
            <a:endParaRPr lang="x-none"/>
          </a:p>
        </p:txBody>
      </p:sp>
      <p:sp>
        <p:nvSpPr>
          <p:cNvPr id="3" name="Vertical Text Placeholder 2">
            <a:extLst>
              <a:ext uri="{FF2B5EF4-FFF2-40B4-BE49-F238E27FC236}">
                <a16:creationId xmlns:a16="http://schemas.microsoft.com/office/drawing/2014/main" id="{1555CA41-5CBD-4E65-95AA-B3EFB8BD3B4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id="{E19ACED0-31DD-4C4F-B63A-02250626EB2F}"/>
              </a:ext>
            </a:extLst>
          </p:cNvPr>
          <p:cNvSpPr>
            <a:spLocks noGrp="1"/>
          </p:cNvSpPr>
          <p:nvPr>
            <p:ph type="dt" sz="half" idx="10"/>
          </p:nvPr>
        </p:nvSpPr>
        <p:spPr/>
        <p:txBody>
          <a:bodyPr/>
          <a:lstStyle/>
          <a:p>
            <a:fld id="{3237A82C-AEEE-48DB-A866-3B1CA0AC9D5D}" type="datetimeFigureOut">
              <a:rPr lang="x-none" smtClean="0"/>
              <a:pPr/>
              <a:t>2/28/2025</a:t>
            </a:fld>
            <a:endParaRPr lang="x-none"/>
          </a:p>
        </p:txBody>
      </p:sp>
      <p:sp>
        <p:nvSpPr>
          <p:cNvPr id="5" name="Footer Placeholder 4">
            <a:extLst>
              <a:ext uri="{FF2B5EF4-FFF2-40B4-BE49-F238E27FC236}">
                <a16:creationId xmlns:a16="http://schemas.microsoft.com/office/drawing/2014/main" id="{A995553D-FD7D-4432-BC5C-F78462D738A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31E46CDF-12B4-4900-A154-E219D22E95BB}"/>
              </a:ext>
            </a:extLst>
          </p:cNvPr>
          <p:cNvSpPr>
            <a:spLocks noGrp="1"/>
          </p:cNvSpPr>
          <p:nvPr>
            <p:ph type="sldNum" sz="quarter" idx="12"/>
          </p:nvPr>
        </p:nvSpPr>
        <p:spPr/>
        <p:txBody>
          <a:bodyPr/>
          <a:lstStyle/>
          <a:p>
            <a:fld id="{6EB9F7D7-3C9C-4146-9FA1-B77DEB44278D}" type="slidenum">
              <a:rPr lang="x-none" smtClean="0"/>
              <a:pPr/>
              <a:t>‹#›</a:t>
            </a:fld>
            <a:endParaRPr lang="x-none"/>
          </a:p>
        </p:txBody>
      </p:sp>
    </p:spTree>
    <p:extLst>
      <p:ext uri="{BB962C8B-B14F-4D97-AF65-F5344CB8AC3E}">
        <p14:creationId xmlns:p14="http://schemas.microsoft.com/office/powerpoint/2010/main" val="57631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B29BF1E-BE8B-4353-B936-AE8071F91CD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x-none"/>
          </a:p>
        </p:txBody>
      </p:sp>
      <p:sp>
        <p:nvSpPr>
          <p:cNvPr id="3" name="Vertical Text Placeholder 2">
            <a:extLst>
              <a:ext uri="{FF2B5EF4-FFF2-40B4-BE49-F238E27FC236}">
                <a16:creationId xmlns:a16="http://schemas.microsoft.com/office/drawing/2014/main" id="{DB322873-176A-4EA9-9941-DC9941F475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id="{DD35E231-43A9-48DA-833A-A8750A6CA7EC}"/>
              </a:ext>
            </a:extLst>
          </p:cNvPr>
          <p:cNvSpPr>
            <a:spLocks noGrp="1"/>
          </p:cNvSpPr>
          <p:nvPr>
            <p:ph type="dt" sz="half" idx="10"/>
          </p:nvPr>
        </p:nvSpPr>
        <p:spPr/>
        <p:txBody>
          <a:bodyPr/>
          <a:lstStyle/>
          <a:p>
            <a:fld id="{3237A82C-AEEE-48DB-A866-3B1CA0AC9D5D}" type="datetimeFigureOut">
              <a:rPr lang="x-none" smtClean="0"/>
              <a:pPr/>
              <a:t>2/28/2025</a:t>
            </a:fld>
            <a:endParaRPr lang="x-none"/>
          </a:p>
        </p:txBody>
      </p:sp>
      <p:sp>
        <p:nvSpPr>
          <p:cNvPr id="5" name="Footer Placeholder 4">
            <a:extLst>
              <a:ext uri="{FF2B5EF4-FFF2-40B4-BE49-F238E27FC236}">
                <a16:creationId xmlns:a16="http://schemas.microsoft.com/office/drawing/2014/main" id="{00B07A8C-6932-4260-BAAA-DBE1B12880FA}"/>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FAFE6F17-3B9F-4C75-98BF-F79F5D018AEB}"/>
              </a:ext>
            </a:extLst>
          </p:cNvPr>
          <p:cNvSpPr>
            <a:spLocks noGrp="1"/>
          </p:cNvSpPr>
          <p:nvPr>
            <p:ph type="sldNum" sz="quarter" idx="12"/>
          </p:nvPr>
        </p:nvSpPr>
        <p:spPr/>
        <p:txBody>
          <a:bodyPr/>
          <a:lstStyle/>
          <a:p>
            <a:fld id="{6EB9F7D7-3C9C-4146-9FA1-B77DEB44278D}" type="slidenum">
              <a:rPr lang="x-none" smtClean="0"/>
              <a:pPr/>
              <a:t>‹#›</a:t>
            </a:fld>
            <a:endParaRPr lang="x-none"/>
          </a:p>
        </p:txBody>
      </p:sp>
    </p:spTree>
    <p:extLst>
      <p:ext uri="{BB962C8B-B14F-4D97-AF65-F5344CB8AC3E}">
        <p14:creationId xmlns:p14="http://schemas.microsoft.com/office/powerpoint/2010/main" val="42108414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339B51-54CA-49F5-8966-F46D83C4226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x-none"/>
          </a:p>
        </p:txBody>
      </p:sp>
      <p:sp>
        <p:nvSpPr>
          <p:cNvPr id="3" name="Text Placeholder 2">
            <a:extLst>
              <a:ext uri="{FF2B5EF4-FFF2-40B4-BE49-F238E27FC236}">
                <a16:creationId xmlns:a16="http://schemas.microsoft.com/office/drawing/2014/main" id="{2519CFAA-AD75-4697-91AC-85CEC6C6B2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id="{54127230-2512-4F28-A281-14854D14747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37A82C-AEEE-48DB-A866-3B1CA0AC9D5D}" type="datetimeFigureOut">
              <a:rPr lang="x-none" smtClean="0"/>
              <a:pPr/>
              <a:t>2/28/2025</a:t>
            </a:fld>
            <a:endParaRPr lang="x-none"/>
          </a:p>
        </p:txBody>
      </p:sp>
      <p:sp>
        <p:nvSpPr>
          <p:cNvPr id="5" name="Footer Placeholder 4">
            <a:extLst>
              <a:ext uri="{FF2B5EF4-FFF2-40B4-BE49-F238E27FC236}">
                <a16:creationId xmlns:a16="http://schemas.microsoft.com/office/drawing/2014/main" id="{4FD06234-7A7A-4EED-8F6D-3D8EBC2D1F0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a16="http://schemas.microsoft.com/office/drawing/2014/main" id="{AA549BF4-1286-4C31-9FB5-ED9DDFE1E6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EB9F7D7-3C9C-4146-9FA1-B77DEB44278D}" type="slidenum">
              <a:rPr lang="x-none" smtClean="0"/>
              <a:pPr/>
              <a:t>‹#›</a:t>
            </a:fld>
            <a:endParaRPr lang="x-none"/>
          </a:p>
        </p:txBody>
      </p:sp>
    </p:spTree>
    <p:extLst>
      <p:ext uri="{BB962C8B-B14F-4D97-AF65-F5344CB8AC3E}">
        <p14:creationId xmlns:p14="http://schemas.microsoft.com/office/powerpoint/2010/main" val="4013388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3.pn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7.svg"/><Relationship Id="rId10" Type="http://schemas.openxmlformats.org/officeDocument/2006/relationships/image" Target="../media/image5.png"/><Relationship Id="rId4" Type="http://schemas.openxmlformats.org/officeDocument/2006/relationships/image" Target="../media/image6.png"/><Relationship Id="rId9" Type="http://schemas.openxmlformats.org/officeDocument/2006/relationships/image" Target="../media/image10.svg"/></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7.svg"/><Relationship Id="rId10" Type="http://schemas.openxmlformats.org/officeDocument/2006/relationships/image" Target="../media/image5.png"/><Relationship Id="rId4" Type="http://schemas.openxmlformats.org/officeDocument/2006/relationships/image" Target="../media/image6.png"/><Relationship Id="rId9" Type="http://schemas.openxmlformats.org/officeDocument/2006/relationships/image" Target="../media/image10.svg"/></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7.svg"/><Relationship Id="rId10" Type="http://schemas.openxmlformats.org/officeDocument/2006/relationships/image" Target="../media/image5.png"/><Relationship Id="rId4" Type="http://schemas.openxmlformats.org/officeDocument/2006/relationships/image" Target="../media/image6.png"/><Relationship Id="rId9" Type="http://schemas.openxmlformats.org/officeDocument/2006/relationships/image" Target="../media/image10.svg"/></Relationships>
</file>

<file path=ppt/slides/_rels/slide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7.svg"/><Relationship Id="rId10" Type="http://schemas.openxmlformats.org/officeDocument/2006/relationships/image" Target="../media/image5.png"/><Relationship Id="rId4" Type="http://schemas.openxmlformats.org/officeDocument/2006/relationships/image" Target="../media/image6.png"/><Relationship Id="rId9" Type="http://schemas.openxmlformats.org/officeDocument/2006/relationships/image" Target="../media/image10.svg"/></Relationships>
</file>

<file path=ppt/slides/_rels/slide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7.svg"/><Relationship Id="rId10" Type="http://schemas.openxmlformats.org/officeDocument/2006/relationships/image" Target="../media/image5.png"/><Relationship Id="rId4" Type="http://schemas.openxmlformats.org/officeDocument/2006/relationships/image" Target="../media/image6.png"/><Relationship Id="rId9" Type="http://schemas.openxmlformats.org/officeDocument/2006/relationships/image" Target="../media/image10.svg"/></Relationships>
</file>

<file path=ppt/slides/_rels/slide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8.png"/><Relationship Id="rId5" Type="http://schemas.openxmlformats.org/officeDocument/2006/relationships/image" Target="../media/image7.svg"/><Relationship Id="rId10" Type="http://schemas.openxmlformats.org/officeDocument/2006/relationships/image" Target="../media/image5.png"/><Relationship Id="rId4" Type="http://schemas.openxmlformats.org/officeDocument/2006/relationships/image" Target="../media/image6.png"/><Relationship Id="rId9" Type="http://schemas.openxmlformats.org/officeDocument/2006/relationships/image" Target="../media/image10.svg"/></Relationships>
</file>

<file path=ppt/slides/_rels/slide9.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7.svg"/><Relationship Id="rId10" Type="http://schemas.openxmlformats.org/officeDocument/2006/relationships/image" Target="../media/image5.png"/><Relationship Id="rId4" Type="http://schemas.openxmlformats.org/officeDocument/2006/relationships/image" Target="../media/image6.png"/><Relationship Id="rId9" Type="http://schemas.openxmlformats.org/officeDocument/2006/relationships/image" Target="../media/image10.svg"/></Relationships>
</file>

<file path=ppt/slides/_rels/slide10.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7.svg"/><Relationship Id="rId10" Type="http://schemas.openxmlformats.org/officeDocument/2006/relationships/image" Target="../media/image5.png"/><Relationship Id="rId4" Type="http://schemas.openxmlformats.org/officeDocument/2006/relationships/image" Target="../media/image6.png"/><Relationship Id="rId9" Type="http://schemas.openxmlformats.org/officeDocument/2006/relationships/image" Target="../media/image10.svg"/></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7.svg"/><Relationship Id="rId10" Type="http://schemas.openxmlformats.org/officeDocument/2006/relationships/image" Target="../media/image5.png"/><Relationship Id="rId4" Type="http://schemas.openxmlformats.org/officeDocument/2006/relationships/image" Target="../media/image6.png"/><Relationship Id="rId9" Type="http://schemas.openxmlformats.org/officeDocument/2006/relationships/image" Target="../media/image10.svg"/></Relationships>
</file>

<file path=ppt/slides/_rels/slide1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7.svg"/><Relationship Id="rId10" Type="http://schemas.openxmlformats.org/officeDocument/2006/relationships/image" Target="../media/image5.png"/><Relationship Id="rId4" Type="http://schemas.openxmlformats.org/officeDocument/2006/relationships/image" Target="../media/image6.png"/><Relationship Id="rId9" Type="http://schemas.openxmlformats.org/officeDocument/2006/relationships/image" Target="../media/image1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EF21E1-2D98-4671-AEAF-A201BC9C40D1}"/>
              </a:ext>
            </a:extLst>
          </p:cNvPr>
          <p:cNvSpPr/>
          <p:nvPr/>
        </p:nvSpPr>
        <p:spPr>
          <a:xfrm>
            <a:off x="0" y="0"/>
            <a:ext cx="12192000" cy="6858000"/>
          </a:xfrm>
          <a:prstGeom prst="rect">
            <a:avLst/>
          </a:prstGeom>
          <a:solidFill>
            <a:srgbClr val="D32A2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smtClean="0">
              <a:latin typeface="Arial" panose="020B0604020202020204" pitchFamily="34" charset="0"/>
              <a:cs typeface="Arial" panose="020B0604020202020204" pitchFamily="34" charset="0"/>
            </a:endParaRPr>
          </a:p>
        </p:txBody>
      </p:sp>
      <p:sp>
        <p:nvSpPr>
          <p:cNvPr id="2" name="Title 1">
            <a:extLst>
              <a:ext uri="{FF2B5EF4-FFF2-40B4-BE49-F238E27FC236}">
                <a16:creationId xmlns:a16="http://schemas.microsoft.com/office/drawing/2014/main" id="{5946CD5F-621C-4899-B8C5-417BE3F1ECD0}"/>
              </a:ext>
            </a:extLst>
          </p:cNvPr>
          <p:cNvSpPr>
            <a:spLocks noGrp="1"/>
          </p:cNvSpPr>
          <p:nvPr>
            <p:ph type="ctrTitle"/>
          </p:nvPr>
        </p:nvSpPr>
        <p:spPr>
          <a:xfrm>
            <a:off x="712629" y="239698"/>
            <a:ext cx="7649653" cy="2408146"/>
          </a:xfrm>
        </p:spPr>
        <p:txBody>
          <a:bodyPr>
            <a:normAutofit/>
          </a:bodyPr>
          <a:lstStyle/>
          <a:p>
            <a:pPr lvl="0"/>
            <a:r>
              <a:rPr lang="en-US" dirty="0" smtClean="0"/>
              <a:t/>
            </a:r>
            <a:br>
              <a:rPr lang="en-US" dirty="0" smtClean="0"/>
            </a:br>
            <a:endParaRPr lang="en-GB" b="1" dirty="0">
              <a:latin typeface="Arial" panose="020B0604020202020204" pitchFamily="34" charset="0"/>
              <a:cs typeface="Arial" panose="020B0604020202020204" pitchFamily="34" charset="0"/>
            </a:endParaRPr>
          </a:p>
        </p:txBody>
      </p:sp>
      <p:sp>
        <p:nvSpPr>
          <p:cNvPr id="3" name="Subtitle 2">
            <a:extLst>
              <a:ext uri="{FF2B5EF4-FFF2-40B4-BE49-F238E27FC236}">
                <a16:creationId xmlns:a16="http://schemas.microsoft.com/office/drawing/2014/main" id="{EC406DBB-5AF5-48F8-9377-D0A0ACE9B10B}"/>
              </a:ext>
            </a:extLst>
          </p:cNvPr>
          <p:cNvSpPr>
            <a:spLocks noGrp="1"/>
          </p:cNvSpPr>
          <p:nvPr>
            <p:ph type="subTitle" idx="1"/>
          </p:nvPr>
        </p:nvSpPr>
        <p:spPr>
          <a:xfrm>
            <a:off x="539262" y="2877763"/>
            <a:ext cx="10374923" cy="2901461"/>
          </a:xfrm>
        </p:spPr>
        <p:txBody>
          <a:bodyPr>
            <a:noAutofit/>
          </a:bodyPr>
          <a:lstStyle/>
          <a:p>
            <a:endParaRPr lang="en-US" sz="5400" b="1" dirty="0" smtClean="0">
              <a:latin typeface="Arial" panose="020B0604020202020204" pitchFamily="34" charset="0"/>
              <a:cs typeface="Arial" panose="020B0604020202020204" pitchFamily="34" charset="0"/>
            </a:endParaRPr>
          </a:p>
          <a:p>
            <a:r>
              <a:rPr lang="en-US" sz="5400" b="1" dirty="0" smtClean="0">
                <a:latin typeface="Arial" panose="020B0604020202020204" pitchFamily="34" charset="0"/>
                <a:cs typeface="Arial" panose="020B0604020202020204" pitchFamily="34" charset="0"/>
              </a:rPr>
              <a:t>Define Personality</a:t>
            </a:r>
            <a:endParaRPr lang="en-US" sz="5400" b="1" dirty="0">
              <a:latin typeface="Arial" panose="020B0604020202020204" pitchFamily="34" charset="0"/>
              <a:cs typeface="Arial" panose="020B0604020202020204" pitchFamily="34" charset="0"/>
            </a:endParaRPr>
          </a:p>
          <a:p>
            <a:r>
              <a:rPr lang="en-US" sz="5400" b="1" dirty="0" smtClean="0">
                <a:latin typeface="Arial" panose="020B0604020202020204" pitchFamily="34" charset="0"/>
                <a:cs typeface="Arial" panose="020B0604020202020204" pitchFamily="34" charset="0"/>
              </a:rPr>
              <a:t>Types </a:t>
            </a:r>
            <a:r>
              <a:rPr lang="en-US" sz="5400" b="1" dirty="0">
                <a:latin typeface="Arial" panose="020B0604020202020204" pitchFamily="34" charset="0"/>
                <a:cs typeface="Arial" panose="020B0604020202020204" pitchFamily="34" charset="0"/>
              </a:rPr>
              <a:t>of P</a:t>
            </a:r>
            <a:r>
              <a:rPr lang="en-US" sz="5400" b="1" dirty="0" smtClean="0">
                <a:latin typeface="Arial" panose="020B0604020202020204" pitchFamily="34" charset="0"/>
                <a:cs typeface="Arial" panose="020B0604020202020204" pitchFamily="34" charset="0"/>
              </a:rPr>
              <a:t>ersonalities</a:t>
            </a:r>
          </a:p>
        </p:txBody>
      </p:sp>
      <p:sp>
        <p:nvSpPr>
          <p:cNvPr id="5" name="Subtitle 2">
            <a:extLst>
              <a:ext uri="{FF2B5EF4-FFF2-40B4-BE49-F238E27FC236}">
                <a16:creationId xmlns:a16="http://schemas.microsoft.com/office/drawing/2014/main" id="{6DA394B8-F89E-45AC-9E3F-FEC161BFAFAB}"/>
              </a:ext>
            </a:extLst>
          </p:cNvPr>
          <p:cNvSpPr txBox="1">
            <a:spLocks/>
          </p:cNvSpPr>
          <p:nvPr/>
        </p:nvSpPr>
        <p:spPr>
          <a:xfrm>
            <a:off x="907913" y="6166392"/>
            <a:ext cx="2800905" cy="683582"/>
          </a:xfrm>
          <a:prstGeom prst="rect">
            <a:avLst/>
          </a:prstGeom>
          <a:noFill/>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GB" sz="2000" b="1" dirty="0">
              <a:latin typeface="Arial" panose="020B0604020202020204" pitchFamily="34" charset="0"/>
              <a:cs typeface="Arial" panose="020B0604020202020204" pitchFamily="34" charset="0"/>
            </a:endParaRPr>
          </a:p>
        </p:txBody>
      </p:sp>
      <p:pic>
        <p:nvPicPr>
          <p:cNvPr id="10" name="Graphic 9">
            <a:extLst>
              <a:ext uri="{FF2B5EF4-FFF2-40B4-BE49-F238E27FC236}">
                <a16:creationId xmlns:a16="http://schemas.microsoft.com/office/drawing/2014/main" id="{1C869FE1-C1C4-48A8-AA9E-99CAE025BEAF}"/>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8580310" y="228599"/>
            <a:ext cx="3611690" cy="3611690"/>
          </a:xfrm>
          <a:prstGeom prst="rect">
            <a:avLst/>
          </a:prstGeom>
        </p:spPr>
      </p:pic>
      <p:sp>
        <p:nvSpPr>
          <p:cNvPr id="6" name="Rectangle 5"/>
          <p:cNvSpPr/>
          <p:nvPr/>
        </p:nvSpPr>
        <p:spPr>
          <a:xfrm>
            <a:off x="545124" y="1308103"/>
            <a:ext cx="9964123" cy="1569660"/>
          </a:xfrm>
          <a:prstGeom prst="rect">
            <a:avLst/>
          </a:prstGeom>
        </p:spPr>
        <p:txBody>
          <a:bodyPr wrap="square">
            <a:spAutoFit/>
          </a:bodyPr>
          <a:lstStyle/>
          <a:p>
            <a:pPr algn="ctr" latinLnBrk="1"/>
            <a:r>
              <a:rPr lang="en-US" sz="9600" b="1" dirty="0" smtClean="0">
                <a:latin typeface="Arial" pitchFamily="34" charset="0"/>
                <a:cs typeface="Arial" pitchFamily="34" charset="0"/>
              </a:rPr>
              <a:t>Personality  </a:t>
            </a:r>
            <a:endParaRPr lang="en-US" sz="9600" b="1" dirty="0">
              <a:latin typeface="Arial" pitchFamily="34" charset="0"/>
              <a:cs typeface="Arial" pitchFamily="34" charset="0"/>
            </a:endParaRPr>
          </a:p>
        </p:txBody>
      </p:sp>
    </p:spTree>
    <p:extLst>
      <p:ext uri="{BB962C8B-B14F-4D97-AF65-F5344CB8AC3E}">
        <p14:creationId xmlns:p14="http://schemas.microsoft.com/office/powerpoint/2010/main" val="524796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6701" y="1385668"/>
            <a:ext cx="11869615" cy="4979563"/>
          </a:xfrm>
        </p:spPr>
        <p:txBody>
          <a:bodyPr>
            <a:noAutofit/>
          </a:bodyPr>
          <a:lstStyle/>
          <a:p>
            <a:pPr marL="0" lvl="0" indent="0">
              <a:lnSpc>
                <a:spcPct val="100000"/>
              </a:lnSpc>
              <a:spcBef>
                <a:spcPct val="20000"/>
              </a:spcBef>
              <a:buClr>
                <a:srgbClr val="AA2B1E"/>
              </a:buClr>
              <a:buSzPct val="85000"/>
              <a:buNone/>
            </a:pPr>
            <a:r>
              <a:rPr lang="en-US" sz="2400" dirty="0">
                <a:latin typeface="Arial" panose="020B0604020202020204" pitchFamily="34" charset="0"/>
                <a:cs typeface="Arial" panose="020B0604020202020204" pitchFamily="34" charset="0"/>
              </a:rPr>
              <a:t>Personality refers to the consistent patterns of thoughts, feelings, and behaviors that distinguish individuals from one another. It encompasses the traits and characteristics that influence how a person interacts with the world, makes decisions, and responds to various situations. Personality is shaped by a combination of genetic, environmental, and social factors.</a:t>
            </a:r>
            <a:endParaRPr lang="en-US" sz="2400" dirty="0" smtClean="0">
              <a:latin typeface="Arial" panose="020B0604020202020204" pitchFamily="34" charset="0"/>
              <a:cs typeface="Arial" panose="020B0604020202020204" pitchFamily="34" charset="0"/>
            </a:endParaRPr>
          </a:p>
        </p:txBody>
      </p:sp>
      <p:grpSp>
        <p:nvGrpSpPr>
          <p:cNvPr id="4" name="Title 3">
            <a:extLst>
              <a:ext uri="{FF2B5EF4-FFF2-40B4-BE49-F238E27FC236}">
                <a16:creationId xmlns:a16="http://schemas.microsoft.com/office/drawing/2014/main" id="{2CF01162-D0B6-4CEC-B999-30B23E8FE853}"/>
              </a:ext>
            </a:extLst>
          </p:cNvPr>
          <p:cNvGrpSpPr>
            <a:grpSpLocks noGrp="1"/>
          </p:cNvGrpSpPr>
          <p:nvPr/>
        </p:nvGrpSpPr>
        <p:grpSpPr>
          <a:xfrm>
            <a:off x="0" y="-27418"/>
            <a:ext cx="12739955" cy="1325563"/>
            <a:chOff x="0" y="0"/>
            <a:chExt cx="12749348" cy="1115736"/>
          </a:xfrm>
        </p:grpSpPr>
        <p:sp>
          <p:nvSpPr>
            <p:cNvPr id="5" name="Rectangle 4">
              <a:extLst>
                <a:ext uri="{FF2B5EF4-FFF2-40B4-BE49-F238E27FC236}">
                  <a16:creationId xmlns:a16="http://schemas.microsoft.com/office/drawing/2014/main" id="{DCE332D8-FEE8-4AD2-B9E4-EC25C85A6F47}"/>
                </a:ext>
              </a:extLst>
            </p:cNvPr>
            <p:cNvSpPr/>
            <p:nvPr/>
          </p:nvSpPr>
          <p:spPr>
            <a:xfrm>
              <a:off x="0" y="0"/>
              <a:ext cx="12192000" cy="1115736"/>
            </a:xfrm>
            <a:prstGeom prst="rect">
              <a:avLst/>
            </a:prstGeom>
            <a:solidFill>
              <a:srgbClr val="D32A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dirty="0"/>
            </a:p>
          </p:txBody>
        </p:sp>
        <p:sp>
          <p:nvSpPr>
            <p:cNvPr id="7" name="TextBox 6">
              <a:extLst>
                <a:ext uri="{FF2B5EF4-FFF2-40B4-BE49-F238E27FC236}">
                  <a16:creationId xmlns:a16="http://schemas.microsoft.com/office/drawing/2014/main" id="{6F868DCA-0E35-467D-A281-E7D4A2A332BD}"/>
                </a:ext>
              </a:extLst>
            </p:cNvPr>
            <p:cNvSpPr txBox="1"/>
            <p:nvPr/>
          </p:nvSpPr>
          <p:spPr>
            <a:xfrm>
              <a:off x="10719753" y="696917"/>
              <a:ext cx="1619033" cy="261610"/>
            </a:xfrm>
            <a:prstGeom prst="rect">
              <a:avLst/>
            </a:prstGeom>
            <a:noFill/>
          </p:spPr>
          <p:txBody>
            <a:bodyPr wrap="square" rtlCol="0">
              <a:spAutoFit/>
            </a:bodyPr>
            <a:lstStyle/>
            <a:p>
              <a:r>
                <a:rPr lang="en-US" sz="1100" dirty="0" err="1">
                  <a:solidFill>
                    <a:schemeClr val="bg1"/>
                  </a:solidFill>
                </a:rPr>
                <a:t>unioffaisalabad</a:t>
              </a:r>
              <a:endParaRPr lang="x-none" sz="1100" dirty="0">
                <a:solidFill>
                  <a:schemeClr val="bg1"/>
                </a:solidFill>
              </a:endParaRPr>
            </a:p>
          </p:txBody>
        </p:sp>
        <p:pic>
          <p:nvPicPr>
            <p:cNvPr id="8" name="Graphic 14">
              <a:extLst>
                <a:ext uri="{FF2B5EF4-FFF2-40B4-BE49-F238E27FC236}">
                  <a16:creationId xmlns:a16="http://schemas.microsoft.com/office/drawing/2014/main" id="{71F90180-E346-4AF9-B3BC-F4B7007B4E02}"/>
                </a:ext>
              </a:extLst>
            </p:cNvPr>
            <p:cNvPicPr>
              <a:picLocks noChangeAspect="1"/>
            </p:cNvPicPr>
            <p:nvPr/>
          </p:nvPicPr>
          <p:blipFill>
            <a:blip r:embed="rId2">
              <a:extLst>
                <a:ext uri="{96DAC541-7B7A-43D3-8B79-37D633B846F1}">
                  <asvg:svgBlip xmlns="" xmlns:asvg="http://schemas.microsoft.com/office/drawing/2016/SVG/main" r:embed="rId4"/>
                </a:ext>
              </a:extLst>
            </a:blip>
            <a:stretch>
              <a:fillRect/>
            </a:stretch>
          </p:blipFill>
          <p:spPr>
            <a:xfrm>
              <a:off x="9906056" y="403986"/>
              <a:ext cx="261610" cy="261610"/>
            </a:xfrm>
            <a:prstGeom prst="rect">
              <a:avLst/>
            </a:prstGeom>
          </p:spPr>
        </p:pic>
        <p:sp>
          <p:nvSpPr>
            <p:cNvPr id="9" name="TextBox 8">
              <a:extLst>
                <a:ext uri="{FF2B5EF4-FFF2-40B4-BE49-F238E27FC236}">
                  <a16:creationId xmlns:a16="http://schemas.microsoft.com/office/drawing/2014/main" id="{70627AB0-0949-4DC3-9D55-6721F0EAD02C}"/>
                </a:ext>
              </a:extLst>
            </p:cNvPr>
            <p:cNvSpPr txBox="1"/>
            <p:nvPr/>
          </p:nvSpPr>
          <p:spPr>
            <a:xfrm>
              <a:off x="10142944" y="350125"/>
              <a:ext cx="2606404" cy="369332"/>
            </a:xfrm>
            <a:prstGeom prst="rect">
              <a:avLst/>
            </a:prstGeom>
            <a:noFill/>
          </p:spPr>
          <p:txBody>
            <a:bodyPr wrap="square" rtlCol="0">
              <a:spAutoFit/>
            </a:bodyPr>
            <a:lstStyle/>
            <a:p>
              <a:r>
                <a:rPr lang="x-none" dirty="0">
                  <a:solidFill>
                    <a:schemeClr val="bg1"/>
                  </a:solidFill>
                </a:rPr>
                <a:t>w</a:t>
              </a:r>
              <a:r>
                <a:rPr lang="en-US" dirty="0">
                  <a:solidFill>
                    <a:schemeClr val="bg1"/>
                  </a:solidFill>
                </a:rPr>
                <a:t>w</a:t>
              </a:r>
              <a:r>
                <a:rPr lang="x-none" dirty="0">
                  <a:solidFill>
                    <a:schemeClr val="bg1"/>
                  </a:solidFill>
                </a:rPr>
                <a:t>w.</a:t>
              </a:r>
              <a:r>
                <a:rPr lang="en-US" dirty="0">
                  <a:solidFill>
                    <a:schemeClr val="bg1"/>
                  </a:solidFill>
                </a:rPr>
                <a:t>t</a:t>
              </a:r>
              <a:r>
                <a:rPr lang="x-none" dirty="0">
                  <a:solidFill>
                    <a:schemeClr val="bg1"/>
                  </a:solidFill>
                </a:rPr>
                <a:t>u</a:t>
              </a:r>
              <a:r>
                <a:rPr lang="en-US" dirty="0">
                  <a:solidFill>
                    <a:schemeClr val="bg1"/>
                  </a:solidFill>
                </a:rPr>
                <a:t>f</a:t>
              </a:r>
              <a:r>
                <a:rPr lang="x-none" dirty="0">
                  <a:solidFill>
                    <a:schemeClr val="bg1"/>
                  </a:solidFill>
                </a:rPr>
                <a:t>.</a:t>
              </a:r>
              <a:r>
                <a:rPr lang="en-US" dirty="0">
                  <a:solidFill>
                    <a:schemeClr val="bg1"/>
                  </a:solidFill>
                </a:rPr>
                <a:t>e</a:t>
              </a:r>
              <a:r>
                <a:rPr lang="x-none" dirty="0">
                  <a:solidFill>
                    <a:schemeClr val="bg1"/>
                  </a:solidFill>
                </a:rPr>
                <a:t>d</a:t>
              </a:r>
              <a:r>
                <a:rPr lang="en-US" dirty="0">
                  <a:solidFill>
                    <a:schemeClr val="bg1"/>
                  </a:solidFill>
                </a:rPr>
                <a:t>u</a:t>
              </a:r>
              <a:r>
                <a:rPr lang="x-none" dirty="0">
                  <a:solidFill>
                    <a:schemeClr val="bg1"/>
                  </a:solidFill>
                </a:rPr>
                <a:t>.</a:t>
              </a:r>
              <a:r>
                <a:rPr lang="en-US" dirty="0">
                  <a:solidFill>
                    <a:schemeClr val="bg1"/>
                  </a:solidFill>
                </a:rPr>
                <a:t>p</a:t>
              </a:r>
              <a:r>
                <a:rPr lang="x-none" dirty="0">
                  <a:solidFill>
                    <a:schemeClr val="bg1"/>
                  </a:solidFill>
                </a:rPr>
                <a:t>k</a:t>
              </a:r>
            </a:p>
          </p:txBody>
        </p:sp>
        <p:pic>
          <p:nvPicPr>
            <p:cNvPr id="10" name="Graphic 16">
              <a:extLst>
                <a:ext uri="{FF2B5EF4-FFF2-40B4-BE49-F238E27FC236}">
                  <a16:creationId xmlns:a16="http://schemas.microsoft.com/office/drawing/2014/main" id="{A532177C-F5A5-41C6-B8EF-E6DA142B50E7}"/>
                </a:ext>
              </a:extLst>
            </p:cNvPr>
            <p:cNvPicPr>
              <a:picLocks noChangeAspect="1"/>
            </p:cNvPicPr>
            <p:nvPr/>
          </p:nvPicPr>
          <p:blipFill>
            <a:blip r:embed="rId5">
              <a:extLst>
                <a:ext uri="{96DAC541-7B7A-43D3-8B79-37D633B846F1}">
                  <asvg:svgBlip xmlns="" xmlns:asvg="http://schemas.microsoft.com/office/drawing/2016/SVG/main" r:embed="rId6"/>
                </a:ext>
              </a:extLst>
            </a:blip>
            <a:stretch>
              <a:fillRect/>
            </a:stretch>
          </p:blipFill>
          <p:spPr>
            <a:xfrm>
              <a:off x="10591033" y="741997"/>
              <a:ext cx="171450" cy="171450"/>
            </a:xfrm>
            <a:prstGeom prst="rect">
              <a:avLst/>
            </a:prstGeom>
          </p:spPr>
        </p:pic>
        <p:pic>
          <p:nvPicPr>
            <p:cNvPr id="11" name="Picture 10">
              <a:extLst>
                <a:ext uri="{FF2B5EF4-FFF2-40B4-BE49-F238E27FC236}">
                  <a16:creationId xmlns:a16="http://schemas.microsoft.com/office/drawing/2014/main" id="{085A7425-75D1-4518-8891-A639DA0C4AE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353170" y="749176"/>
              <a:ext cx="171451" cy="171451"/>
            </a:xfrm>
            <a:prstGeom prst="rect">
              <a:avLst/>
            </a:prstGeom>
          </p:spPr>
        </p:pic>
      </p:grpSp>
      <p:sp>
        <p:nvSpPr>
          <p:cNvPr id="12" name="Rectangle 11"/>
          <p:cNvSpPr/>
          <p:nvPr/>
        </p:nvSpPr>
        <p:spPr>
          <a:xfrm>
            <a:off x="2547992" y="462338"/>
            <a:ext cx="7294068" cy="923330"/>
          </a:xfrm>
          <a:prstGeom prst="rect">
            <a:avLst/>
          </a:prstGeom>
        </p:spPr>
        <p:txBody>
          <a:bodyPr wrap="square">
            <a:spAutoFit/>
          </a:bodyPr>
          <a:lstStyle/>
          <a:p>
            <a:pPr algn="ctr"/>
            <a:endParaRPr lang="en-US" sz="3600" b="1" dirty="0">
              <a:latin typeface="Arial" pitchFamily="34" charset="0"/>
              <a:cs typeface="Arial" pitchFamily="34" charset="0"/>
            </a:endParaRPr>
          </a:p>
          <a:p>
            <a:pPr algn="ctr"/>
            <a:endParaRPr lang="en-US" dirty="0" smtClean="0">
              <a:latin typeface="Arial" panose="020B0604020202020204" pitchFamily="34" charset="0"/>
              <a:cs typeface="Arial" panose="020B0604020202020204" pitchFamily="34" charset="0"/>
            </a:endParaRPr>
          </a:p>
        </p:txBody>
      </p:sp>
      <p:sp>
        <p:nvSpPr>
          <p:cNvPr id="13" name="Rectangle 12"/>
          <p:cNvSpPr/>
          <p:nvPr/>
        </p:nvSpPr>
        <p:spPr>
          <a:xfrm>
            <a:off x="2547992" y="195054"/>
            <a:ext cx="7159652" cy="1538883"/>
          </a:xfrm>
          <a:prstGeom prst="rect">
            <a:avLst/>
          </a:prstGeom>
        </p:spPr>
        <p:txBody>
          <a:bodyPr wrap="square">
            <a:spAutoFit/>
          </a:bodyPr>
          <a:lstStyle/>
          <a:p>
            <a:pPr algn="ctr"/>
            <a:r>
              <a:rPr lang="en-US" sz="6600" b="1" dirty="0">
                <a:latin typeface="Arial" panose="020B0604020202020204" pitchFamily="34" charset="0"/>
                <a:cs typeface="Arial" panose="020B0604020202020204" pitchFamily="34" charset="0"/>
              </a:rPr>
              <a:t>Definition</a:t>
            </a:r>
            <a:r>
              <a:rPr lang="en-US" sz="2800" dirty="0"/>
              <a:t/>
            </a:r>
            <a:br>
              <a:rPr lang="en-US" sz="2800" dirty="0"/>
            </a:br>
            <a:endParaRPr lang="en-US" sz="2800" b="1" dirty="0">
              <a:latin typeface="Arial" pitchFamily="34" charset="0"/>
              <a:cs typeface="Arial" pitchFamily="34" charset="0"/>
            </a:endParaRPr>
          </a:p>
        </p:txBody>
      </p:sp>
      <p:pic>
        <p:nvPicPr>
          <p:cNvPr id="15" name="Picture 14"/>
          <p:cNvPicPr/>
          <p:nvPr/>
        </p:nvPicPr>
        <p:blipFill>
          <a:blip r:embed="rId8" cstate="print">
            <a:extLst>
              <a:ext uri="{28A0092B-C50C-407E-A947-70E740481C1C}">
                <a14:useLocalDpi xmlns:a14="http://schemas.microsoft.com/office/drawing/2010/main" val="0"/>
              </a:ext>
            </a:extLst>
          </a:blip>
          <a:stretch>
            <a:fillRect/>
          </a:stretch>
        </p:blipFill>
        <p:spPr bwMode="auto">
          <a:xfrm>
            <a:off x="0" y="0"/>
            <a:ext cx="2180492" cy="129814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034DD2C6-4CC8-4F4C-9615-8F42757A1CE2}"/>
              </a:ext>
            </a:extLst>
          </p:cNvPr>
          <p:cNvGrpSpPr/>
          <p:nvPr/>
        </p:nvGrpSpPr>
        <p:grpSpPr>
          <a:xfrm>
            <a:off x="-14898" y="2086"/>
            <a:ext cx="12749348" cy="1115736"/>
            <a:chOff x="0" y="0"/>
            <a:chExt cx="12749348" cy="1115736"/>
          </a:xfrm>
        </p:grpSpPr>
        <p:sp>
          <p:nvSpPr>
            <p:cNvPr id="14" name="Rectangle 13">
              <a:extLst>
                <a:ext uri="{FF2B5EF4-FFF2-40B4-BE49-F238E27FC236}">
                  <a16:creationId xmlns:a16="http://schemas.microsoft.com/office/drawing/2014/main" id="{4B7C661D-5448-402F-AD37-037DDA89EAE8}"/>
                </a:ext>
              </a:extLst>
            </p:cNvPr>
            <p:cNvSpPr/>
            <p:nvPr/>
          </p:nvSpPr>
          <p:spPr>
            <a:xfrm>
              <a:off x="0" y="0"/>
              <a:ext cx="12192000" cy="1115736"/>
            </a:xfrm>
            <a:prstGeom prst="rect">
              <a:avLst/>
            </a:prstGeom>
            <a:solidFill>
              <a:srgbClr val="D32A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dirty="0"/>
            </a:p>
          </p:txBody>
        </p:sp>
        <p:sp>
          <p:nvSpPr>
            <p:cNvPr id="15" name="TextBox 14">
              <a:extLst>
                <a:ext uri="{FF2B5EF4-FFF2-40B4-BE49-F238E27FC236}">
                  <a16:creationId xmlns:a16="http://schemas.microsoft.com/office/drawing/2014/main" id="{97AA08FC-35FB-44F1-BB8F-399F019CBF4F}"/>
                </a:ext>
              </a:extLst>
            </p:cNvPr>
            <p:cNvSpPr txBox="1"/>
            <p:nvPr/>
          </p:nvSpPr>
          <p:spPr>
            <a:xfrm>
              <a:off x="10719753" y="696917"/>
              <a:ext cx="1619033" cy="261610"/>
            </a:xfrm>
            <a:prstGeom prst="rect">
              <a:avLst/>
            </a:prstGeom>
            <a:noFill/>
          </p:spPr>
          <p:txBody>
            <a:bodyPr wrap="square" rtlCol="0">
              <a:spAutoFit/>
            </a:bodyPr>
            <a:lstStyle/>
            <a:p>
              <a:r>
                <a:rPr lang="en-US" sz="1100" dirty="0" err="1">
                  <a:solidFill>
                    <a:schemeClr val="bg1"/>
                  </a:solidFill>
                </a:rPr>
                <a:t>unioffaisalabad</a:t>
              </a:r>
              <a:endParaRPr lang="x-none" sz="1100" dirty="0">
                <a:solidFill>
                  <a:schemeClr val="bg1"/>
                </a:solidFill>
              </a:endParaRPr>
            </a:p>
          </p:txBody>
        </p:sp>
        <p:pic>
          <p:nvPicPr>
            <p:cNvPr id="16" name="Graphic 15">
              <a:extLst>
                <a:ext uri="{FF2B5EF4-FFF2-40B4-BE49-F238E27FC236}">
                  <a16:creationId xmlns:a16="http://schemas.microsoft.com/office/drawing/2014/main" id="{ABF06EB7-5284-4699-8F45-3C74960363D1}"/>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9906056" y="403986"/>
              <a:ext cx="261610" cy="261610"/>
            </a:xfrm>
            <a:prstGeom prst="rect">
              <a:avLst/>
            </a:prstGeom>
          </p:spPr>
        </p:pic>
        <p:sp>
          <p:nvSpPr>
            <p:cNvPr id="17" name="TextBox 16">
              <a:extLst>
                <a:ext uri="{FF2B5EF4-FFF2-40B4-BE49-F238E27FC236}">
                  <a16:creationId xmlns:a16="http://schemas.microsoft.com/office/drawing/2014/main" id="{FDFE4515-6F2B-4BB8-8018-36AFB06BA194}"/>
                </a:ext>
              </a:extLst>
            </p:cNvPr>
            <p:cNvSpPr txBox="1"/>
            <p:nvPr/>
          </p:nvSpPr>
          <p:spPr>
            <a:xfrm>
              <a:off x="10142944" y="350125"/>
              <a:ext cx="2606404" cy="369332"/>
            </a:xfrm>
            <a:prstGeom prst="rect">
              <a:avLst/>
            </a:prstGeom>
            <a:noFill/>
          </p:spPr>
          <p:txBody>
            <a:bodyPr wrap="square" rtlCol="0">
              <a:spAutoFit/>
            </a:bodyPr>
            <a:lstStyle/>
            <a:p>
              <a:r>
                <a:rPr lang="x-none" dirty="0">
                  <a:solidFill>
                    <a:schemeClr val="bg1"/>
                  </a:solidFill>
                </a:rPr>
                <a:t>w</a:t>
              </a:r>
              <a:r>
                <a:rPr lang="en-US" dirty="0">
                  <a:solidFill>
                    <a:schemeClr val="bg1"/>
                  </a:solidFill>
                </a:rPr>
                <a:t>w</a:t>
              </a:r>
              <a:r>
                <a:rPr lang="x-none" dirty="0">
                  <a:solidFill>
                    <a:schemeClr val="bg1"/>
                  </a:solidFill>
                </a:rPr>
                <a:t>w.</a:t>
              </a:r>
              <a:r>
                <a:rPr lang="en-US" dirty="0">
                  <a:solidFill>
                    <a:schemeClr val="bg1"/>
                  </a:solidFill>
                </a:rPr>
                <a:t>t</a:t>
              </a:r>
              <a:r>
                <a:rPr lang="x-none" dirty="0">
                  <a:solidFill>
                    <a:schemeClr val="bg1"/>
                  </a:solidFill>
                </a:rPr>
                <a:t>u</a:t>
              </a:r>
              <a:r>
                <a:rPr lang="en-US" dirty="0">
                  <a:solidFill>
                    <a:schemeClr val="bg1"/>
                  </a:solidFill>
                </a:rPr>
                <a:t>f</a:t>
              </a:r>
              <a:r>
                <a:rPr lang="x-none" dirty="0">
                  <a:solidFill>
                    <a:schemeClr val="bg1"/>
                  </a:solidFill>
                </a:rPr>
                <a:t>.</a:t>
              </a:r>
              <a:r>
                <a:rPr lang="en-US" dirty="0">
                  <a:solidFill>
                    <a:schemeClr val="bg1"/>
                  </a:solidFill>
                </a:rPr>
                <a:t>e</a:t>
              </a:r>
              <a:r>
                <a:rPr lang="x-none" dirty="0">
                  <a:solidFill>
                    <a:schemeClr val="bg1"/>
                  </a:solidFill>
                </a:rPr>
                <a:t>d</a:t>
              </a:r>
              <a:r>
                <a:rPr lang="en-US" dirty="0">
                  <a:solidFill>
                    <a:schemeClr val="bg1"/>
                  </a:solidFill>
                </a:rPr>
                <a:t>u</a:t>
              </a:r>
              <a:r>
                <a:rPr lang="x-none" dirty="0">
                  <a:solidFill>
                    <a:schemeClr val="bg1"/>
                  </a:solidFill>
                </a:rPr>
                <a:t>.</a:t>
              </a:r>
              <a:r>
                <a:rPr lang="en-US" dirty="0">
                  <a:solidFill>
                    <a:schemeClr val="bg1"/>
                  </a:solidFill>
                </a:rPr>
                <a:t>p</a:t>
              </a:r>
              <a:r>
                <a:rPr lang="x-none" dirty="0">
                  <a:solidFill>
                    <a:schemeClr val="bg1"/>
                  </a:solidFill>
                </a:rPr>
                <a:t>k</a:t>
              </a:r>
            </a:p>
          </p:txBody>
        </p:sp>
        <p:pic>
          <p:nvPicPr>
            <p:cNvPr id="18" name="Graphic 17">
              <a:extLst>
                <a:ext uri="{FF2B5EF4-FFF2-40B4-BE49-F238E27FC236}">
                  <a16:creationId xmlns:a16="http://schemas.microsoft.com/office/drawing/2014/main" id="{10EB8B8D-6004-4AED-A244-C4DC6F8DA657}"/>
                </a:ext>
              </a:extLst>
            </p:cNvPr>
            <p:cNvPicPr>
              <a:picLocks noChangeAspect="1"/>
            </p:cNvPicPr>
            <p:nvPr/>
          </p:nvPicPr>
          <p:blipFill>
            <a:blip r:embed="rId4" cstate="print">
              <a:extLst>
                <a:ext uri="{96DAC541-7B7A-43D3-8B79-37D633B846F1}">
                  <asvg:svgBlip xmlns="" xmlns:asvg="http://schemas.microsoft.com/office/drawing/2016/SVG/main" r:embed="rId5"/>
                </a:ext>
              </a:extLst>
            </a:blip>
            <a:stretch>
              <a:fillRect/>
            </a:stretch>
          </p:blipFill>
          <p:spPr>
            <a:xfrm>
              <a:off x="10591033" y="741997"/>
              <a:ext cx="171450" cy="171450"/>
            </a:xfrm>
            <a:prstGeom prst="rect">
              <a:avLst/>
            </a:prstGeom>
          </p:spPr>
        </p:pic>
        <p:pic>
          <p:nvPicPr>
            <p:cNvPr id="19" name="Picture 18">
              <a:extLst>
                <a:ext uri="{FF2B5EF4-FFF2-40B4-BE49-F238E27FC236}">
                  <a16:creationId xmlns:a16="http://schemas.microsoft.com/office/drawing/2014/main" id="{B90D907E-CA01-4229-92EF-9ABBCFBA1E6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53170" y="749176"/>
              <a:ext cx="171451" cy="171451"/>
            </a:xfrm>
            <a:prstGeom prst="rect">
              <a:avLst/>
            </a:prstGeom>
          </p:spPr>
        </p:pic>
      </p:grpSp>
      <p:pic>
        <p:nvPicPr>
          <p:cNvPr id="11" name="Graphic 10">
            <a:extLst>
              <a:ext uri="{FF2B5EF4-FFF2-40B4-BE49-F238E27FC236}">
                <a16:creationId xmlns:a16="http://schemas.microsoft.com/office/drawing/2014/main" id="{066FF2A6-21EC-4DCA-B8DA-6528DF993417}"/>
              </a:ext>
            </a:extLst>
          </p:cNvPr>
          <p:cNvPicPr>
            <a:picLocks noChangeAspect="1"/>
          </p:cNvPicPr>
          <p:nvPr/>
        </p:nvPicPr>
        <p:blipFill>
          <a:blip r:embed="rId7">
            <a:extLst>
              <a:ext uri="{96DAC541-7B7A-43D3-8B79-37D633B846F1}">
                <asvg:svgBlip xmlns="" xmlns:asvg="http://schemas.microsoft.com/office/drawing/2016/SVG/main" r:embed="rId9"/>
              </a:ext>
            </a:extLst>
          </a:blip>
          <a:stretch>
            <a:fillRect/>
          </a:stretch>
        </p:blipFill>
        <p:spPr>
          <a:xfrm>
            <a:off x="-19072" y="1185064"/>
            <a:ext cx="2039974" cy="5144283"/>
          </a:xfrm>
          <a:prstGeom prst="rect">
            <a:avLst/>
          </a:prstGeom>
        </p:spPr>
      </p:pic>
      <p:sp>
        <p:nvSpPr>
          <p:cNvPr id="6" name="Rectangle 5"/>
          <p:cNvSpPr/>
          <p:nvPr/>
        </p:nvSpPr>
        <p:spPr>
          <a:xfrm>
            <a:off x="74114" y="1185064"/>
            <a:ext cx="11992708" cy="3207032"/>
          </a:xfrm>
          <a:prstGeom prst="rect">
            <a:avLst/>
          </a:prstGeom>
        </p:spPr>
        <p:txBody>
          <a:bodyPr wrap="square">
            <a:spAutoFit/>
          </a:bodyPr>
          <a:lstStyle/>
          <a:p>
            <a:pPr lvl="0">
              <a:spcBef>
                <a:spcPct val="20000"/>
              </a:spcBef>
              <a:buClr>
                <a:srgbClr val="AA2B1E"/>
              </a:buClr>
              <a:buSzPct val="85000"/>
            </a:pPr>
            <a:r>
              <a:rPr lang="en-US" sz="3600" b="1" dirty="0" smtClean="0">
                <a:solidFill>
                  <a:prstClr val="black"/>
                </a:solidFill>
                <a:latin typeface="Arial" pitchFamily="34" charset="0"/>
                <a:cs typeface="Arial" pitchFamily="34" charset="0"/>
              </a:rPr>
              <a:t>1. Trait </a:t>
            </a:r>
            <a:r>
              <a:rPr lang="en-US" sz="3600" b="1" dirty="0">
                <a:solidFill>
                  <a:prstClr val="black"/>
                </a:solidFill>
                <a:latin typeface="Arial" pitchFamily="34" charset="0"/>
                <a:cs typeface="Arial" pitchFamily="34" charset="0"/>
              </a:rPr>
              <a:t>Theories:</a:t>
            </a:r>
          </a:p>
          <a:p>
            <a:pPr marL="571500" lvl="0" indent="-571500">
              <a:spcBef>
                <a:spcPct val="20000"/>
              </a:spcBef>
              <a:buClr>
                <a:srgbClr val="AA2B1E"/>
              </a:buClr>
              <a:buSzPct val="85000"/>
              <a:buFont typeface="Arial" pitchFamily="34" charset="0"/>
              <a:buChar char="•"/>
            </a:pPr>
            <a:r>
              <a:rPr lang="en-US" sz="3600" b="1" dirty="0">
                <a:solidFill>
                  <a:prstClr val="black"/>
                </a:solidFill>
                <a:latin typeface="Arial" pitchFamily="34" charset="0"/>
                <a:cs typeface="Arial" pitchFamily="34" charset="0"/>
              </a:rPr>
              <a:t>Big Five Personality Traits (OCEAN):</a:t>
            </a:r>
          </a:p>
          <a:p>
            <a:pPr marL="571500" lvl="0" indent="-571500">
              <a:spcBef>
                <a:spcPct val="20000"/>
              </a:spcBef>
              <a:buClr>
                <a:srgbClr val="AA2B1E"/>
              </a:buClr>
              <a:buSzPct val="85000"/>
              <a:buFont typeface="Arial" pitchFamily="34" charset="0"/>
              <a:buChar char="•"/>
            </a:pPr>
            <a:r>
              <a:rPr lang="en-US" sz="2800" b="1" dirty="0">
                <a:solidFill>
                  <a:prstClr val="black"/>
                </a:solidFill>
                <a:latin typeface="Arial" pitchFamily="34" charset="0"/>
                <a:cs typeface="Arial" pitchFamily="34" charset="0"/>
              </a:rPr>
              <a:t>Openness: </a:t>
            </a:r>
            <a:r>
              <a:rPr lang="en-US" sz="2800" dirty="0">
                <a:solidFill>
                  <a:prstClr val="black"/>
                </a:solidFill>
                <a:latin typeface="Arial" pitchFamily="34" charset="0"/>
                <a:cs typeface="Arial" pitchFamily="34" charset="0"/>
              </a:rPr>
              <a:t>Creativity and willingness to try new things.</a:t>
            </a:r>
          </a:p>
          <a:p>
            <a:pPr marL="571500" lvl="0" indent="-571500">
              <a:spcBef>
                <a:spcPct val="20000"/>
              </a:spcBef>
              <a:buClr>
                <a:srgbClr val="AA2B1E"/>
              </a:buClr>
              <a:buSzPct val="85000"/>
              <a:buFont typeface="Arial" pitchFamily="34" charset="0"/>
              <a:buChar char="•"/>
            </a:pPr>
            <a:r>
              <a:rPr lang="en-US" sz="2800" dirty="0" smtClean="0">
                <a:solidFill>
                  <a:prstClr val="black"/>
                </a:solidFill>
                <a:latin typeface="Arial" pitchFamily="34" charset="0"/>
                <a:cs typeface="Arial" pitchFamily="34" charset="0"/>
              </a:rPr>
              <a:t>People </a:t>
            </a:r>
            <a:r>
              <a:rPr lang="en-US" sz="2800" dirty="0">
                <a:solidFill>
                  <a:prstClr val="black"/>
                </a:solidFill>
                <a:latin typeface="Arial" pitchFamily="34" charset="0"/>
                <a:cs typeface="Arial" pitchFamily="34" charset="0"/>
              </a:rPr>
              <a:t>who are high in openness tend to have a broad range of interests. They are curious about the world and other people and are eager to learn new things and enjoy new experiences.</a:t>
            </a:r>
            <a:endParaRPr lang="en-US" sz="3600" dirty="0">
              <a:solidFill>
                <a:prstClr val="black"/>
              </a:solidFill>
              <a:latin typeface="Arial" pitchFamily="34" charset="0"/>
              <a:cs typeface="Arial" pitchFamily="34" charset="0"/>
            </a:endParaRPr>
          </a:p>
        </p:txBody>
      </p:sp>
      <p:sp>
        <p:nvSpPr>
          <p:cNvPr id="3" name="Rectangle 2"/>
          <p:cNvSpPr/>
          <p:nvPr/>
        </p:nvSpPr>
        <p:spPr>
          <a:xfrm>
            <a:off x="2728463" y="195366"/>
            <a:ext cx="6684009" cy="830997"/>
          </a:xfrm>
          <a:prstGeom prst="rect">
            <a:avLst/>
          </a:prstGeom>
        </p:spPr>
        <p:txBody>
          <a:bodyPr wrap="none">
            <a:spAutoFit/>
          </a:bodyPr>
          <a:lstStyle/>
          <a:p>
            <a:pPr lvl="0">
              <a:spcBef>
                <a:spcPct val="20000"/>
              </a:spcBef>
              <a:buClr>
                <a:srgbClr val="AA2B1E"/>
              </a:buClr>
              <a:buSzPct val="85000"/>
            </a:pPr>
            <a:r>
              <a:rPr lang="en-US" sz="4800" b="1" dirty="0">
                <a:solidFill>
                  <a:prstClr val="black"/>
                </a:solidFill>
                <a:latin typeface="Arial" panose="020B0604020202020204" pitchFamily="34" charset="0"/>
                <a:cs typeface="Arial" panose="020B0604020202020204" pitchFamily="34" charset="0"/>
              </a:rPr>
              <a:t>Types of Personalities</a:t>
            </a:r>
          </a:p>
        </p:txBody>
      </p:sp>
      <p:pic>
        <p:nvPicPr>
          <p:cNvPr id="21" name="Picture 20"/>
          <p:cNvPicPr/>
          <p:nvPr/>
        </p:nvPicPr>
        <p:blipFill>
          <a:blip r:embed="rId10" cstate="print">
            <a:extLst>
              <a:ext uri="{28A0092B-C50C-407E-A947-70E740481C1C}">
                <a14:useLocalDpi xmlns:a14="http://schemas.microsoft.com/office/drawing/2010/main" val="0"/>
              </a:ext>
            </a:extLst>
          </a:blip>
          <a:stretch>
            <a:fillRect/>
          </a:stretch>
        </p:blipFill>
        <p:spPr bwMode="auto">
          <a:xfrm>
            <a:off x="74114" y="139060"/>
            <a:ext cx="1557655" cy="943610"/>
          </a:xfrm>
          <a:prstGeom prst="rect">
            <a:avLst/>
          </a:prstGeom>
          <a:noFill/>
          <a:ln>
            <a:noFill/>
          </a:ln>
        </p:spPr>
      </p:pic>
    </p:spTree>
    <p:extLst>
      <p:ext uri="{BB962C8B-B14F-4D97-AF65-F5344CB8AC3E}">
        <p14:creationId xmlns:p14="http://schemas.microsoft.com/office/powerpoint/2010/main" val="32500018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034DD2C6-4CC8-4F4C-9615-8F42757A1CE2}"/>
              </a:ext>
            </a:extLst>
          </p:cNvPr>
          <p:cNvGrpSpPr/>
          <p:nvPr/>
        </p:nvGrpSpPr>
        <p:grpSpPr>
          <a:xfrm>
            <a:off x="-14898" y="2086"/>
            <a:ext cx="12749348" cy="1115736"/>
            <a:chOff x="0" y="0"/>
            <a:chExt cx="12749348" cy="1115736"/>
          </a:xfrm>
        </p:grpSpPr>
        <p:sp>
          <p:nvSpPr>
            <p:cNvPr id="14" name="Rectangle 13">
              <a:extLst>
                <a:ext uri="{FF2B5EF4-FFF2-40B4-BE49-F238E27FC236}">
                  <a16:creationId xmlns:a16="http://schemas.microsoft.com/office/drawing/2014/main" id="{4B7C661D-5448-402F-AD37-037DDA89EAE8}"/>
                </a:ext>
              </a:extLst>
            </p:cNvPr>
            <p:cNvSpPr/>
            <p:nvPr/>
          </p:nvSpPr>
          <p:spPr>
            <a:xfrm>
              <a:off x="0" y="0"/>
              <a:ext cx="12192000" cy="1115736"/>
            </a:xfrm>
            <a:prstGeom prst="rect">
              <a:avLst/>
            </a:prstGeom>
            <a:solidFill>
              <a:srgbClr val="D32A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x-none"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5" name="TextBox 14">
              <a:extLst>
                <a:ext uri="{FF2B5EF4-FFF2-40B4-BE49-F238E27FC236}">
                  <a16:creationId xmlns:a16="http://schemas.microsoft.com/office/drawing/2014/main" id="{97AA08FC-35FB-44F1-BB8F-399F019CBF4F}"/>
                </a:ext>
              </a:extLst>
            </p:cNvPr>
            <p:cNvSpPr txBox="1"/>
            <p:nvPr/>
          </p:nvSpPr>
          <p:spPr>
            <a:xfrm>
              <a:off x="10719753" y="696917"/>
              <a:ext cx="1619033"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prstClr val="white"/>
                  </a:solidFill>
                  <a:effectLst/>
                  <a:uLnTx/>
                  <a:uFillTx/>
                  <a:latin typeface="Calibri"/>
                  <a:ea typeface="+mn-ea"/>
                  <a:cs typeface="+mn-cs"/>
                </a:rPr>
                <a:t>unioffaisalabad</a:t>
              </a:r>
              <a:endParaRPr kumimoji="0" lang="x-none" sz="11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16" name="Graphic 15">
              <a:extLst>
                <a:ext uri="{FF2B5EF4-FFF2-40B4-BE49-F238E27FC236}">
                  <a16:creationId xmlns:a16="http://schemas.microsoft.com/office/drawing/2014/main" id="{ABF06EB7-5284-4699-8F45-3C74960363D1}"/>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9906056" y="403986"/>
              <a:ext cx="261610" cy="261610"/>
            </a:xfrm>
            <a:prstGeom prst="rect">
              <a:avLst/>
            </a:prstGeom>
          </p:spPr>
        </p:pic>
        <p:sp>
          <p:nvSpPr>
            <p:cNvPr id="17" name="TextBox 16">
              <a:extLst>
                <a:ext uri="{FF2B5EF4-FFF2-40B4-BE49-F238E27FC236}">
                  <a16:creationId xmlns:a16="http://schemas.microsoft.com/office/drawing/2014/main" id="{FDFE4515-6F2B-4BB8-8018-36AFB06BA194}"/>
                </a:ext>
              </a:extLst>
            </p:cNvPr>
            <p:cNvSpPr txBox="1"/>
            <p:nvPr/>
          </p:nvSpPr>
          <p:spPr>
            <a:xfrm>
              <a:off x="10142944" y="350125"/>
              <a:ext cx="26064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x-none" sz="1800" b="0" i="0" u="none" strike="noStrike" kern="1200" cap="none" spc="0" normalizeH="0" baseline="0" noProof="0" dirty="0">
                  <a:ln>
                    <a:noFill/>
                  </a:ln>
                  <a:solidFill>
                    <a:prstClr val="white"/>
                  </a:solidFill>
                  <a:effectLst/>
                  <a:uLnTx/>
                  <a:uFillTx/>
                  <a:latin typeface="Calibri"/>
                  <a:ea typeface="+mn-ea"/>
                  <a:cs typeface="+mn-cs"/>
                </a:rPr>
                <a:t>w</a:t>
              </a:r>
              <a:r>
                <a:rPr kumimoji="0" lang="en-US" sz="1800" b="0" i="0" u="none" strike="noStrike" kern="1200" cap="none" spc="0" normalizeH="0" baseline="0" noProof="0" dirty="0">
                  <a:ln>
                    <a:noFill/>
                  </a:ln>
                  <a:solidFill>
                    <a:prstClr val="white"/>
                  </a:solidFill>
                  <a:effectLst/>
                  <a:uLnTx/>
                  <a:uFillTx/>
                  <a:latin typeface="Calibri"/>
                  <a:ea typeface="+mn-ea"/>
                  <a:cs typeface="+mn-cs"/>
                </a:rPr>
                <a:t>w</a:t>
              </a:r>
              <a:r>
                <a:rPr kumimoji="0" lang="x-none" sz="1800" b="0" i="0" u="none" strike="noStrike" kern="1200" cap="none" spc="0" normalizeH="0" baseline="0" noProof="0" dirty="0">
                  <a:ln>
                    <a:noFill/>
                  </a:ln>
                  <a:solidFill>
                    <a:prstClr val="white"/>
                  </a:solidFill>
                  <a:effectLst/>
                  <a:uLnTx/>
                  <a:uFillTx/>
                  <a:latin typeface="Calibri"/>
                  <a:ea typeface="+mn-ea"/>
                  <a:cs typeface="+mn-cs"/>
                </a:rPr>
                <a:t>w.</a:t>
              </a:r>
              <a:r>
                <a:rPr kumimoji="0" lang="en-US" sz="1800" b="0" i="0" u="none" strike="noStrike" kern="1200" cap="none" spc="0" normalizeH="0" baseline="0" noProof="0" dirty="0">
                  <a:ln>
                    <a:noFill/>
                  </a:ln>
                  <a:solidFill>
                    <a:prstClr val="white"/>
                  </a:solidFill>
                  <a:effectLst/>
                  <a:uLnTx/>
                  <a:uFillTx/>
                  <a:latin typeface="Calibri"/>
                  <a:ea typeface="+mn-ea"/>
                  <a:cs typeface="+mn-cs"/>
                </a:rPr>
                <a:t>t</a:t>
              </a:r>
              <a:r>
                <a:rPr kumimoji="0" lang="x-none" sz="1800" b="0" i="0" u="none" strike="noStrike" kern="1200" cap="none" spc="0" normalizeH="0" baseline="0" noProof="0" dirty="0">
                  <a:ln>
                    <a:noFill/>
                  </a:ln>
                  <a:solidFill>
                    <a:prstClr val="white"/>
                  </a:solidFill>
                  <a:effectLst/>
                  <a:uLnTx/>
                  <a:uFillTx/>
                  <a:latin typeface="Calibri"/>
                  <a:ea typeface="+mn-ea"/>
                  <a:cs typeface="+mn-cs"/>
                </a:rPr>
                <a:t>u</a:t>
              </a:r>
              <a:r>
                <a:rPr kumimoji="0" lang="en-US" sz="1800" b="0" i="0" u="none" strike="noStrike" kern="1200" cap="none" spc="0" normalizeH="0" baseline="0" noProof="0" dirty="0">
                  <a:ln>
                    <a:noFill/>
                  </a:ln>
                  <a:solidFill>
                    <a:prstClr val="white"/>
                  </a:solidFill>
                  <a:effectLst/>
                  <a:uLnTx/>
                  <a:uFillTx/>
                  <a:latin typeface="Calibri"/>
                  <a:ea typeface="+mn-ea"/>
                  <a:cs typeface="+mn-cs"/>
                </a:rPr>
                <a:t>f</a:t>
              </a:r>
              <a:r>
                <a:rPr kumimoji="0" lang="x-none" sz="1800" b="0" i="0" u="none" strike="noStrike" kern="1200" cap="none" spc="0" normalizeH="0" baseline="0" noProof="0" dirty="0">
                  <a:ln>
                    <a:noFill/>
                  </a:ln>
                  <a:solidFill>
                    <a:prstClr val="white"/>
                  </a:solidFill>
                  <a:effectLst/>
                  <a:uLnTx/>
                  <a:uFillTx/>
                  <a:latin typeface="Calibri"/>
                  <a:ea typeface="+mn-ea"/>
                  <a:cs typeface="+mn-cs"/>
                </a:rPr>
                <a:t>.</a:t>
              </a:r>
              <a:r>
                <a:rPr kumimoji="0" lang="en-US" sz="1800" b="0" i="0" u="none" strike="noStrike" kern="1200" cap="none" spc="0" normalizeH="0" baseline="0" noProof="0" dirty="0">
                  <a:ln>
                    <a:noFill/>
                  </a:ln>
                  <a:solidFill>
                    <a:prstClr val="white"/>
                  </a:solidFill>
                  <a:effectLst/>
                  <a:uLnTx/>
                  <a:uFillTx/>
                  <a:latin typeface="Calibri"/>
                  <a:ea typeface="+mn-ea"/>
                  <a:cs typeface="+mn-cs"/>
                </a:rPr>
                <a:t>e</a:t>
              </a:r>
              <a:r>
                <a:rPr kumimoji="0" lang="x-none" sz="1800" b="0" i="0" u="none" strike="noStrike" kern="1200" cap="none" spc="0" normalizeH="0" baseline="0" noProof="0" dirty="0">
                  <a:ln>
                    <a:noFill/>
                  </a:ln>
                  <a:solidFill>
                    <a:prstClr val="white"/>
                  </a:solidFill>
                  <a:effectLst/>
                  <a:uLnTx/>
                  <a:uFillTx/>
                  <a:latin typeface="Calibri"/>
                  <a:ea typeface="+mn-ea"/>
                  <a:cs typeface="+mn-cs"/>
                </a:rPr>
                <a:t>d</a:t>
              </a:r>
              <a:r>
                <a:rPr kumimoji="0" lang="en-US" sz="1800" b="0" i="0" u="none" strike="noStrike" kern="1200" cap="none" spc="0" normalizeH="0" baseline="0" noProof="0" dirty="0">
                  <a:ln>
                    <a:noFill/>
                  </a:ln>
                  <a:solidFill>
                    <a:prstClr val="white"/>
                  </a:solidFill>
                  <a:effectLst/>
                  <a:uLnTx/>
                  <a:uFillTx/>
                  <a:latin typeface="Calibri"/>
                  <a:ea typeface="+mn-ea"/>
                  <a:cs typeface="+mn-cs"/>
                </a:rPr>
                <a:t>u</a:t>
              </a:r>
              <a:r>
                <a:rPr kumimoji="0" lang="x-none" sz="1800" b="0" i="0" u="none" strike="noStrike" kern="1200" cap="none" spc="0" normalizeH="0" baseline="0" noProof="0" dirty="0">
                  <a:ln>
                    <a:noFill/>
                  </a:ln>
                  <a:solidFill>
                    <a:prstClr val="white"/>
                  </a:solidFill>
                  <a:effectLst/>
                  <a:uLnTx/>
                  <a:uFillTx/>
                  <a:latin typeface="Calibri"/>
                  <a:ea typeface="+mn-ea"/>
                  <a:cs typeface="+mn-cs"/>
                </a:rPr>
                <a:t>.</a:t>
              </a:r>
              <a:r>
                <a:rPr kumimoji="0" lang="en-US" sz="1800" b="0" i="0" u="none" strike="noStrike" kern="1200" cap="none" spc="0" normalizeH="0" baseline="0" noProof="0" dirty="0">
                  <a:ln>
                    <a:noFill/>
                  </a:ln>
                  <a:solidFill>
                    <a:prstClr val="white"/>
                  </a:solidFill>
                  <a:effectLst/>
                  <a:uLnTx/>
                  <a:uFillTx/>
                  <a:latin typeface="Calibri"/>
                  <a:ea typeface="+mn-ea"/>
                  <a:cs typeface="+mn-cs"/>
                </a:rPr>
                <a:t>p</a:t>
              </a:r>
              <a:r>
                <a:rPr kumimoji="0" lang="x-none" sz="1800" b="0" i="0" u="none" strike="noStrike" kern="1200" cap="none" spc="0" normalizeH="0" baseline="0" noProof="0" dirty="0">
                  <a:ln>
                    <a:noFill/>
                  </a:ln>
                  <a:solidFill>
                    <a:prstClr val="white"/>
                  </a:solidFill>
                  <a:effectLst/>
                  <a:uLnTx/>
                  <a:uFillTx/>
                  <a:latin typeface="Calibri"/>
                  <a:ea typeface="+mn-ea"/>
                  <a:cs typeface="+mn-cs"/>
                </a:rPr>
                <a:t>k</a:t>
              </a:r>
            </a:p>
          </p:txBody>
        </p:sp>
        <p:pic>
          <p:nvPicPr>
            <p:cNvPr id="18" name="Graphic 17">
              <a:extLst>
                <a:ext uri="{FF2B5EF4-FFF2-40B4-BE49-F238E27FC236}">
                  <a16:creationId xmlns:a16="http://schemas.microsoft.com/office/drawing/2014/main" id="{10EB8B8D-6004-4AED-A244-C4DC6F8DA657}"/>
                </a:ext>
              </a:extLst>
            </p:cNvPr>
            <p:cNvPicPr>
              <a:picLocks noChangeAspect="1"/>
            </p:cNvPicPr>
            <p:nvPr/>
          </p:nvPicPr>
          <p:blipFill>
            <a:blip r:embed="rId4" cstate="print">
              <a:extLst>
                <a:ext uri="{96DAC541-7B7A-43D3-8B79-37D633B846F1}">
                  <asvg:svgBlip xmlns="" xmlns:asvg="http://schemas.microsoft.com/office/drawing/2016/SVG/main" r:embed="rId5"/>
                </a:ext>
              </a:extLst>
            </a:blip>
            <a:stretch>
              <a:fillRect/>
            </a:stretch>
          </p:blipFill>
          <p:spPr>
            <a:xfrm>
              <a:off x="10591033" y="741997"/>
              <a:ext cx="171450" cy="171450"/>
            </a:xfrm>
            <a:prstGeom prst="rect">
              <a:avLst/>
            </a:prstGeom>
          </p:spPr>
        </p:pic>
        <p:pic>
          <p:nvPicPr>
            <p:cNvPr id="19" name="Picture 18">
              <a:extLst>
                <a:ext uri="{FF2B5EF4-FFF2-40B4-BE49-F238E27FC236}">
                  <a16:creationId xmlns:a16="http://schemas.microsoft.com/office/drawing/2014/main" id="{B90D907E-CA01-4229-92EF-9ABBCFBA1E6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53170" y="749176"/>
              <a:ext cx="171451" cy="171451"/>
            </a:xfrm>
            <a:prstGeom prst="rect">
              <a:avLst/>
            </a:prstGeom>
          </p:spPr>
        </p:pic>
      </p:grpSp>
      <p:pic>
        <p:nvPicPr>
          <p:cNvPr id="11" name="Graphic 10">
            <a:extLst>
              <a:ext uri="{FF2B5EF4-FFF2-40B4-BE49-F238E27FC236}">
                <a16:creationId xmlns:a16="http://schemas.microsoft.com/office/drawing/2014/main" id="{066FF2A6-21EC-4DCA-B8DA-6528DF993417}"/>
              </a:ext>
            </a:extLst>
          </p:cNvPr>
          <p:cNvPicPr>
            <a:picLocks noChangeAspect="1"/>
          </p:cNvPicPr>
          <p:nvPr/>
        </p:nvPicPr>
        <p:blipFill>
          <a:blip r:embed="rId7">
            <a:extLst>
              <a:ext uri="{96DAC541-7B7A-43D3-8B79-37D633B846F1}">
                <asvg:svgBlip xmlns="" xmlns:asvg="http://schemas.microsoft.com/office/drawing/2016/SVG/main" r:embed="rId9"/>
              </a:ext>
            </a:extLst>
          </a:blip>
          <a:stretch>
            <a:fillRect/>
          </a:stretch>
        </p:blipFill>
        <p:spPr>
          <a:xfrm>
            <a:off x="-19072" y="1185064"/>
            <a:ext cx="2039974" cy="5144283"/>
          </a:xfrm>
          <a:prstGeom prst="rect">
            <a:avLst/>
          </a:prstGeom>
        </p:spPr>
      </p:pic>
      <p:sp>
        <p:nvSpPr>
          <p:cNvPr id="6" name="Rectangle 5"/>
          <p:cNvSpPr/>
          <p:nvPr/>
        </p:nvSpPr>
        <p:spPr>
          <a:xfrm>
            <a:off x="74114" y="1185064"/>
            <a:ext cx="11992708" cy="2689967"/>
          </a:xfrm>
          <a:prstGeom prst="rect">
            <a:avLst/>
          </a:prstGeom>
        </p:spPr>
        <p:txBody>
          <a:bodyPr wrap="square">
            <a:spAutoFit/>
          </a:bodyPr>
          <a:lstStyle/>
          <a:p>
            <a:pPr marL="0" marR="0" lvl="0" indent="0" algn="l" defTabSz="914400" rtl="0" eaLnBrk="1" fontAlgn="auto" latinLnBrk="0" hangingPunct="1">
              <a:lnSpc>
                <a:spcPct val="100000"/>
              </a:lnSpc>
              <a:spcBef>
                <a:spcPct val="20000"/>
              </a:spcBef>
              <a:spcAft>
                <a:spcPts val="0"/>
              </a:spcAft>
              <a:buClr>
                <a:srgbClr val="AA2B1E"/>
              </a:buClr>
              <a:buSzPct val="85000"/>
              <a:buFontTx/>
              <a:buNone/>
              <a:tabLst/>
              <a:defRPr/>
            </a:pPr>
            <a:r>
              <a:rPr kumimoji="0" lang="en-US" sz="3600" b="1" i="0" u="none" strike="noStrike" kern="1200" cap="none" spc="0" normalizeH="0" baseline="0" noProof="0" dirty="0" smtClean="0">
                <a:ln>
                  <a:noFill/>
                </a:ln>
                <a:solidFill>
                  <a:prstClr val="black"/>
                </a:solidFill>
                <a:effectLst/>
                <a:uLnTx/>
                <a:uFillTx/>
                <a:latin typeface="Arial" pitchFamily="34" charset="0"/>
                <a:ea typeface="+mn-ea"/>
                <a:cs typeface="Arial" pitchFamily="34" charset="0"/>
              </a:rPr>
              <a:t>1. Trait </a:t>
            </a:r>
            <a:r>
              <a:rPr kumimoji="0" lang="en-US" sz="3600" b="1" i="0" u="none" strike="noStrike" kern="1200" cap="none" spc="0" normalizeH="0" baseline="0" noProof="0" dirty="0">
                <a:ln>
                  <a:noFill/>
                </a:ln>
                <a:solidFill>
                  <a:prstClr val="black"/>
                </a:solidFill>
                <a:effectLst/>
                <a:uLnTx/>
                <a:uFillTx/>
                <a:latin typeface="Arial" pitchFamily="34" charset="0"/>
                <a:ea typeface="+mn-ea"/>
                <a:cs typeface="Arial" pitchFamily="34" charset="0"/>
              </a:rPr>
              <a:t>Theories:</a:t>
            </a:r>
          </a:p>
          <a:p>
            <a:pPr marL="571500" marR="0" lvl="0" indent="-571500" algn="l" defTabSz="914400" rtl="0" eaLnBrk="1" fontAlgn="auto" latinLnBrk="0" hangingPunct="1">
              <a:lnSpc>
                <a:spcPct val="100000"/>
              </a:lnSpc>
              <a:spcBef>
                <a:spcPct val="20000"/>
              </a:spcBef>
              <a:spcAft>
                <a:spcPts val="0"/>
              </a:spcAft>
              <a:buClr>
                <a:srgbClr val="AA2B1E"/>
              </a:buClr>
              <a:buSzPct val="85000"/>
              <a:buFont typeface="Arial" pitchFamily="34" charset="0"/>
              <a:buChar char="•"/>
              <a:tabLst/>
              <a:defRPr/>
            </a:pPr>
            <a:r>
              <a:rPr kumimoji="0" lang="en-US" sz="3600" b="1" i="0" u="none" strike="noStrike" kern="1200" cap="none" spc="0" normalizeH="0" baseline="0" noProof="0" dirty="0">
                <a:ln>
                  <a:noFill/>
                </a:ln>
                <a:solidFill>
                  <a:prstClr val="black"/>
                </a:solidFill>
                <a:effectLst/>
                <a:uLnTx/>
                <a:uFillTx/>
                <a:latin typeface="Arial" pitchFamily="34" charset="0"/>
                <a:ea typeface="+mn-ea"/>
                <a:cs typeface="Arial" pitchFamily="34" charset="0"/>
              </a:rPr>
              <a:t>Big Five Personality Traits (OCEAN):</a:t>
            </a:r>
          </a:p>
          <a:p>
            <a:pPr marL="571500" marR="0" lvl="0" indent="-571500" algn="l" defTabSz="914400" rtl="0" eaLnBrk="1" fontAlgn="auto" latinLnBrk="0" hangingPunct="1">
              <a:lnSpc>
                <a:spcPct val="100000"/>
              </a:lnSpc>
              <a:spcBef>
                <a:spcPct val="20000"/>
              </a:spcBef>
              <a:spcAft>
                <a:spcPts val="0"/>
              </a:spcAft>
              <a:buClr>
                <a:srgbClr val="AA2B1E"/>
              </a:buClr>
              <a:buSzPct val="85000"/>
              <a:buFont typeface="Arial" pitchFamily="34" charset="0"/>
              <a:buChar char="•"/>
              <a:tabLst/>
              <a:defRPr/>
            </a:pPr>
            <a:r>
              <a:rPr kumimoji="0" lang="en-US" sz="2800" b="1" i="0" u="none" strike="noStrike" kern="1200" cap="none" spc="0" normalizeH="0" baseline="0" noProof="0" dirty="0" smtClean="0">
                <a:ln>
                  <a:noFill/>
                </a:ln>
                <a:solidFill>
                  <a:prstClr val="black"/>
                </a:solidFill>
                <a:effectLst/>
                <a:uLnTx/>
                <a:uFillTx/>
                <a:latin typeface="Arial" pitchFamily="34" charset="0"/>
                <a:ea typeface="+mn-ea"/>
                <a:cs typeface="Arial" pitchFamily="34" charset="0"/>
              </a:rPr>
              <a:t>Conscientiousness</a:t>
            </a:r>
            <a:r>
              <a:rPr kumimoji="0" lang="en-US" sz="2800" b="1" i="0" u="none" strike="noStrike" kern="1200" cap="none" spc="0" normalizeH="0" baseline="0" noProof="0" dirty="0">
                <a:ln>
                  <a:noFill/>
                </a:ln>
                <a:solidFill>
                  <a:prstClr val="black"/>
                </a:solidFill>
                <a:effectLst/>
                <a:uLnTx/>
                <a:uFillTx/>
                <a:latin typeface="Arial" pitchFamily="34" charset="0"/>
                <a:ea typeface="+mn-ea"/>
                <a:cs typeface="Arial" pitchFamily="34" charset="0"/>
              </a:rPr>
              <a:t>: </a:t>
            </a:r>
            <a:r>
              <a:rPr kumimoji="0" lang="en-US" sz="2800" b="1" i="0" u="none" strike="noStrike" kern="1200" cap="none" spc="0" normalizeH="0" baseline="0" noProof="0" dirty="0" smtClean="0">
                <a:ln>
                  <a:noFill/>
                </a:ln>
                <a:solidFill>
                  <a:prstClr val="black"/>
                </a:solidFill>
                <a:effectLst/>
                <a:uLnTx/>
                <a:uFillTx/>
                <a:latin typeface="Arial" pitchFamily="34" charset="0"/>
                <a:ea typeface="+mn-ea"/>
                <a:cs typeface="Arial" pitchFamily="34" charset="0"/>
              </a:rPr>
              <a:t>H</a:t>
            </a:r>
            <a:r>
              <a:rPr kumimoji="0" lang="en-US" sz="2800" b="0" i="0" u="none" strike="noStrike" kern="1200" cap="none" spc="0" normalizeH="0" baseline="0" noProof="0" dirty="0" smtClean="0">
                <a:ln>
                  <a:noFill/>
                </a:ln>
                <a:solidFill>
                  <a:prstClr val="black"/>
                </a:solidFill>
                <a:effectLst/>
                <a:uLnTx/>
                <a:uFillTx/>
                <a:latin typeface="Arial" pitchFamily="34" charset="0"/>
                <a:ea typeface="+mn-ea"/>
                <a:cs typeface="Arial" pitchFamily="34" charset="0"/>
              </a:rPr>
              <a:t>ighly </a:t>
            </a:r>
            <a:r>
              <a:rPr kumimoji="0" lang="en-US" sz="2800" b="0" i="0" u="none" strike="noStrike" kern="1200" cap="none" spc="0" normalizeH="0" baseline="0" noProof="0" dirty="0">
                <a:ln>
                  <a:noFill/>
                </a:ln>
                <a:solidFill>
                  <a:prstClr val="black"/>
                </a:solidFill>
                <a:effectLst/>
                <a:uLnTx/>
                <a:uFillTx/>
                <a:latin typeface="Arial" pitchFamily="34" charset="0"/>
                <a:ea typeface="+mn-ea"/>
                <a:cs typeface="Arial" pitchFamily="34" charset="0"/>
              </a:rPr>
              <a:t>conscientious people tend to be organized and mindful of details. They plan ahead, think about how their behavior affects others, and are mindful of deadlines.</a:t>
            </a:r>
            <a:endParaRPr kumimoji="0" lang="en-US" sz="3600" b="0" i="0" u="none" strike="noStrike" kern="1200" cap="none" spc="0" normalizeH="0" baseline="0" noProof="0" dirty="0">
              <a:ln>
                <a:noFill/>
              </a:ln>
              <a:solidFill>
                <a:prstClr val="black"/>
              </a:solidFill>
              <a:effectLst/>
              <a:uLnTx/>
              <a:uFillTx/>
              <a:latin typeface="Arial" pitchFamily="34" charset="0"/>
              <a:ea typeface="+mn-ea"/>
              <a:cs typeface="Arial" pitchFamily="34" charset="0"/>
            </a:endParaRPr>
          </a:p>
        </p:txBody>
      </p:sp>
      <p:sp>
        <p:nvSpPr>
          <p:cNvPr id="3" name="Rectangle 2"/>
          <p:cNvSpPr/>
          <p:nvPr/>
        </p:nvSpPr>
        <p:spPr>
          <a:xfrm>
            <a:off x="2728463" y="195366"/>
            <a:ext cx="6684009" cy="830997"/>
          </a:xfrm>
          <a:prstGeom prst="rect">
            <a:avLst/>
          </a:prstGeom>
        </p:spPr>
        <p:txBody>
          <a:bodyPr wrap="none">
            <a:spAutoFit/>
          </a:bodyPr>
          <a:lstStyle/>
          <a:p>
            <a:pPr marL="0" marR="0" lvl="0" indent="0" algn="l" defTabSz="914400" rtl="0" eaLnBrk="1" fontAlgn="auto" latinLnBrk="0" hangingPunct="1">
              <a:lnSpc>
                <a:spcPct val="100000"/>
              </a:lnSpc>
              <a:spcBef>
                <a:spcPct val="20000"/>
              </a:spcBef>
              <a:spcAft>
                <a:spcPts val="0"/>
              </a:spcAft>
              <a:buClr>
                <a:srgbClr val="AA2B1E"/>
              </a:buClr>
              <a:buSzPct val="85000"/>
              <a:buFontTx/>
              <a:buNone/>
              <a:tabLst/>
              <a:defRPr/>
            </a:pPr>
            <a:r>
              <a:rPr kumimoji="0" lang="en-US" sz="4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Types of Personalities</a:t>
            </a:r>
          </a:p>
        </p:txBody>
      </p:sp>
      <p:pic>
        <p:nvPicPr>
          <p:cNvPr id="21" name="Picture 20"/>
          <p:cNvPicPr/>
          <p:nvPr/>
        </p:nvPicPr>
        <p:blipFill>
          <a:blip r:embed="rId10" cstate="print">
            <a:extLst>
              <a:ext uri="{28A0092B-C50C-407E-A947-70E740481C1C}">
                <a14:useLocalDpi xmlns:a14="http://schemas.microsoft.com/office/drawing/2010/main" val="0"/>
              </a:ext>
            </a:extLst>
          </a:blip>
          <a:stretch>
            <a:fillRect/>
          </a:stretch>
        </p:blipFill>
        <p:spPr bwMode="auto">
          <a:xfrm>
            <a:off x="74114" y="139060"/>
            <a:ext cx="1557655" cy="943610"/>
          </a:xfrm>
          <a:prstGeom prst="rect">
            <a:avLst/>
          </a:prstGeom>
          <a:noFill/>
          <a:ln>
            <a:noFill/>
          </a:ln>
        </p:spPr>
      </p:pic>
    </p:spTree>
    <p:extLst>
      <p:ext uri="{BB962C8B-B14F-4D97-AF65-F5344CB8AC3E}">
        <p14:creationId xmlns:p14="http://schemas.microsoft.com/office/powerpoint/2010/main" val="22891070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034DD2C6-4CC8-4F4C-9615-8F42757A1CE2}"/>
              </a:ext>
            </a:extLst>
          </p:cNvPr>
          <p:cNvGrpSpPr/>
          <p:nvPr/>
        </p:nvGrpSpPr>
        <p:grpSpPr>
          <a:xfrm>
            <a:off x="-14898" y="2086"/>
            <a:ext cx="12749348" cy="1115736"/>
            <a:chOff x="0" y="0"/>
            <a:chExt cx="12749348" cy="1115736"/>
          </a:xfrm>
        </p:grpSpPr>
        <p:sp>
          <p:nvSpPr>
            <p:cNvPr id="14" name="Rectangle 13">
              <a:extLst>
                <a:ext uri="{FF2B5EF4-FFF2-40B4-BE49-F238E27FC236}">
                  <a16:creationId xmlns:a16="http://schemas.microsoft.com/office/drawing/2014/main" id="{4B7C661D-5448-402F-AD37-037DDA89EAE8}"/>
                </a:ext>
              </a:extLst>
            </p:cNvPr>
            <p:cNvSpPr/>
            <p:nvPr/>
          </p:nvSpPr>
          <p:spPr>
            <a:xfrm>
              <a:off x="0" y="0"/>
              <a:ext cx="12192000" cy="1115736"/>
            </a:xfrm>
            <a:prstGeom prst="rect">
              <a:avLst/>
            </a:prstGeom>
            <a:solidFill>
              <a:srgbClr val="D32A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x-none"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5" name="TextBox 14">
              <a:extLst>
                <a:ext uri="{FF2B5EF4-FFF2-40B4-BE49-F238E27FC236}">
                  <a16:creationId xmlns:a16="http://schemas.microsoft.com/office/drawing/2014/main" id="{97AA08FC-35FB-44F1-BB8F-399F019CBF4F}"/>
                </a:ext>
              </a:extLst>
            </p:cNvPr>
            <p:cNvSpPr txBox="1"/>
            <p:nvPr/>
          </p:nvSpPr>
          <p:spPr>
            <a:xfrm>
              <a:off x="10719753" y="696917"/>
              <a:ext cx="1619033"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prstClr val="white"/>
                  </a:solidFill>
                  <a:effectLst/>
                  <a:uLnTx/>
                  <a:uFillTx/>
                  <a:latin typeface="Calibri"/>
                  <a:ea typeface="+mn-ea"/>
                  <a:cs typeface="+mn-cs"/>
                </a:rPr>
                <a:t>unioffaisalabad</a:t>
              </a:r>
              <a:endParaRPr kumimoji="0" lang="x-none" sz="11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16" name="Graphic 15">
              <a:extLst>
                <a:ext uri="{FF2B5EF4-FFF2-40B4-BE49-F238E27FC236}">
                  <a16:creationId xmlns:a16="http://schemas.microsoft.com/office/drawing/2014/main" id="{ABF06EB7-5284-4699-8F45-3C74960363D1}"/>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9906056" y="403986"/>
              <a:ext cx="261610" cy="261610"/>
            </a:xfrm>
            <a:prstGeom prst="rect">
              <a:avLst/>
            </a:prstGeom>
          </p:spPr>
        </p:pic>
        <p:sp>
          <p:nvSpPr>
            <p:cNvPr id="17" name="TextBox 16">
              <a:extLst>
                <a:ext uri="{FF2B5EF4-FFF2-40B4-BE49-F238E27FC236}">
                  <a16:creationId xmlns:a16="http://schemas.microsoft.com/office/drawing/2014/main" id="{FDFE4515-6F2B-4BB8-8018-36AFB06BA194}"/>
                </a:ext>
              </a:extLst>
            </p:cNvPr>
            <p:cNvSpPr txBox="1"/>
            <p:nvPr/>
          </p:nvSpPr>
          <p:spPr>
            <a:xfrm>
              <a:off x="10142944" y="350125"/>
              <a:ext cx="26064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x-none" sz="1800" b="0" i="0" u="none" strike="noStrike" kern="1200" cap="none" spc="0" normalizeH="0" baseline="0" noProof="0" dirty="0">
                  <a:ln>
                    <a:noFill/>
                  </a:ln>
                  <a:solidFill>
                    <a:prstClr val="white"/>
                  </a:solidFill>
                  <a:effectLst/>
                  <a:uLnTx/>
                  <a:uFillTx/>
                  <a:latin typeface="Calibri"/>
                  <a:ea typeface="+mn-ea"/>
                  <a:cs typeface="+mn-cs"/>
                </a:rPr>
                <a:t>w</a:t>
              </a:r>
              <a:r>
                <a:rPr kumimoji="0" lang="en-US" sz="1800" b="0" i="0" u="none" strike="noStrike" kern="1200" cap="none" spc="0" normalizeH="0" baseline="0" noProof="0" dirty="0">
                  <a:ln>
                    <a:noFill/>
                  </a:ln>
                  <a:solidFill>
                    <a:prstClr val="white"/>
                  </a:solidFill>
                  <a:effectLst/>
                  <a:uLnTx/>
                  <a:uFillTx/>
                  <a:latin typeface="Calibri"/>
                  <a:ea typeface="+mn-ea"/>
                  <a:cs typeface="+mn-cs"/>
                </a:rPr>
                <a:t>w</a:t>
              </a:r>
              <a:r>
                <a:rPr kumimoji="0" lang="x-none" sz="1800" b="0" i="0" u="none" strike="noStrike" kern="1200" cap="none" spc="0" normalizeH="0" baseline="0" noProof="0" dirty="0">
                  <a:ln>
                    <a:noFill/>
                  </a:ln>
                  <a:solidFill>
                    <a:prstClr val="white"/>
                  </a:solidFill>
                  <a:effectLst/>
                  <a:uLnTx/>
                  <a:uFillTx/>
                  <a:latin typeface="Calibri"/>
                  <a:ea typeface="+mn-ea"/>
                  <a:cs typeface="+mn-cs"/>
                </a:rPr>
                <a:t>w.</a:t>
              </a:r>
              <a:r>
                <a:rPr kumimoji="0" lang="en-US" sz="1800" b="0" i="0" u="none" strike="noStrike" kern="1200" cap="none" spc="0" normalizeH="0" baseline="0" noProof="0" dirty="0">
                  <a:ln>
                    <a:noFill/>
                  </a:ln>
                  <a:solidFill>
                    <a:prstClr val="white"/>
                  </a:solidFill>
                  <a:effectLst/>
                  <a:uLnTx/>
                  <a:uFillTx/>
                  <a:latin typeface="Calibri"/>
                  <a:ea typeface="+mn-ea"/>
                  <a:cs typeface="+mn-cs"/>
                </a:rPr>
                <a:t>t</a:t>
              </a:r>
              <a:r>
                <a:rPr kumimoji="0" lang="x-none" sz="1800" b="0" i="0" u="none" strike="noStrike" kern="1200" cap="none" spc="0" normalizeH="0" baseline="0" noProof="0" dirty="0">
                  <a:ln>
                    <a:noFill/>
                  </a:ln>
                  <a:solidFill>
                    <a:prstClr val="white"/>
                  </a:solidFill>
                  <a:effectLst/>
                  <a:uLnTx/>
                  <a:uFillTx/>
                  <a:latin typeface="Calibri"/>
                  <a:ea typeface="+mn-ea"/>
                  <a:cs typeface="+mn-cs"/>
                </a:rPr>
                <a:t>u</a:t>
              </a:r>
              <a:r>
                <a:rPr kumimoji="0" lang="en-US" sz="1800" b="0" i="0" u="none" strike="noStrike" kern="1200" cap="none" spc="0" normalizeH="0" baseline="0" noProof="0" dirty="0">
                  <a:ln>
                    <a:noFill/>
                  </a:ln>
                  <a:solidFill>
                    <a:prstClr val="white"/>
                  </a:solidFill>
                  <a:effectLst/>
                  <a:uLnTx/>
                  <a:uFillTx/>
                  <a:latin typeface="Calibri"/>
                  <a:ea typeface="+mn-ea"/>
                  <a:cs typeface="+mn-cs"/>
                </a:rPr>
                <a:t>f</a:t>
              </a:r>
              <a:r>
                <a:rPr kumimoji="0" lang="x-none" sz="1800" b="0" i="0" u="none" strike="noStrike" kern="1200" cap="none" spc="0" normalizeH="0" baseline="0" noProof="0" dirty="0">
                  <a:ln>
                    <a:noFill/>
                  </a:ln>
                  <a:solidFill>
                    <a:prstClr val="white"/>
                  </a:solidFill>
                  <a:effectLst/>
                  <a:uLnTx/>
                  <a:uFillTx/>
                  <a:latin typeface="Calibri"/>
                  <a:ea typeface="+mn-ea"/>
                  <a:cs typeface="+mn-cs"/>
                </a:rPr>
                <a:t>.</a:t>
              </a:r>
              <a:r>
                <a:rPr kumimoji="0" lang="en-US" sz="1800" b="0" i="0" u="none" strike="noStrike" kern="1200" cap="none" spc="0" normalizeH="0" baseline="0" noProof="0" dirty="0">
                  <a:ln>
                    <a:noFill/>
                  </a:ln>
                  <a:solidFill>
                    <a:prstClr val="white"/>
                  </a:solidFill>
                  <a:effectLst/>
                  <a:uLnTx/>
                  <a:uFillTx/>
                  <a:latin typeface="Calibri"/>
                  <a:ea typeface="+mn-ea"/>
                  <a:cs typeface="+mn-cs"/>
                </a:rPr>
                <a:t>e</a:t>
              </a:r>
              <a:r>
                <a:rPr kumimoji="0" lang="x-none" sz="1800" b="0" i="0" u="none" strike="noStrike" kern="1200" cap="none" spc="0" normalizeH="0" baseline="0" noProof="0" dirty="0">
                  <a:ln>
                    <a:noFill/>
                  </a:ln>
                  <a:solidFill>
                    <a:prstClr val="white"/>
                  </a:solidFill>
                  <a:effectLst/>
                  <a:uLnTx/>
                  <a:uFillTx/>
                  <a:latin typeface="Calibri"/>
                  <a:ea typeface="+mn-ea"/>
                  <a:cs typeface="+mn-cs"/>
                </a:rPr>
                <a:t>d</a:t>
              </a:r>
              <a:r>
                <a:rPr kumimoji="0" lang="en-US" sz="1800" b="0" i="0" u="none" strike="noStrike" kern="1200" cap="none" spc="0" normalizeH="0" baseline="0" noProof="0" dirty="0">
                  <a:ln>
                    <a:noFill/>
                  </a:ln>
                  <a:solidFill>
                    <a:prstClr val="white"/>
                  </a:solidFill>
                  <a:effectLst/>
                  <a:uLnTx/>
                  <a:uFillTx/>
                  <a:latin typeface="Calibri"/>
                  <a:ea typeface="+mn-ea"/>
                  <a:cs typeface="+mn-cs"/>
                </a:rPr>
                <a:t>u</a:t>
              </a:r>
              <a:r>
                <a:rPr kumimoji="0" lang="x-none" sz="1800" b="0" i="0" u="none" strike="noStrike" kern="1200" cap="none" spc="0" normalizeH="0" baseline="0" noProof="0" dirty="0">
                  <a:ln>
                    <a:noFill/>
                  </a:ln>
                  <a:solidFill>
                    <a:prstClr val="white"/>
                  </a:solidFill>
                  <a:effectLst/>
                  <a:uLnTx/>
                  <a:uFillTx/>
                  <a:latin typeface="Calibri"/>
                  <a:ea typeface="+mn-ea"/>
                  <a:cs typeface="+mn-cs"/>
                </a:rPr>
                <a:t>.</a:t>
              </a:r>
              <a:r>
                <a:rPr kumimoji="0" lang="en-US" sz="1800" b="0" i="0" u="none" strike="noStrike" kern="1200" cap="none" spc="0" normalizeH="0" baseline="0" noProof="0" dirty="0">
                  <a:ln>
                    <a:noFill/>
                  </a:ln>
                  <a:solidFill>
                    <a:prstClr val="white"/>
                  </a:solidFill>
                  <a:effectLst/>
                  <a:uLnTx/>
                  <a:uFillTx/>
                  <a:latin typeface="Calibri"/>
                  <a:ea typeface="+mn-ea"/>
                  <a:cs typeface="+mn-cs"/>
                </a:rPr>
                <a:t>p</a:t>
              </a:r>
              <a:r>
                <a:rPr kumimoji="0" lang="x-none" sz="1800" b="0" i="0" u="none" strike="noStrike" kern="1200" cap="none" spc="0" normalizeH="0" baseline="0" noProof="0" dirty="0">
                  <a:ln>
                    <a:noFill/>
                  </a:ln>
                  <a:solidFill>
                    <a:prstClr val="white"/>
                  </a:solidFill>
                  <a:effectLst/>
                  <a:uLnTx/>
                  <a:uFillTx/>
                  <a:latin typeface="Calibri"/>
                  <a:ea typeface="+mn-ea"/>
                  <a:cs typeface="+mn-cs"/>
                </a:rPr>
                <a:t>k</a:t>
              </a:r>
            </a:p>
          </p:txBody>
        </p:sp>
        <p:pic>
          <p:nvPicPr>
            <p:cNvPr id="18" name="Graphic 17">
              <a:extLst>
                <a:ext uri="{FF2B5EF4-FFF2-40B4-BE49-F238E27FC236}">
                  <a16:creationId xmlns:a16="http://schemas.microsoft.com/office/drawing/2014/main" id="{10EB8B8D-6004-4AED-A244-C4DC6F8DA657}"/>
                </a:ext>
              </a:extLst>
            </p:cNvPr>
            <p:cNvPicPr>
              <a:picLocks noChangeAspect="1"/>
            </p:cNvPicPr>
            <p:nvPr/>
          </p:nvPicPr>
          <p:blipFill>
            <a:blip r:embed="rId4" cstate="print">
              <a:extLst>
                <a:ext uri="{96DAC541-7B7A-43D3-8B79-37D633B846F1}">
                  <asvg:svgBlip xmlns="" xmlns:asvg="http://schemas.microsoft.com/office/drawing/2016/SVG/main" r:embed="rId5"/>
                </a:ext>
              </a:extLst>
            </a:blip>
            <a:stretch>
              <a:fillRect/>
            </a:stretch>
          </p:blipFill>
          <p:spPr>
            <a:xfrm>
              <a:off x="10591033" y="741997"/>
              <a:ext cx="171450" cy="171450"/>
            </a:xfrm>
            <a:prstGeom prst="rect">
              <a:avLst/>
            </a:prstGeom>
          </p:spPr>
        </p:pic>
        <p:pic>
          <p:nvPicPr>
            <p:cNvPr id="19" name="Picture 18">
              <a:extLst>
                <a:ext uri="{FF2B5EF4-FFF2-40B4-BE49-F238E27FC236}">
                  <a16:creationId xmlns:a16="http://schemas.microsoft.com/office/drawing/2014/main" id="{B90D907E-CA01-4229-92EF-9ABBCFBA1E6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53170" y="749176"/>
              <a:ext cx="171451" cy="171451"/>
            </a:xfrm>
            <a:prstGeom prst="rect">
              <a:avLst/>
            </a:prstGeom>
          </p:spPr>
        </p:pic>
      </p:grpSp>
      <p:pic>
        <p:nvPicPr>
          <p:cNvPr id="11" name="Graphic 10">
            <a:extLst>
              <a:ext uri="{FF2B5EF4-FFF2-40B4-BE49-F238E27FC236}">
                <a16:creationId xmlns:a16="http://schemas.microsoft.com/office/drawing/2014/main" id="{066FF2A6-21EC-4DCA-B8DA-6528DF993417}"/>
              </a:ext>
            </a:extLst>
          </p:cNvPr>
          <p:cNvPicPr>
            <a:picLocks noChangeAspect="1"/>
          </p:cNvPicPr>
          <p:nvPr/>
        </p:nvPicPr>
        <p:blipFill>
          <a:blip r:embed="rId7">
            <a:extLst>
              <a:ext uri="{96DAC541-7B7A-43D3-8B79-37D633B846F1}">
                <asvg:svgBlip xmlns="" xmlns:asvg="http://schemas.microsoft.com/office/drawing/2016/SVG/main" r:embed="rId9"/>
              </a:ext>
            </a:extLst>
          </a:blip>
          <a:stretch>
            <a:fillRect/>
          </a:stretch>
        </p:blipFill>
        <p:spPr>
          <a:xfrm>
            <a:off x="-19072" y="1185064"/>
            <a:ext cx="2039974" cy="5144283"/>
          </a:xfrm>
          <a:prstGeom prst="rect">
            <a:avLst/>
          </a:prstGeom>
        </p:spPr>
      </p:pic>
      <p:sp>
        <p:nvSpPr>
          <p:cNvPr id="6" name="Rectangle 5"/>
          <p:cNvSpPr/>
          <p:nvPr/>
        </p:nvSpPr>
        <p:spPr>
          <a:xfrm>
            <a:off x="74114" y="1185064"/>
            <a:ext cx="11992708" cy="2689967"/>
          </a:xfrm>
          <a:prstGeom prst="rect">
            <a:avLst/>
          </a:prstGeom>
        </p:spPr>
        <p:txBody>
          <a:bodyPr wrap="square">
            <a:spAutoFit/>
          </a:bodyPr>
          <a:lstStyle/>
          <a:p>
            <a:pPr marL="0" marR="0" lvl="0" indent="0" algn="l" defTabSz="914400" rtl="0" eaLnBrk="1" fontAlgn="auto" latinLnBrk="0" hangingPunct="1">
              <a:lnSpc>
                <a:spcPct val="100000"/>
              </a:lnSpc>
              <a:spcBef>
                <a:spcPct val="20000"/>
              </a:spcBef>
              <a:spcAft>
                <a:spcPts val="0"/>
              </a:spcAft>
              <a:buClr>
                <a:srgbClr val="AA2B1E"/>
              </a:buClr>
              <a:buSzPct val="85000"/>
              <a:buFontTx/>
              <a:buNone/>
              <a:tabLst/>
              <a:defRPr/>
            </a:pPr>
            <a:r>
              <a:rPr kumimoji="0" lang="en-US" sz="3600" b="1" i="0" u="none" strike="noStrike" kern="1200" cap="none" spc="0" normalizeH="0" baseline="0" noProof="0" dirty="0" smtClean="0">
                <a:ln>
                  <a:noFill/>
                </a:ln>
                <a:solidFill>
                  <a:prstClr val="black"/>
                </a:solidFill>
                <a:effectLst/>
                <a:uLnTx/>
                <a:uFillTx/>
                <a:latin typeface="Arial" pitchFamily="34" charset="0"/>
                <a:ea typeface="+mn-ea"/>
                <a:cs typeface="Arial" pitchFamily="34" charset="0"/>
              </a:rPr>
              <a:t>1. Trait </a:t>
            </a:r>
            <a:r>
              <a:rPr kumimoji="0" lang="en-US" sz="3600" b="1" i="0" u="none" strike="noStrike" kern="1200" cap="none" spc="0" normalizeH="0" baseline="0" noProof="0" dirty="0">
                <a:ln>
                  <a:noFill/>
                </a:ln>
                <a:solidFill>
                  <a:prstClr val="black"/>
                </a:solidFill>
                <a:effectLst/>
                <a:uLnTx/>
                <a:uFillTx/>
                <a:latin typeface="Arial" pitchFamily="34" charset="0"/>
                <a:ea typeface="+mn-ea"/>
                <a:cs typeface="Arial" pitchFamily="34" charset="0"/>
              </a:rPr>
              <a:t>Theories:</a:t>
            </a:r>
          </a:p>
          <a:p>
            <a:pPr marL="571500" marR="0" lvl="0" indent="-571500" algn="l" defTabSz="914400" rtl="0" eaLnBrk="1" fontAlgn="auto" latinLnBrk="0" hangingPunct="1">
              <a:lnSpc>
                <a:spcPct val="100000"/>
              </a:lnSpc>
              <a:spcBef>
                <a:spcPct val="20000"/>
              </a:spcBef>
              <a:spcAft>
                <a:spcPts val="0"/>
              </a:spcAft>
              <a:buClr>
                <a:srgbClr val="AA2B1E"/>
              </a:buClr>
              <a:buSzPct val="85000"/>
              <a:buFont typeface="Arial" pitchFamily="34" charset="0"/>
              <a:buChar char="•"/>
              <a:tabLst/>
              <a:defRPr/>
            </a:pPr>
            <a:r>
              <a:rPr kumimoji="0" lang="en-US" sz="3600" b="1" i="0" u="none" strike="noStrike" kern="1200" cap="none" spc="0" normalizeH="0" baseline="0" noProof="0" dirty="0">
                <a:ln>
                  <a:noFill/>
                </a:ln>
                <a:solidFill>
                  <a:prstClr val="black"/>
                </a:solidFill>
                <a:effectLst/>
                <a:uLnTx/>
                <a:uFillTx/>
                <a:latin typeface="Arial" pitchFamily="34" charset="0"/>
                <a:ea typeface="+mn-ea"/>
                <a:cs typeface="Arial" pitchFamily="34" charset="0"/>
              </a:rPr>
              <a:t>Big Five Personality Traits (OCEAN):</a:t>
            </a:r>
          </a:p>
          <a:p>
            <a:pPr marL="571500" lvl="0" indent="-571500">
              <a:spcBef>
                <a:spcPct val="20000"/>
              </a:spcBef>
              <a:buClr>
                <a:srgbClr val="AA2B1E"/>
              </a:buClr>
              <a:buSzPct val="85000"/>
              <a:buFont typeface="Arial" pitchFamily="34" charset="0"/>
              <a:buChar char="•"/>
            </a:pPr>
            <a:r>
              <a:rPr kumimoji="0" lang="en-US" sz="2800" b="1" i="0" u="none" strike="noStrike" kern="1200" cap="none" spc="0" normalizeH="0" baseline="0" noProof="0" dirty="0" smtClean="0">
                <a:ln>
                  <a:noFill/>
                </a:ln>
                <a:solidFill>
                  <a:prstClr val="black"/>
                </a:solidFill>
                <a:effectLst/>
                <a:uLnTx/>
                <a:uFillTx/>
                <a:latin typeface="Arial" pitchFamily="34" charset="0"/>
                <a:ea typeface="+mn-ea"/>
                <a:cs typeface="Arial" pitchFamily="34" charset="0"/>
              </a:rPr>
              <a:t>Extraversion</a:t>
            </a:r>
            <a:r>
              <a:rPr kumimoji="0" lang="en-US" sz="2800" b="1" i="0" u="none" strike="noStrike" kern="1200" cap="none" spc="0" normalizeH="0" baseline="0" noProof="0" dirty="0">
                <a:ln>
                  <a:noFill/>
                </a:ln>
                <a:solidFill>
                  <a:prstClr val="black"/>
                </a:solidFill>
                <a:effectLst/>
                <a:uLnTx/>
                <a:uFillTx/>
                <a:latin typeface="Arial" pitchFamily="34" charset="0"/>
                <a:ea typeface="+mn-ea"/>
                <a:cs typeface="Arial" pitchFamily="34" charset="0"/>
              </a:rPr>
              <a:t>: </a:t>
            </a:r>
            <a:r>
              <a:rPr kumimoji="0" lang="en-US" sz="2800" b="1" i="0" u="none" strike="noStrike" kern="1200" cap="none" spc="0" normalizeH="0" baseline="0" noProof="0" dirty="0" smtClean="0">
                <a:ln>
                  <a:noFill/>
                </a:ln>
                <a:solidFill>
                  <a:prstClr val="black"/>
                </a:solidFill>
                <a:effectLst/>
                <a:uLnTx/>
                <a:uFillTx/>
                <a:latin typeface="Arial" pitchFamily="34" charset="0"/>
                <a:ea typeface="+mn-ea"/>
                <a:cs typeface="Arial" pitchFamily="34" charset="0"/>
              </a:rPr>
              <a:t>P</a:t>
            </a:r>
            <a:r>
              <a:rPr lang="en-US" sz="2800" dirty="0" err="1" smtClean="0">
                <a:solidFill>
                  <a:prstClr val="black"/>
                </a:solidFill>
                <a:latin typeface="Arial" pitchFamily="34" charset="0"/>
                <a:cs typeface="Arial" pitchFamily="34" charset="0"/>
              </a:rPr>
              <a:t>eople</a:t>
            </a:r>
            <a:r>
              <a:rPr lang="en-US" sz="2800" dirty="0" smtClean="0">
                <a:solidFill>
                  <a:prstClr val="black"/>
                </a:solidFill>
                <a:latin typeface="Arial" pitchFamily="34" charset="0"/>
                <a:cs typeface="Arial" pitchFamily="34" charset="0"/>
              </a:rPr>
              <a:t> </a:t>
            </a:r>
            <a:r>
              <a:rPr lang="en-US" sz="2800" dirty="0">
                <a:solidFill>
                  <a:prstClr val="black"/>
                </a:solidFill>
                <a:latin typeface="Arial" pitchFamily="34" charset="0"/>
                <a:cs typeface="Arial" pitchFamily="34" charset="0"/>
              </a:rPr>
              <a:t>high in extraversion are outgoing and tend to gain energy in social situations. Being around others helps them feel energized and excited.</a:t>
            </a:r>
            <a:endParaRPr kumimoji="0" lang="en-US" sz="3600" b="0" i="0" u="none" strike="noStrike" kern="1200" cap="none" spc="0" normalizeH="0" baseline="0" noProof="0" dirty="0">
              <a:ln>
                <a:noFill/>
              </a:ln>
              <a:solidFill>
                <a:prstClr val="black"/>
              </a:solidFill>
              <a:effectLst/>
              <a:uLnTx/>
              <a:uFillTx/>
              <a:latin typeface="Arial" pitchFamily="34" charset="0"/>
              <a:ea typeface="+mn-ea"/>
              <a:cs typeface="Arial" pitchFamily="34" charset="0"/>
            </a:endParaRPr>
          </a:p>
        </p:txBody>
      </p:sp>
      <p:sp>
        <p:nvSpPr>
          <p:cNvPr id="3" name="Rectangle 2"/>
          <p:cNvSpPr/>
          <p:nvPr/>
        </p:nvSpPr>
        <p:spPr>
          <a:xfrm>
            <a:off x="2728463" y="195366"/>
            <a:ext cx="6684009" cy="830997"/>
          </a:xfrm>
          <a:prstGeom prst="rect">
            <a:avLst/>
          </a:prstGeom>
        </p:spPr>
        <p:txBody>
          <a:bodyPr wrap="none">
            <a:spAutoFit/>
          </a:bodyPr>
          <a:lstStyle/>
          <a:p>
            <a:pPr marL="0" marR="0" lvl="0" indent="0" algn="l" defTabSz="914400" rtl="0" eaLnBrk="1" fontAlgn="auto" latinLnBrk="0" hangingPunct="1">
              <a:lnSpc>
                <a:spcPct val="100000"/>
              </a:lnSpc>
              <a:spcBef>
                <a:spcPct val="20000"/>
              </a:spcBef>
              <a:spcAft>
                <a:spcPts val="0"/>
              </a:spcAft>
              <a:buClr>
                <a:srgbClr val="AA2B1E"/>
              </a:buClr>
              <a:buSzPct val="85000"/>
              <a:buFontTx/>
              <a:buNone/>
              <a:tabLst/>
              <a:defRPr/>
            </a:pPr>
            <a:r>
              <a:rPr kumimoji="0" lang="en-US" sz="4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Types of Personalities</a:t>
            </a:r>
          </a:p>
        </p:txBody>
      </p:sp>
      <p:pic>
        <p:nvPicPr>
          <p:cNvPr id="21" name="Picture 20"/>
          <p:cNvPicPr/>
          <p:nvPr/>
        </p:nvPicPr>
        <p:blipFill>
          <a:blip r:embed="rId10" cstate="print">
            <a:extLst>
              <a:ext uri="{28A0092B-C50C-407E-A947-70E740481C1C}">
                <a14:useLocalDpi xmlns:a14="http://schemas.microsoft.com/office/drawing/2010/main" val="0"/>
              </a:ext>
            </a:extLst>
          </a:blip>
          <a:stretch>
            <a:fillRect/>
          </a:stretch>
        </p:blipFill>
        <p:spPr bwMode="auto">
          <a:xfrm>
            <a:off x="74114" y="139060"/>
            <a:ext cx="1557655" cy="943610"/>
          </a:xfrm>
          <a:prstGeom prst="rect">
            <a:avLst/>
          </a:prstGeom>
          <a:noFill/>
          <a:ln>
            <a:noFill/>
          </a:ln>
        </p:spPr>
      </p:pic>
    </p:spTree>
    <p:extLst>
      <p:ext uri="{BB962C8B-B14F-4D97-AF65-F5344CB8AC3E}">
        <p14:creationId xmlns:p14="http://schemas.microsoft.com/office/powerpoint/2010/main" val="5268093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034DD2C6-4CC8-4F4C-9615-8F42757A1CE2}"/>
              </a:ext>
            </a:extLst>
          </p:cNvPr>
          <p:cNvGrpSpPr/>
          <p:nvPr/>
        </p:nvGrpSpPr>
        <p:grpSpPr>
          <a:xfrm>
            <a:off x="-14898" y="2086"/>
            <a:ext cx="12749348" cy="1115736"/>
            <a:chOff x="0" y="0"/>
            <a:chExt cx="12749348" cy="1115736"/>
          </a:xfrm>
        </p:grpSpPr>
        <p:sp>
          <p:nvSpPr>
            <p:cNvPr id="14" name="Rectangle 13">
              <a:extLst>
                <a:ext uri="{FF2B5EF4-FFF2-40B4-BE49-F238E27FC236}">
                  <a16:creationId xmlns:a16="http://schemas.microsoft.com/office/drawing/2014/main" id="{4B7C661D-5448-402F-AD37-037DDA89EAE8}"/>
                </a:ext>
              </a:extLst>
            </p:cNvPr>
            <p:cNvSpPr/>
            <p:nvPr/>
          </p:nvSpPr>
          <p:spPr>
            <a:xfrm>
              <a:off x="0" y="0"/>
              <a:ext cx="12192000" cy="1115736"/>
            </a:xfrm>
            <a:prstGeom prst="rect">
              <a:avLst/>
            </a:prstGeom>
            <a:solidFill>
              <a:srgbClr val="D32A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x-none"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5" name="TextBox 14">
              <a:extLst>
                <a:ext uri="{FF2B5EF4-FFF2-40B4-BE49-F238E27FC236}">
                  <a16:creationId xmlns:a16="http://schemas.microsoft.com/office/drawing/2014/main" id="{97AA08FC-35FB-44F1-BB8F-399F019CBF4F}"/>
                </a:ext>
              </a:extLst>
            </p:cNvPr>
            <p:cNvSpPr txBox="1"/>
            <p:nvPr/>
          </p:nvSpPr>
          <p:spPr>
            <a:xfrm>
              <a:off x="10719753" y="696917"/>
              <a:ext cx="1619033"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prstClr val="white"/>
                  </a:solidFill>
                  <a:effectLst/>
                  <a:uLnTx/>
                  <a:uFillTx/>
                  <a:latin typeface="Calibri"/>
                  <a:ea typeface="+mn-ea"/>
                  <a:cs typeface="+mn-cs"/>
                </a:rPr>
                <a:t>unioffaisalabad</a:t>
              </a:r>
              <a:endParaRPr kumimoji="0" lang="x-none" sz="11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16" name="Graphic 15">
              <a:extLst>
                <a:ext uri="{FF2B5EF4-FFF2-40B4-BE49-F238E27FC236}">
                  <a16:creationId xmlns:a16="http://schemas.microsoft.com/office/drawing/2014/main" id="{ABF06EB7-5284-4699-8F45-3C74960363D1}"/>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9906056" y="403986"/>
              <a:ext cx="261610" cy="261610"/>
            </a:xfrm>
            <a:prstGeom prst="rect">
              <a:avLst/>
            </a:prstGeom>
          </p:spPr>
        </p:pic>
        <p:sp>
          <p:nvSpPr>
            <p:cNvPr id="17" name="TextBox 16">
              <a:extLst>
                <a:ext uri="{FF2B5EF4-FFF2-40B4-BE49-F238E27FC236}">
                  <a16:creationId xmlns:a16="http://schemas.microsoft.com/office/drawing/2014/main" id="{FDFE4515-6F2B-4BB8-8018-36AFB06BA194}"/>
                </a:ext>
              </a:extLst>
            </p:cNvPr>
            <p:cNvSpPr txBox="1"/>
            <p:nvPr/>
          </p:nvSpPr>
          <p:spPr>
            <a:xfrm>
              <a:off x="10142944" y="350125"/>
              <a:ext cx="26064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x-none" sz="1800" b="0" i="0" u="none" strike="noStrike" kern="1200" cap="none" spc="0" normalizeH="0" baseline="0" noProof="0" dirty="0">
                  <a:ln>
                    <a:noFill/>
                  </a:ln>
                  <a:solidFill>
                    <a:prstClr val="white"/>
                  </a:solidFill>
                  <a:effectLst/>
                  <a:uLnTx/>
                  <a:uFillTx/>
                  <a:latin typeface="Calibri"/>
                  <a:ea typeface="+mn-ea"/>
                  <a:cs typeface="+mn-cs"/>
                </a:rPr>
                <a:t>w</a:t>
              </a:r>
              <a:r>
                <a:rPr kumimoji="0" lang="en-US" sz="1800" b="0" i="0" u="none" strike="noStrike" kern="1200" cap="none" spc="0" normalizeH="0" baseline="0" noProof="0" dirty="0">
                  <a:ln>
                    <a:noFill/>
                  </a:ln>
                  <a:solidFill>
                    <a:prstClr val="white"/>
                  </a:solidFill>
                  <a:effectLst/>
                  <a:uLnTx/>
                  <a:uFillTx/>
                  <a:latin typeface="Calibri"/>
                  <a:ea typeface="+mn-ea"/>
                  <a:cs typeface="+mn-cs"/>
                </a:rPr>
                <a:t>w</a:t>
              </a:r>
              <a:r>
                <a:rPr kumimoji="0" lang="x-none" sz="1800" b="0" i="0" u="none" strike="noStrike" kern="1200" cap="none" spc="0" normalizeH="0" baseline="0" noProof="0" dirty="0">
                  <a:ln>
                    <a:noFill/>
                  </a:ln>
                  <a:solidFill>
                    <a:prstClr val="white"/>
                  </a:solidFill>
                  <a:effectLst/>
                  <a:uLnTx/>
                  <a:uFillTx/>
                  <a:latin typeface="Calibri"/>
                  <a:ea typeface="+mn-ea"/>
                  <a:cs typeface="+mn-cs"/>
                </a:rPr>
                <a:t>w.</a:t>
              </a:r>
              <a:r>
                <a:rPr kumimoji="0" lang="en-US" sz="1800" b="0" i="0" u="none" strike="noStrike" kern="1200" cap="none" spc="0" normalizeH="0" baseline="0" noProof="0" dirty="0">
                  <a:ln>
                    <a:noFill/>
                  </a:ln>
                  <a:solidFill>
                    <a:prstClr val="white"/>
                  </a:solidFill>
                  <a:effectLst/>
                  <a:uLnTx/>
                  <a:uFillTx/>
                  <a:latin typeface="Calibri"/>
                  <a:ea typeface="+mn-ea"/>
                  <a:cs typeface="+mn-cs"/>
                </a:rPr>
                <a:t>t</a:t>
              </a:r>
              <a:r>
                <a:rPr kumimoji="0" lang="x-none" sz="1800" b="0" i="0" u="none" strike="noStrike" kern="1200" cap="none" spc="0" normalizeH="0" baseline="0" noProof="0" dirty="0">
                  <a:ln>
                    <a:noFill/>
                  </a:ln>
                  <a:solidFill>
                    <a:prstClr val="white"/>
                  </a:solidFill>
                  <a:effectLst/>
                  <a:uLnTx/>
                  <a:uFillTx/>
                  <a:latin typeface="Calibri"/>
                  <a:ea typeface="+mn-ea"/>
                  <a:cs typeface="+mn-cs"/>
                </a:rPr>
                <a:t>u</a:t>
              </a:r>
              <a:r>
                <a:rPr kumimoji="0" lang="en-US" sz="1800" b="0" i="0" u="none" strike="noStrike" kern="1200" cap="none" spc="0" normalizeH="0" baseline="0" noProof="0" dirty="0">
                  <a:ln>
                    <a:noFill/>
                  </a:ln>
                  <a:solidFill>
                    <a:prstClr val="white"/>
                  </a:solidFill>
                  <a:effectLst/>
                  <a:uLnTx/>
                  <a:uFillTx/>
                  <a:latin typeface="Calibri"/>
                  <a:ea typeface="+mn-ea"/>
                  <a:cs typeface="+mn-cs"/>
                </a:rPr>
                <a:t>f</a:t>
              </a:r>
              <a:r>
                <a:rPr kumimoji="0" lang="x-none" sz="1800" b="0" i="0" u="none" strike="noStrike" kern="1200" cap="none" spc="0" normalizeH="0" baseline="0" noProof="0" dirty="0">
                  <a:ln>
                    <a:noFill/>
                  </a:ln>
                  <a:solidFill>
                    <a:prstClr val="white"/>
                  </a:solidFill>
                  <a:effectLst/>
                  <a:uLnTx/>
                  <a:uFillTx/>
                  <a:latin typeface="Calibri"/>
                  <a:ea typeface="+mn-ea"/>
                  <a:cs typeface="+mn-cs"/>
                </a:rPr>
                <a:t>.</a:t>
              </a:r>
              <a:r>
                <a:rPr kumimoji="0" lang="en-US" sz="1800" b="0" i="0" u="none" strike="noStrike" kern="1200" cap="none" spc="0" normalizeH="0" baseline="0" noProof="0" dirty="0">
                  <a:ln>
                    <a:noFill/>
                  </a:ln>
                  <a:solidFill>
                    <a:prstClr val="white"/>
                  </a:solidFill>
                  <a:effectLst/>
                  <a:uLnTx/>
                  <a:uFillTx/>
                  <a:latin typeface="Calibri"/>
                  <a:ea typeface="+mn-ea"/>
                  <a:cs typeface="+mn-cs"/>
                </a:rPr>
                <a:t>e</a:t>
              </a:r>
              <a:r>
                <a:rPr kumimoji="0" lang="x-none" sz="1800" b="0" i="0" u="none" strike="noStrike" kern="1200" cap="none" spc="0" normalizeH="0" baseline="0" noProof="0" dirty="0">
                  <a:ln>
                    <a:noFill/>
                  </a:ln>
                  <a:solidFill>
                    <a:prstClr val="white"/>
                  </a:solidFill>
                  <a:effectLst/>
                  <a:uLnTx/>
                  <a:uFillTx/>
                  <a:latin typeface="Calibri"/>
                  <a:ea typeface="+mn-ea"/>
                  <a:cs typeface="+mn-cs"/>
                </a:rPr>
                <a:t>d</a:t>
              </a:r>
              <a:r>
                <a:rPr kumimoji="0" lang="en-US" sz="1800" b="0" i="0" u="none" strike="noStrike" kern="1200" cap="none" spc="0" normalizeH="0" baseline="0" noProof="0" dirty="0">
                  <a:ln>
                    <a:noFill/>
                  </a:ln>
                  <a:solidFill>
                    <a:prstClr val="white"/>
                  </a:solidFill>
                  <a:effectLst/>
                  <a:uLnTx/>
                  <a:uFillTx/>
                  <a:latin typeface="Calibri"/>
                  <a:ea typeface="+mn-ea"/>
                  <a:cs typeface="+mn-cs"/>
                </a:rPr>
                <a:t>u</a:t>
              </a:r>
              <a:r>
                <a:rPr kumimoji="0" lang="x-none" sz="1800" b="0" i="0" u="none" strike="noStrike" kern="1200" cap="none" spc="0" normalizeH="0" baseline="0" noProof="0" dirty="0">
                  <a:ln>
                    <a:noFill/>
                  </a:ln>
                  <a:solidFill>
                    <a:prstClr val="white"/>
                  </a:solidFill>
                  <a:effectLst/>
                  <a:uLnTx/>
                  <a:uFillTx/>
                  <a:latin typeface="Calibri"/>
                  <a:ea typeface="+mn-ea"/>
                  <a:cs typeface="+mn-cs"/>
                </a:rPr>
                <a:t>.</a:t>
              </a:r>
              <a:r>
                <a:rPr kumimoji="0" lang="en-US" sz="1800" b="0" i="0" u="none" strike="noStrike" kern="1200" cap="none" spc="0" normalizeH="0" baseline="0" noProof="0" dirty="0">
                  <a:ln>
                    <a:noFill/>
                  </a:ln>
                  <a:solidFill>
                    <a:prstClr val="white"/>
                  </a:solidFill>
                  <a:effectLst/>
                  <a:uLnTx/>
                  <a:uFillTx/>
                  <a:latin typeface="Calibri"/>
                  <a:ea typeface="+mn-ea"/>
                  <a:cs typeface="+mn-cs"/>
                </a:rPr>
                <a:t>p</a:t>
              </a:r>
              <a:r>
                <a:rPr kumimoji="0" lang="x-none" sz="1800" b="0" i="0" u="none" strike="noStrike" kern="1200" cap="none" spc="0" normalizeH="0" baseline="0" noProof="0" dirty="0">
                  <a:ln>
                    <a:noFill/>
                  </a:ln>
                  <a:solidFill>
                    <a:prstClr val="white"/>
                  </a:solidFill>
                  <a:effectLst/>
                  <a:uLnTx/>
                  <a:uFillTx/>
                  <a:latin typeface="Calibri"/>
                  <a:ea typeface="+mn-ea"/>
                  <a:cs typeface="+mn-cs"/>
                </a:rPr>
                <a:t>k</a:t>
              </a:r>
            </a:p>
          </p:txBody>
        </p:sp>
        <p:pic>
          <p:nvPicPr>
            <p:cNvPr id="18" name="Graphic 17">
              <a:extLst>
                <a:ext uri="{FF2B5EF4-FFF2-40B4-BE49-F238E27FC236}">
                  <a16:creationId xmlns:a16="http://schemas.microsoft.com/office/drawing/2014/main" id="{10EB8B8D-6004-4AED-A244-C4DC6F8DA657}"/>
                </a:ext>
              </a:extLst>
            </p:cNvPr>
            <p:cNvPicPr>
              <a:picLocks noChangeAspect="1"/>
            </p:cNvPicPr>
            <p:nvPr/>
          </p:nvPicPr>
          <p:blipFill>
            <a:blip r:embed="rId4" cstate="print">
              <a:extLst>
                <a:ext uri="{96DAC541-7B7A-43D3-8B79-37D633B846F1}">
                  <asvg:svgBlip xmlns="" xmlns:asvg="http://schemas.microsoft.com/office/drawing/2016/SVG/main" r:embed="rId5"/>
                </a:ext>
              </a:extLst>
            </a:blip>
            <a:stretch>
              <a:fillRect/>
            </a:stretch>
          </p:blipFill>
          <p:spPr>
            <a:xfrm>
              <a:off x="10591033" y="741997"/>
              <a:ext cx="171450" cy="171450"/>
            </a:xfrm>
            <a:prstGeom prst="rect">
              <a:avLst/>
            </a:prstGeom>
          </p:spPr>
        </p:pic>
        <p:pic>
          <p:nvPicPr>
            <p:cNvPr id="19" name="Picture 18">
              <a:extLst>
                <a:ext uri="{FF2B5EF4-FFF2-40B4-BE49-F238E27FC236}">
                  <a16:creationId xmlns:a16="http://schemas.microsoft.com/office/drawing/2014/main" id="{B90D907E-CA01-4229-92EF-9ABBCFBA1E6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53170" y="749176"/>
              <a:ext cx="171451" cy="171451"/>
            </a:xfrm>
            <a:prstGeom prst="rect">
              <a:avLst/>
            </a:prstGeom>
          </p:spPr>
        </p:pic>
      </p:grpSp>
      <p:pic>
        <p:nvPicPr>
          <p:cNvPr id="11" name="Graphic 10">
            <a:extLst>
              <a:ext uri="{FF2B5EF4-FFF2-40B4-BE49-F238E27FC236}">
                <a16:creationId xmlns:a16="http://schemas.microsoft.com/office/drawing/2014/main" id="{066FF2A6-21EC-4DCA-B8DA-6528DF993417}"/>
              </a:ext>
            </a:extLst>
          </p:cNvPr>
          <p:cNvPicPr>
            <a:picLocks noChangeAspect="1"/>
          </p:cNvPicPr>
          <p:nvPr/>
        </p:nvPicPr>
        <p:blipFill>
          <a:blip r:embed="rId7">
            <a:extLst>
              <a:ext uri="{96DAC541-7B7A-43D3-8B79-37D633B846F1}">
                <asvg:svgBlip xmlns="" xmlns:asvg="http://schemas.microsoft.com/office/drawing/2016/SVG/main" r:embed="rId9"/>
              </a:ext>
            </a:extLst>
          </a:blip>
          <a:stretch>
            <a:fillRect/>
          </a:stretch>
        </p:blipFill>
        <p:spPr>
          <a:xfrm>
            <a:off x="-19072" y="1185064"/>
            <a:ext cx="2039974" cy="5144283"/>
          </a:xfrm>
          <a:prstGeom prst="rect">
            <a:avLst/>
          </a:prstGeom>
        </p:spPr>
      </p:pic>
      <p:sp>
        <p:nvSpPr>
          <p:cNvPr id="6" name="Rectangle 5"/>
          <p:cNvSpPr/>
          <p:nvPr/>
        </p:nvSpPr>
        <p:spPr>
          <a:xfrm>
            <a:off x="74114" y="1185064"/>
            <a:ext cx="11992708" cy="2689967"/>
          </a:xfrm>
          <a:prstGeom prst="rect">
            <a:avLst/>
          </a:prstGeom>
        </p:spPr>
        <p:txBody>
          <a:bodyPr wrap="square">
            <a:spAutoFit/>
          </a:bodyPr>
          <a:lstStyle/>
          <a:p>
            <a:pPr marL="0" marR="0" lvl="0" indent="0" algn="l" defTabSz="914400" rtl="0" eaLnBrk="1" fontAlgn="auto" latinLnBrk="0" hangingPunct="1">
              <a:lnSpc>
                <a:spcPct val="100000"/>
              </a:lnSpc>
              <a:spcBef>
                <a:spcPct val="20000"/>
              </a:spcBef>
              <a:spcAft>
                <a:spcPts val="0"/>
              </a:spcAft>
              <a:buClr>
                <a:srgbClr val="AA2B1E"/>
              </a:buClr>
              <a:buSzPct val="85000"/>
              <a:buFontTx/>
              <a:buNone/>
              <a:tabLst/>
              <a:defRPr/>
            </a:pPr>
            <a:r>
              <a:rPr kumimoji="0" lang="en-US" sz="3600" b="1" i="0" u="none" strike="noStrike" kern="1200" cap="none" spc="0" normalizeH="0" baseline="0" noProof="0" dirty="0" smtClean="0">
                <a:ln>
                  <a:noFill/>
                </a:ln>
                <a:solidFill>
                  <a:prstClr val="black"/>
                </a:solidFill>
                <a:effectLst/>
                <a:uLnTx/>
                <a:uFillTx/>
                <a:latin typeface="Arial" pitchFamily="34" charset="0"/>
                <a:ea typeface="+mn-ea"/>
                <a:cs typeface="Arial" pitchFamily="34" charset="0"/>
              </a:rPr>
              <a:t>1. Trait </a:t>
            </a:r>
            <a:r>
              <a:rPr kumimoji="0" lang="en-US" sz="3600" b="1" i="0" u="none" strike="noStrike" kern="1200" cap="none" spc="0" normalizeH="0" baseline="0" noProof="0" dirty="0">
                <a:ln>
                  <a:noFill/>
                </a:ln>
                <a:solidFill>
                  <a:prstClr val="black"/>
                </a:solidFill>
                <a:effectLst/>
                <a:uLnTx/>
                <a:uFillTx/>
                <a:latin typeface="Arial" pitchFamily="34" charset="0"/>
                <a:ea typeface="+mn-ea"/>
                <a:cs typeface="Arial" pitchFamily="34" charset="0"/>
              </a:rPr>
              <a:t>Theories:</a:t>
            </a:r>
          </a:p>
          <a:p>
            <a:pPr marL="571500" marR="0" lvl="0" indent="-571500" algn="l" defTabSz="914400" rtl="0" eaLnBrk="1" fontAlgn="auto" latinLnBrk="0" hangingPunct="1">
              <a:lnSpc>
                <a:spcPct val="100000"/>
              </a:lnSpc>
              <a:spcBef>
                <a:spcPct val="20000"/>
              </a:spcBef>
              <a:spcAft>
                <a:spcPts val="0"/>
              </a:spcAft>
              <a:buClr>
                <a:srgbClr val="AA2B1E"/>
              </a:buClr>
              <a:buSzPct val="85000"/>
              <a:buFont typeface="Arial" pitchFamily="34" charset="0"/>
              <a:buChar char="•"/>
              <a:tabLst/>
              <a:defRPr/>
            </a:pPr>
            <a:r>
              <a:rPr kumimoji="0" lang="en-US" sz="3600" b="1" i="0" u="none" strike="noStrike" kern="1200" cap="none" spc="0" normalizeH="0" baseline="0" noProof="0" dirty="0">
                <a:ln>
                  <a:noFill/>
                </a:ln>
                <a:solidFill>
                  <a:prstClr val="black"/>
                </a:solidFill>
                <a:effectLst/>
                <a:uLnTx/>
                <a:uFillTx/>
                <a:latin typeface="Arial" pitchFamily="34" charset="0"/>
                <a:ea typeface="+mn-ea"/>
                <a:cs typeface="Arial" pitchFamily="34" charset="0"/>
              </a:rPr>
              <a:t>Big Five Personality Traits (OCEAN):</a:t>
            </a:r>
          </a:p>
          <a:p>
            <a:pPr marL="571500" lvl="0" indent="-571500">
              <a:spcBef>
                <a:spcPct val="20000"/>
              </a:spcBef>
              <a:buClr>
                <a:srgbClr val="AA2B1E"/>
              </a:buClr>
              <a:buSzPct val="85000"/>
              <a:buFont typeface="Arial" pitchFamily="34" charset="0"/>
              <a:buChar char="•"/>
            </a:pPr>
            <a:r>
              <a:rPr kumimoji="0" lang="en-US" sz="2800" b="1" i="0" u="none" strike="noStrike" kern="1200" cap="none" spc="0" normalizeH="0" baseline="0" noProof="0" dirty="0" smtClean="0">
                <a:ln>
                  <a:noFill/>
                </a:ln>
                <a:solidFill>
                  <a:prstClr val="black"/>
                </a:solidFill>
                <a:effectLst/>
                <a:uLnTx/>
                <a:uFillTx/>
                <a:latin typeface="Arial" pitchFamily="34" charset="0"/>
                <a:ea typeface="+mn-ea"/>
                <a:cs typeface="Arial" pitchFamily="34" charset="0"/>
              </a:rPr>
              <a:t>Agreeableness</a:t>
            </a:r>
            <a:r>
              <a:rPr kumimoji="0" lang="en-US" sz="2800" b="1" i="0" u="none" strike="noStrike" kern="1200" cap="none" spc="0" normalizeH="0" baseline="0" noProof="0" dirty="0">
                <a:ln>
                  <a:noFill/>
                </a:ln>
                <a:solidFill>
                  <a:prstClr val="black"/>
                </a:solidFill>
                <a:effectLst/>
                <a:uLnTx/>
                <a:uFillTx/>
                <a:latin typeface="Arial" pitchFamily="34" charset="0"/>
                <a:ea typeface="+mn-ea"/>
                <a:cs typeface="Arial" pitchFamily="34" charset="0"/>
              </a:rPr>
              <a:t>: </a:t>
            </a:r>
            <a:r>
              <a:rPr lang="en-US" sz="2800" dirty="0">
                <a:solidFill>
                  <a:srgbClr val="212121"/>
                </a:solidFill>
                <a:latin typeface="Merriweather"/>
              </a:rPr>
              <a:t>People who are high in agreeableness tend to be more cooperative while those low in this personality trait tend to be more competitive and sometimes even manipulative.</a:t>
            </a:r>
            <a:endParaRPr kumimoji="0" lang="en-US" sz="3600" b="0" i="0" u="none" strike="noStrike" kern="1200" cap="none" spc="0" normalizeH="0" baseline="0" noProof="0" dirty="0">
              <a:ln>
                <a:noFill/>
              </a:ln>
              <a:solidFill>
                <a:prstClr val="black"/>
              </a:solidFill>
              <a:effectLst/>
              <a:uLnTx/>
              <a:uFillTx/>
              <a:latin typeface="Arial" pitchFamily="34" charset="0"/>
              <a:ea typeface="+mn-ea"/>
              <a:cs typeface="Arial" pitchFamily="34" charset="0"/>
            </a:endParaRPr>
          </a:p>
        </p:txBody>
      </p:sp>
      <p:sp>
        <p:nvSpPr>
          <p:cNvPr id="3" name="Rectangle 2"/>
          <p:cNvSpPr/>
          <p:nvPr/>
        </p:nvSpPr>
        <p:spPr>
          <a:xfrm>
            <a:off x="2728463" y="195366"/>
            <a:ext cx="6684009" cy="830997"/>
          </a:xfrm>
          <a:prstGeom prst="rect">
            <a:avLst/>
          </a:prstGeom>
        </p:spPr>
        <p:txBody>
          <a:bodyPr wrap="none">
            <a:spAutoFit/>
          </a:bodyPr>
          <a:lstStyle/>
          <a:p>
            <a:pPr marL="0" marR="0" lvl="0" indent="0" algn="l" defTabSz="914400" rtl="0" eaLnBrk="1" fontAlgn="auto" latinLnBrk="0" hangingPunct="1">
              <a:lnSpc>
                <a:spcPct val="100000"/>
              </a:lnSpc>
              <a:spcBef>
                <a:spcPct val="20000"/>
              </a:spcBef>
              <a:spcAft>
                <a:spcPts val="0"/>
              </a:spcAft>
              <a:buClr>
                <a:srgbClr val="AA2B1E"/>
              </a:buClr>
              <a:buSzPct val="85000"/>
              <a:buFontTx/>
              <a:buNone/>
              <a:tabLst/>
              <a:defRPr/>
            </a:pPr>
            <a:r>
              <a:rPr kumimoji="0" lang="en-US" sz="4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Types of Personalities</a:t>
            </a:r>
          </a:p>
        </p:txBody>
      </p:sp>
      <p:pic>
        <p:nvPicPr>
          <p:cNvPr id="21" name="Picture 20"/>
          <p:cNvPicPr/>
          <p:nvPr/>
        </p:nvPicPr>
        <p:blipFill>
          <a:blip r:embed="rId10" cstate="print">
            <a:extLst>
              <a:ext uri="{28A0092B-C50C-407E-A947-70E740481C1C}">
                <a14:useLocalDpi xmlns:a14="http://schemas.microsoft.com/office/drawing/2010/main" val="0"/>
              </a:ext>
            </a:extLst>
          </a:blip>
          <a:stretch>
            <a:fillRect/>
          </a:stretch>
        </p:blipFill>
        <p:spPr bwMode="auto">
          <a:xfrm>
            <a:off x="74114" y="139060"/>
            <a:ext cx="1557655" cy="943610"/>
          </a:xfrm>
          <a:prstGeom prst="rect">
            <a:avLst/>
          </a:prstGeom>
          <a:noFill/>
          <a:ln>
            <a:noFill/>
          </a:ln>
        </p:spPr>
      </p:pic>
    </p:spTree>
    <p:extLst>
      <p:ext uri="{BB962C8B-B14F-4D97-AF65-F5344CB8AC3E}">
        <p14:creationId xmlns:p14="http://schemas.microsoft.com/office/powerpoint/2010/main" val="24026000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034DD2C6-4CC8-4F4C-9615-8F42757A1CE2}"/>
              </a:ext>
            </a:extLst>
          </p:cNvPr>
          <p:cNvGrpSpPr/>
          <p:nvPr/>
        </p:nvGrpSpPr>
        <p:grpSpPr>
          <a:xfrm>
            <a:off x="-14898" y="2086"/>
            <a:ext cx="12749348" cy="1115736"/>
            <a:chOff x="0" y="0"/>
            <a:chExt cx="12749348" cy="1115736"/>
          </a:xfrm>
        </p:grpSpPr>
        <p:sp>
          <p:nvSpPr>
            <p:cNvPr id="14" name="Rectangle 13">
              <a:extLst>
                <a:ext uri="{FF2B5EF4-FFF2-40B4-BE49-F238E27FC236}">
                  <a16:creationId xmlns:a16="http://schemas.microsoft.com/office/drawing/2014/main" id="{4B7C661D-5448-402F-AD37-037DDA89EAE8}"/>
                </a:ext>
              </a:extLst>
            </p:cNvPr>
            <p:cNvSpPr/>
            <p:nvPr/>
          </p:nvSpPr>
          <p:spPr>
            <a:xfrm>
              <a:off x="0" y="0"/>
              <a:ext cx="12192000" cy="1115736"/>
            </a:xfrm>
            <a:prstGeom prst="rect">
              <a:avLst/>
            </a:prstGeom>
            <a:solidFill>
              <a:srgbClr val="D32A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x-none"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5" name="TextBox 14">
              <a:extLst>
                <a:ext uri="{FF2B5EF4-FFF2-40B4-BE49-F238E27FC236}">
                  <a16:creationId xmlns:a16="http://schemas.microsoft.com/office/drawing/2014/main" id="{97AA08FC-35FB-44F1-BB8F-399F019CBF4F}"/>
                </a:ext>
              </a:extLst>
            </p:cNvPr>
            <p:cNvSpPr txBox="1"/>
            <p:nvPr/>
          </p:nvSpPr>
          <p:spPr>
            <a:xfrm>
              <a:off x="10719753" y="696917"/>
              <a:ext cx="1619033"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err="1">
                  <a:ln>
                    <a:noFill/>
                  </a:ln>
                  <a:solidFill>
                    <a:prstClr val="white"/>
                  </a:solidFill>
                  <a:effectLst/>
                  <a:uLnTx/>
                  <a:uFillTx/>
                  <a:latin typeface="Calibri"/>
                  <a:ea typeface="+mn-ea"/>
                  <a:cs typeface="+mn-cs"/>
                </a:rPr>
                <a:t>unioffaisalabad</a:t>
              </a:r>
              <a:endParaRPr kumimoji="0" lang="x-none" sz="11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16" name="Graphic 15">
              <a:extLst>
                <a:ext uri="{FF2B5EF4-FFF2-40B4-BE49-F238E27FC236}">
                  <a16:creationId xmlns:a16="http://schemas.microsoft.com/office/drawing/2014/main" id="{ABF06EB7-5284-4699-8F45-3C74960363D1}"/>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9906056" y="403986"/>
              <a:ext cx="261610" cy="261610"/>
            </a:xfrm>
            <a:prstGeom prst="rect">
              <a:avLst/>
            </a:prstGeom>
          </p:spPr>
        </p:pic>
        <p:sp>
          <p:nvSpPr>
            <p:cNvPr id="17" name="TextBox 16">
              <a:extLst>
                <a:ext uri="{FF2B5EF4-FFF2-40B4-BE49-F238E27FC236}">
                  <a16:creationId xmlns:a16="http://schemas.microsoft.com/office/drawing/2014/main" id="{FDFE4515-6F2B-4BB8-8018-36AFB06BA194}"/>
                </a:ext>
              </a:extLst>
            </p:cNvPr>
            <p:cNvSpPr txBox="1"/>
            <p:nvPr/>
          </p:nvSpPr>
          <p:spPr>
            <a:xfrm>
              <a:off x="10142944" y="350125"/>
              <a:ext cx="26064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x-none" sz="1800" b="0" i="0" u="none" strike="noStrike" kern="1200" cap="none" spc="0" normalizeH="0" baseline="0" noProof="0" dirty="0">
                  <a:ln>
                    <a:noFill/>
                  </a:ln>
                  <a:solidFill>
                    <a:prstClr val="white"/>
                  </a:solidFill>
                  <a:effectLst/>
                  <a:uLnTx/>
                  <a:uFillTx/>
                  <a:latin typeface="Calibri"/>
                  <a:ea typeface="+mn-ea"/>
                  <a:cs typeface="+mn-cs"/>
                </a:rPr>
                <a:t>w</a:t>
              </a:r>
              <a:r>
                <a:rPr kumimoji="0" lang="en-US" sz="1800" b="0" i="0" u="none" strike="noStrike" kern="1200" cap="none" spc="0" normalizeH="0" baseline="0" noProof="0" dirty="0">
                  <a:ln>
                    <a:noFill/>
                  </a:ln>
                  <a:solidFill>
                    <a:prstClr val="white"/>
                  </a:solidFill>
                  <a:effectLst/>
                  <a:uLnTx/>
                  <a:uFillTx/>
                  <a:latin typeface="Calibri"/>
                  <a:ea typeface="+mn-ea"/>
                  <a:cs typeface="+mn-cs"/>
                </a:rPr>
                <a:t>w</a:t>
              </a:r>
              <a:r>
                <a:rPr kumimoji="0" lang="x-none" sz="1800" b="0" i="0" u="none" strike="noStrike" kern="1200" cap="none" spc="0" normalizeH="0" baseline="0" noProof="0" dirty="0">
                  <a:ln>
                    <a:noFill/>
                  </a:ln>
                  <a:solidFill>
                    <a:prstClr val="white"/>
                  </a:solidFill>
                  <a:effectLst/>
                  <a:uLnTx/>
                  <a:uFillTx/>
                  <a:latin typeface="Calibri"/>
                  <a:ea typeface="+mn-ea"/>
                  <a:cs typeface="+mn-cs"/>
                </a:rPr>
                <a:t>w.</a:t>
              </a:r>
              <a:r>
                <a:rPr kumimoji="0" lang="en-US" sz="1800" b="0" i="0" u="none" strike="noStrike" kern="1200" cap="none" spc="0" normalizeH="0" baseline="0" noProof="0" dirty="0">
                  <a:ln>
                    <a:noFill/>
                  </a:ln>
                  <a:solidFill>
                    <a:prstClr val="white"/>
                  </a:solidFill>
                  <a:effectLst/>
                  <a:uLnTx/>
                  <a:uFillTx/>
                  <a:latin typeface="Calibri"/>
                  <a:ea typeface="+mn-ea"/>
                  <a:cs typeface="+mn-cs"/>
                </a:rPr>
                <a:t>t</a:t>
              </a:r>
              <a:r>
                <a:rPr kumimoji="0" lang="x-none" sz="1800" b="0" i="0" u="none" strike="noStrike" kern="1200" cap="none" spc="0" normalizeH="0" baseline="0" noProof="0" dirty="0">
                  <a:ln>
                    <a:noFill/>
                  </a:ln>
                  <a:solidFill>
                    <a:prstClr val="white"/>
                  </a:solidFill>
                  <a:effectLst/>
                  <a:uLnTx/>
                  <a:uFillTx/>
                  <a:latin typeface="Calibri"/>
                  <a:ea typeface="+mn-ea"/>
                  <a:cs typeface="+mn-cs"/>
                </a:rPr>
                <a:t>u</a:t>
              </a:r>
              <a:r>
                <a:rPr kumimoji="0" lang="en-US" sz="1800" b="0" i="0" u="none" strike="noStrike" kern="1200" cap="none" spc="0" normalizeH="0" baseline="0" noProof="0" dirty="0">
                  <a:ln>
                    <a:noFill/>
                  </a:ln>
                  <a:solidFill>
                    <a:prstClr val="white"/>
                  </a:solidFill>
                  <a:effectLst/>
                  <a:uLnTx/>
                  <a:uFillTx/>
                  <a:latin typeface="Calibri"/>
                  <a:ea typeface="+mn-ea"/>
                  <a:cs typeface="+mn-cs"/>
                </a:rPr>
                <a:t>f</a:t>
              </a:r>
              <a:r>
                <a:rPr kumimoji="0" lang="x-none" sz="1800" b="0" i="0" u="none" strike="noStrike" kern="1200" cap="none" spc="0" normalizeH="0" baseline="0" noProof="0" dirty="0">
                  <a:ln>
                    <a:noFill/>
                  </a:ln>
                  <a:solidFill>
                    <a:prstClr val="white"/>
                  </a:solidFill>
                  <a:effectLst/>
                  <a:uLnTx/>
                  <a:uFillTx/>
                  <a:latin typeface="Calibri"/>
                  <a:ea typeface="+mn-ea"/>
                  <a:cs typeface="+mn-cs"/>
                </a:rPr>
                <a:t>.</a:t>
              </a:r>
              <a:r>
                <a:rPr kumimoji="0" lang="en-US" sz="1800" b="0" i="0" u="none" strike="noStrike" kern="1200" cap="none" spc="0" normalizeH="0" baseline="0" noProof="0" dirty="0">
                  <a:ln>
                    <a:noFill/>
                  </a:ln>
                  <a:solidFill>
                    <a:prstClr val="white"/>
                  </a:solidFill>
                  <a:effectLst/>
                  <a:uLnTx/>
                  <a:uFillTx/>
                  <a:latin typeface="Calibri"/>
                  <a:ea typeface="+mn-ea"/>
                  <a:cs typeface="+mn-cs"/>
                </a:rPr>
                <a:t>e</a:t>
              </a:r>
              <a:r>
                <a:rPr kumimoji="0" lang="x-none" sz="1800" b="0" i="0" u="none" strike="noStrike" kern="1200" cap="none" spc="0" normalizeH="0" baseline="0" noProof="0" dirty="0">
                  <a:ln>
                    <a:noFill/>
                  </a:ln>
                  <a:solidFill>
                    <a:prstClr val="white"/>
                  </a:solidFill>
                  <a:effectLst/>
                  <a:uLnTx/>
                  <a:uFillTx/>
                  <a:latin typeface="Calibri"/>
                  <a:ea typeface="+mn-ea"/>
                  <a:cs typeface="+mn-cs"/>
                </a:rPr>
                <a:t>d</a:t>
              </a:r>
              <a:r>
                <a:rPr kumimoji="0" lang="en-US" sz="1800" b="0" i="0" u="none" strike="noStrike" kern="1200" cap="none" spc="0" normalizeH="0" baseline="0" noProof="0" dirty="0">
                  <a:ln>
                    <a:noFill/>
                  </a:ln>
                  <a:solidFill>
                    <a:prstClr val="white"/>
                  </a:solidFill>
                  <a:effectLst/>
                  <a:uLnTx/>
                  <a:uFillTx/>
                  <a:latin typeface="Calibri"/>
                  <a:ea typeface="+mn-ea"/>
                  <a:cs typeface="+mn-cs"/>
                </a:rPr>
                <a:t>u</a:t>
              </a:r>
              <a:r>
                <a:rPr kumimoji="0" lang="x-none" sz="1800" b="0" i="0" u="none" strike="noStrike" kern="1200" cap="none" spc="0" normalizeH="0" baseline="0" noProof="0" dirty="0">
                  <a:ln>
                    <a:noFill/>
                  </a:ln>
                  <a:solidFill>
                    <a:prstClr val="white"/>
                  </a:solidFill>
                  <a:effectLst/>
                  <a:uLnTx/>
                  <a:uFillTx/>
                  <a:latin typeface="Calibri"/>
                  <a:ea typeface="+mn-ea"/>
                  <a:cs typeface="+mn-cs"/>
                </a:rPr>
                <a:t>.</a:t>
              </a:r>
              <a:r>
                <a:rPr kumimoji="0" lang="en-US" sz="1800" b="0" i="0" u="none" strike="noStrike" kern="1200" cap="none" spc="0" normalizeH="0" baseline="0" noProof="0" dirty="0">
                  <a:ln>
                    <a:noFill/>
                  </a:ln>
                  <a:solidFill>
                    <a:prstClr val="white"/>
                  </a:solidFill>
                  <a:effectLst/>
                  <a:uLnTx/>
                  <a:uFillTx/>
                  <a:latin typeface="Calibri"/>
                  <a:ea typeface="+mn-ea"/>
                  <a:cs typeface="+mn-cs"/>
                </a:rPr>
                <a:t>p</a:t>
              </a:r>
              <a:r>
                <a:rPr kumimoji="0" lang="x-none" sz="1800" b="0" i="0" u="none" strike="noStrike" kern="1200" cap="none" spc="0" normalizeH="0" baseline="0" noProof="0" dirty="0">
                  <a:ln>
                    <a:noFill/>
                  </a:ln>
                  <a:solidFill>
                    <a:prstClr val="white"/>
                  </a:solidFill>
                  <a:effectLst/>
                  <a:uLnTx/>
                  <a:uFillTx/>
                  <a:latin typeface="Calibri"/>
                  <a:ea typeface="+mn-ea"/>
                  <a:cs typeface="+mn-cs"/>
                </a:rPr>
                <a:t>k</a:t>
              </a:r>
            </a:p>
          </p:txBody>
        </p:sp>
        <p:pic>
          <p:nvPicPr>
            <p:cNvPr id="18" name="Graphic 17">
              <a:extLst>
                <a:ext uri="{FF2B5EF4-FFF2-40B4-BE49-F238E27FC236}">
                  <a16:creationId xmlns:a16="http://schemas.microsoft.com/office/drawing/2014/main" id="{10EB8B8D-6004-4AED-A244-C4DC6F8DA657}"/>
                </a:ext>
              </a:extLst>
            </p:cNvPr>
            <p:cNvPicPr>
              <a:picLocks noChangeAspect="1"/>
            </p:cNvPicPr>
            <p:nvPr/>
          </p:nvPicPr>
          <p:blipFill>
            <a:blip r:embed="rId4" cstate="print">
              <a:extLst>
                <a:ext uri="{96DAC541-7B7A-43D3-8B79-37D633B846F1}">
                  <asvg:svgBlip xmlns="" xmlns:asvg="http://schemas.microsoft.com/office/drawing/2016/SVG/main" r:embed="rId5"/>
                </a:ext>
              </a:extLst>
            </a:blip>
            <a:stretch>
              <a:fillRect/>
            </a:stretch>
          </p:blipFill>
          <p:spPr>
            <a:xfrm>
              <a:off x="10591033" y="741997"/>
              <a:ext cx="171450" cy="171450"/>
            </a:xfrm>
            <a:prstGeom prst="rect">
              <a:avLst/>
            </a:prstGeom>
          </p:spPr>
        </p:pic>
        <p:pic>
          <p:nvPicPr>
            <p:cNvPr id="19" name="Picture 18">
              <a:extLst>
                <a:ext uri="{FF2B5EF4-FFF2-40B4-BE49-F238E27FC236}">
                  <a16:creationId xmlns:a16="http://schemas.microsoft.com/office/drawing/2014/main" id="{B90D907E-CA01-4229-92EF-9ABBCFBA1E6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53170" y="749176"/>
              <a:ext cx="171451" cy="171451"/>
            </a:xfrm>
            <a:prstGeom prst="rect">
              <a:avLst/>
            </a:prstGeom>
          </p:spPr>
        </p:pic>
      </p:grpSp>
      <p:pic>
        <p:nvPicPr>
          <p:cNvPr id="11" name="Graphic 10">
            <a:extLst>
              <a:ext uri="{FF2B5EF4-FFF2-40B4-BE49-F238E27FC236}">
                <a16:creationId xmlns:a16="http://schemas.microsoft.com/office/drawing/2014/main" id="{066FF2A6-21EC-4DCA-B8DA-6528DF993417}"/>
              </a:ext>
            </a:extLst>
          </p:cNvPr>
          <p:cNvPicPr>
            <a:picLocks noChangeAspect="1"/>
          </p:cNvPicPr>
          <p:nvPr/>
        </p:nvPicPr>
        <p:blipFill>
          <a:blip r:embed="rId7">
            <a:extLst>
              <a:ext uri="{96DAC541-7B7A-43D3-8B79-37D633B846F1}">
                <asvg:svgBlip xmlns="" xmlns:asvg="http://schemas.microsoft.com/office/drawing/2016/SVG/main" r:embed="rId9"/>
              </a:ext>
            </a:extLst>
          </a:blip>
          <a:stretch>
            <a:fillRect/>
          </a:stretch>
        </p:blipFill>
        <p:spPr>
          <a:xfrm>
            <a:off x="-19072" y="1185064"/>
            <a:ext cx="2039974" cy="5144283"/>
          </a:xfrm>
          <a:prstGeom prst="rect">
            <a:avLst/>
          </a:prstGeom>
        </p:spPr>
      </p:pic>
      <p:sp>
        <p:nvSpPr>
          <p:cNvPr id="6" name="Rectangle 5"/>
          <p:cNvSpPr/>
          <p:nvPr/>
        </p:nvSpPr>
        <p:spPr>
          <a:xfrm>
            <a:off x="74114" y="1185064"/>
            <a:ext cx="11992708" cy="4819781"/>
          </a:xfrm>
          <a:prstGeom prst="rect">
            <a:avLst/>
          </a:prstGeom>
        </p:spPr>
        <p:txBody>
          <a:bodyPr wrap="square">
            <a:spAutoFit/>
          </a:bodyPr>
          <a:lstStyle/>
          <a:p>
            <a:pPr marL="0" marR="0" lvl="0" indent="0" algn="l" defTabSz="914400" rtl="0" eaLnBrk="1" fontAlgn="auto" latinLnBrk="0" hangingPunct="1">
              <a:lnSpc>
                <a:spcPct val="100000"/>
              </a:lnSpc>
              <a:spcBef>
                <a:spcPct val="20000"/>
              </a:spcBef>
              <a:spcAft>
                <a:spcPts val="0"/>
              </a:spcAft>
              <a:buClr>
                <a:srgbClr val="AA2B1E"/>
              </a:buClr>
              <a:buSzPct val="85000"/>
              <a:buFontTx/>
              <a:buNone/>
              <a:tabLst/>
              <a:defRPr/>
            </a:pPr>
            <a:r>
              <a:rPr kumimoji="0" lang="en-US" sz="3600" b="1" i="0" u="none" strike="noStrike" kern="1200" cap="none" spc="0" normalizeH="0" baseline="0" noProof="0" dirty="0" smtClean="0">
                <a:ln>
                  <a:noFill/>
                </a:ln>
                <a:solidFill>
                  <a:prstClr val="black"/>
                </a:solidFill>
                <a:effectLst/>
                <a:uLnTx/>
                <a:uFillTx/>
                <a:latin typeface="Arial" pitchFamily="34" charset="0"/>
                <a:ea typeface="+mn-ea"/>
                <a:cs typeface="Arial" pitchFamily="34" charset="0"/>
              </a:rPr>
              <a:t>1. Trait </a:t>
            </a:r>
            <a:r>
              <a:rPr kumimoji="0" lang="en-US" sz="3600" b="1" i="0" u="none" strike="noStrike" kern="1200" cap="none" spc="0" normalizeH="0" baseline="0" noProof="0" dirty="0">
                <a:ln>
                  <a:noFill/>
                </a:ln>
                <a:solidFill>
                  <a:prstClr val="black"/>
                </a:solidFill>
                <a:effectLst/>
                <a:uLnTx/>
                <a:uFillTx/>
                <a:latin typeface="Arial" pitchFamily="34" charset="0"/>
                <a:ea typeface="+mn-ea"/>
                <a:cs typeface="Arial" pitchFamily="34" charset="0"/>
              </a:rPr>
              <a:t>Theories:</a:t>
            </a:r>
          </a:p>
          <a:p>
            <a:pPr marL="571500" marR="0" lvl="0" indent="-571500" algn="l" defTabSz="914400" rtl="0" eaLnBrk="1" fontAlgn="auto" latinLnBrk="0" hangingPunct="1">
              <a:lnSpc>
                <a:spcPct val="100000"/>
              </a:lnSpc>
              <a:spcBef>
                <a:spcPct val="20000"/>
              </a:spcBef>
              <a:spcAft>
                <a:spcPts val="0"/>
              </a:spcAft>
              <a:buClr>
                <a:srgbClr val="AA2B1E"/>
              </a:buClr>
              <a:buSzPct val="85000"/>
              <a:buFont typeface="Arial" pitchFamily="34" charset="0"/>
              <a:buChar char="•"/>
              <a:tabLst/>
              <a:defRPr/>
            </a:pPr>
            <a:r>
              <a:rPr kumimoji="0" lang="en-US" sz="3600" b="1" i="0" u="none" strike="noStrike" kern="1200" cap="none" spc="0" normalizeH="0" baseline="0" noProof="0" dirty="0">
                <a:ln>
                  <a:noFill/>
                </a:ln>
                <a:solidFill>
                  <a:prstClr val="black"/>
                </a:solidFill>
                <a:effectLst/>
                <a:uLnTx/>
                <a:uFillTx/>
                <a:latin typeface="Arial" pitchFamily="34" charset="0"/>
                <a:ea typeface="+mn-ea"/>
                <a:cs typeface="Arial" pitchFamily="34" charset="0"/>
              </a:rPr>
              <a:t>Big Five Personality Traits (OCEAN):</a:t>
            </a:r>
          </a:p>
          <a:p>
            <a:pPr marL="571500" marR="0" lvl="0" indent="-571500" algn="l" defTabSz="914400" rtl="0" eaLnBrk="1" fontAlgn="auto" latinLnBrk="0" hangingPunct="1">
              <a:lnSpc>
                <a:spcPct val="100000"/>
              </a:lnSpc>
              <a:spcBef>
                <a:spcPct val="20000"/>
              </a:spcBef>
              <a:spcAft>
                <a:spcPts val="0"/>
              </a:spcAft>
              <a:buClr>
                <a:srgbClr val="AA2B1E"/>
              </a:buClr>
              <a:buSzPct val="85000"/>
              <a:buFont typeface="Arial" pitchFamily="34" charset="0"/>
              <a:buChar char="•"/>
              <a:tabLst/>
              <a:defRPr/>
            </a:pPr>
            <a:r>
              <a:rPr kumimoji="0" lang="en-US" sz="2800" b="1" i="0" u="none" strike="noStrike" kern="1200" cap="none" spc="0" normalizeH="0" baseline="0" noProof="0" dirty="0" smtClean="0">
                <a:ln>
                  <a:noFill/>
                </a:ln>
                <a:solidFill>
                  <a:prstClr val="black"/>
                </a:solidFill>
                <a:effectLst/>
                <a:uLnTx/>
                <a:uFillTx/>
                <a:latin typeface="Arial" pitchFamily="34" charset="0"/>
                <a:ea typeface="+mn-ea"/>
                <a:cs typeface="Arial" pitchFamily="34" charset="0"/>
              </a:rPr>
              <a:t>Neuroticism</a:t>
            </a:r>
            <a:r>
              <a:rPr kumimoji="0" lang="en-US" sz="2800" b="1" i="0" u="none" strike="noStrike" kern="1200" cap="none" spc="0" normalizeH="0" baseline="0" noProof="0" dirty="0">
                <a:ln>
                  <a:noFill/>
                </a:ln>
                <a:solidFill>
                  <a:prstClr val="black"/>
                </a:solidFill>
                <a:effectLst/>
                <a:uLnTx/>
                <a:uFillTx/>
                <a:latin typeface="Arial" pitchFamily="34" charset="0"/>
                <a:ea typeface="+mn-ea"/>
                <a:cs typeface="Arial" pitchFamily="34" charset="0"/>
              </a:rPr>
              <a:t>: </a:t>
            </a:r>
            <a:r>
              <a:rPr kumimoji="0" lang="en-US" sz="2800" b="0" i="0" u="none" strike="noStrike" kern="1200" cap="none" spc="0" normalizeH="0" baseline="0" noProof="0" dirty="0">
                <a:ln>
                  <a:noFill/>
                </a:ln>
                <a:solidFill>
                  <a:prstClr val="black"/>
                </a:solidFill>
                <a:effectLst/>
                <a:uLnTx/>
                <a:uFillTx/>
                <a:latin typeface="Arial" pitchFamily="34" charset="0"/>
                <a:ea typeface="+mn-ea"/>
                <a:cs typeface="Arial" pitchFamily="34" charset="0"/>
              </a:rPr>
              <a:t>Emotional instability and anxiety</a:t>
            </a:r>
            <a:r>
              <a:rPr kumimoji="0" lang="en-US" sz="2800" b="0" i="0" u="none" strike="noStrike" kern="1200" cap="none" spc="0" normalizeH="0" baseline="0" noProof="0" dirty="0" smtClean="0">
                <a:ln>
                  <a:noFill/>
                </a:ln>
                <a:solidFill>
                  <a:prstClr val="black"/>
                </a:solidFill>
                <a:effectLst/>
                <a:uLnTx/>
                <a:uFillTx/>
                <a:latin typeface="Arial" pitchFamily="34" charset="0"/>
                <a:ea typeface="+mn-ea"/>
                <a:cs typeface="Arial" pitchFamily="34" charset="0"/>
              </a:rPr>
              <a:t>.</a:t>
            </a:r>
          </a:p>
          <a:p>
            <a:pPr marL="571500" lvl="0" indent="-571500">
              <a:spcBef>
                <a:spcPct val="20000"/>
              </a:spcBef>
              <a:buClr>
                <a:srgbClr val="AA2B1E"/>
              </a:buClr>
              <a:buSzPct val="85000"/>
              <a:buFont typeface="Arial" pitchFamily="34" charset="0"/>
              <a:buChar char="•"/>
            </a:pPr>
            <a:r>
              <a:rPr lang="en-US" sz="2800" dirty="0">
                <a:solidFill>
                  <a:prstClr val="black"/>
                </a:solidFill>
                <a:latin typeface="Arial" pitchFamily="34" charset="0"/>
                <a:cs typeface="Arial" pitchFamily="34" charset="0"/>
              </a:rPr>
              <a:t>Neuroticism is a personality trait characterized by sadness, moodiness. Individuals who are high in neuroticism tend to experience mood swings, anxiety, irritability, and sadness. Those low in this personality trait tend to be more stable and emotionally resilient.</a:t>
            </a:r>
          </a:p>
          <a:p>
            <a:pPr marL="571500" lvl="0" indent="-571500">
              <a:spcBef>
                <a:spcPct val="20000"/>
              </a:spcBef>
              <a:buClr>
                <a:srgbClr val="AA2B1E"/>
              </a:buClr>
              <a:buSzPct val="85000"/>
              <a:buFont typeface="Arial" pitchFamily="34" charset="0"/>
              <a:buChar char="•"/>
            </a:pPr>
            <a:endParaRPr lang="en-US" sz="2800" dirty="0">
              <a:solidFill>
                <a:prstClr val="black"/>
              </a:solidFill>
              <a:latin typeface="Arial" pitchFamily="34" charset="0"/>
              <a:cs typeface="Arial" pitchFamily="34" charset="0"/>
            </a:endParaRPr>
          </a:p>
          <a:p>
            <a:pPr lvl="0">
              <a:spcBef>
                <a:spcPct val="20000"/>
              </a:spcBef>
              <a:buClr>
                <a:srgbClr val="AA2B1E"/>
              </a:buClr>
              <a:buSzPct val="85000"/>
            </a:pPr>
            <a:endParaRPr kumimoji="0" lang="en-US" sz="3600" b="0" i="0" u="none" strike="noStrike" kern="1200" cap="none" spc="0" normalizeH="0" baseline="0" noProof="0" dirty="0">
              <a:ln>
                <a:noFill/>
              </a:ln>
              <a:solidFill>
                <a:prstClr val="black"/>
              </a:solidFill>
              <a:effectLst/>
              <a:uLnTx/>
              <a:uFillTx/>
              <a:latin typeface="Arial" pitchFamily="34" charset="0"/>
              <a:ea typeface="+mn-ea"/>
              <a:cs typeface="Arial" pitchFamily="34" charset="0"/>
            </a:endParaRPr>
          </a:p>
        </p:txBody>
      </p:sp>
      <p:sp>
        <p:nvSpPr>
          <p:cNvPr id="3" name="Rectangle 2"/>
          <p:cNvSpPr/>
          <p:nvPr/>
        </p:nvSpPr>
        <p:spPr>
          <a:xfrm>
            <a:off x="2728463" y="195366"/>
            <a:ext cx="6684009" cy="830997"/>
          </a:xfrm>
          <a:prstGeom prst="rect">
            <a:avLst/>
          </a:prstGeom>
        </p:spPr>
        <p:txBody>
          <a:bodyPr wrap="none">
            <a:spAutoFit/>
          </a:bodyPr>
          <a:lstStyle/>
          <a:p>
            <a:pPr marL="0" marR="0" lvl="0" indent="0" algn="l" defTabSz="914400" rtl="0" eaLnBrk="1" fontAlgn="auto" latinLnBrk="0" hangingPunct="1">
              <a:lnSpc>
                <a:spcPct val="100000"/>
              </a:lnSpc>
              <a:spcBef>
                <a:spcPct val="20000"/>
              </a:spcBef>
              <a:spcAft>
                <a:spcPts val="0"/>
              </a:spcAft>
              <a:buClr>
                <a:srgbClr val="AA2B1E"/>
              </a:buClr>
              <a:buSzPct val="85000"/>
              <a:buFontTx/>
              <a:buNone/>
              <a:tabLst/>
              <a:defRPr/>
            </a:pPr>
            <a:r>
              <a:rPr kumimoji="0" lang="en-US" sz="4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Types of Personalities</a:t>
            </a:r>
          </a:p>
        </p:txBody>
      </p:sp>
      <p:pic>
        <p:nvPicPr>
          <p:cNvPr id="21" name="Picture 20"/>
          <p:cNvPicPr/>
          <p:nvPr/>
        </p:nvPicPr>
        <p:blipFill>
          <a:blip r:embed="rId10" cstate="print">
            <a:extLst>
              <a:ext uri="{28A0092B-C50C-407E-A947-70E740481C1C}">
                <a14:useLocalDpi xmlns:a14="http://schemas.microsoft.com/office/drawing/2010/main" val="0"/>
              </a:ext>
            </a:extLst>
          </a:blip>
          <a:stretch>
            <a:fillRect/>
          </a:stretch>
        </p:blipFill>
        <p:spPr bwMode="auto">
          <a:xfrm>
            <a:off x="74114" y="139060"/>
            <a:ext cx="1557655" cy="943610"/>
          </a:xfrm>
          <a:prstGeom prst="rect">
            <a:avLst/>
          </a:prstGeom>
          <a:noFill/>
          <a:ln>
            <a:noFill/>
          </a:ln>
        </p:spPr>
      </p:pic>
    </p:spTree>
    <p:extLst>
      <p:ext uri="{BB962C8B-B14F-4D97-AF65-F5344CB8AC3E}">
        <p14:creationId xmlns:p14="http://schemas.microsoft.com/office/powerpoint/2010/main" val="897879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034DD2C6-4CC8-4F4C-9615-8F42757A1CE2}"/>
              </a:ext>
            </a:extLst>
          </p:cNvPr>
          <p:cNvGrpSpPr/>
          <p:nvPr/>
        </p:nvGrpSpPr>
        <p:grpSpPr>
          <a:xfrm>
            <a:off x="-14898" y="2086"/>
            <a:ext cx="12749348" cy="1115736"/>
            <a:chOff x="0" y="0"/>
            <a:chExt cx="12749348" cy="1115736"/>
          </a:xfrm>
        </p:grpSpPr>
        <p:sp>
          <p:nvSpPr>
            <p:cNvPr id="14" name="Rectangle 13">
              <a:extLst>
                <a:ext uri="{FF2B5EF4-FFF2-40B4-BE49-F238E27FC236}">
                  <a16:creationId xmlns:a16="http://schemas.microsoft.com/office/drawing/2014/main" id="{4B7C661D-5448-402F-AD37-037DDA89EAE8}"/>
                </a:ext>
              </a:extLst>
            </p:cNvPr>
            <p:cNvSpPr/>
            <p:nvPr/>
          </p:nvSpPr>
          <p:spPr>
            <a:xfrm>
              <a:off x="0" y="0"/>
              <a:ext cx="12192000" cy="1115736"/>
            </a:xfrm>
            <a:prstGeom prst="rect">
              <a:avLst/>
            </a:prstGeom>
            <a:solidFill>
              <a:srgbClr val="D32A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dirty="0"/>
            </a:p>
          </p:txBody>
        </p:sp>
        <p:sp>
          <p:nvSpPr>
            <p:cNvPr id="15" name="TextBox 14">
              <a:extLst>
                <a:ext uri="{FF2B5EF4-FFF2-40B4-BE49-F238E27FC236}">
                  <a16:creationId xmlns:a16="http://schemas.microsoft.com/office/drawing/2014/main" id="{97AA08FC-35FB-44F1-BB8F-399F019CBF4F}"/>
                </a:ext>
              </a:extLst>
            </p:cNvPr>
            <p:cNvSpPr txBox="1"/>
            <p:nvPr/>
          </p:nvSpPr>
          <p:spPr>
            <a:xfrm>
              <a:off x="10719753" y="696917"/>
              <a:ext cx="1619033" cy="261610"/>
            </a:xfrm>
            <a:prstGeom prst="rect">
              <a:avLst/>
            </a:prstGeom>
            <a:noFill/>
          </p:spPr>
          <p:txBody>
            <a:bodyPr wrap="square" rtlCol="0">
              <a:spAutoFit/>
            </a:bodyPr>
            <a:lstStyle/>
            <a:p>
              <a:r>
                <a:rPr lang="en-US" sz="1100" dirty="0" err="1">
                  <a:solidFill>
                    <a:schemeClr val="bg1"/>
                  </a:solidFill>
                </a:rPr>
                <a:t>unioffaisalabad</a:t>
              </a:r>
              <a:endParaRPr lang="x-none" sz="1100" dirty="0">
                <a:solidFill>
                  <a:schemeClr val="bg1"/>
                </a:solidFill>
              </a:endParaRPr>
            </a:p>
          </p:txBody>
        </p:sp>
        <p:pic>
          <p:nvPicPr>
            <p:cNvPr id="16" name="Graphic 15">
              <a:extLst>
                <a:ext uri="{FF2B5EF4-FFF2-40B4-BE49-F238E27FC236}">
                  <a16:creationId xmlns:a16="http://schemas.microsoft.com/office/drawing/2014/main" id="{ABF06EB7-5284-4699-8F45-3C74960363D1}"/>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9906056" y="403986"/>
              <a:ext cx="261610" cy="261610"/>
            </a:xfrm>
            <a:prstGeom prst="rect">
              <a:avLst/>
            </a:prstGeom>
          </p:spPr>
        </p:pic>
        <p:sp>
          <p:nvSpPr>
            <p:cNvPr id="17" name="TextBox 16">
              <a:extLst>
                <a:ext uri="{FF2B5EF4-FFF2-40B4-BE49-F238E27FC236}">
                  <a16:creationId xmlns:a16="http://schemas.microsoft.com/office/drawing/2014/main" id="{FDFE4515-6F2B-4BB8-8018-36AFB06BA194}"/>
                </a:ext>
              </a:extLst>
            </p:cNvPr>
            <p:cNvSpPr txBox="1"/>
            <p:nvPr/>
          </p:nvSpPr>
          <p:spPr>
            <a:xfrm>
              <a:off x="10142944" y="350125"/>
              <a:ext cx="2606404" cy="369332"/>
            </a:xfrm>
            <a:prstGeom prst="rect">
              <a:avLst/>
            </a:prstGeom>
            <a:noFill/>
          </p:spPr>
          <p:txBody>
            <a:bodyPr wrap="square" rtlCol="0">
              <a:spAutoFit/>
            </a:bodyPr>
            <a:lstStyle/>
            <a:p>
              <a:r>
                <a:rPr lang="x-none" dirty="0">
                  <a:solidFill>
                    <a:schemeClr val="bg1"/>
                  </a:solidFill>
                </a:rPr>
                <a:t>w</a:t>
              </a:r>
              <a:r>
                <a:rPr lang="en-US" dirty="0">
                  <a:solidFill>
                    <a:schemeClr val="bg1"/>
                  </a:solidFill>
                </a:rPr>
                <a:t>w</a:t>
              </a:r>
              <a:r>
                <a:rPr lang="x-none" dirty="0">
                  <a:solidFill>
                    <a:schemeClr val="bg1"/>
                  </a:solidFill>
                </a:rPr>
                <a:t>w.</a:t>
              </a:r>
              <a:r>
                <a:rPr lang="en-US" dirty="0">
                  <a:solidFill>
                    <a:schemeClr val="bg1"/>
                  </a:solidFill>
                </a:rPr>
                <a:t>t</a:t>
              </a:r>
              <a:r>
                <a:rPr lang="x-none" dirty="0">
                  <a:solidFill>
                    <a:schemeClr val="bg1"/>
                  </a:solidFill>
                </a:rPr>
                <a:t>u</a:t>
              </a:r>
              <a:r>
                <a:rPr lang="en-US" dirty="0">
                  <a:solidFill>
                    <a:schemeClr val="bg1"/>
                  </a:solidFill>
                </a:rPr>
                <a:t>f</a:t>
              </a:r>
              <a:r>
                <a:rPr lang="x-none" dirty="0">
                  <a:solidFill>
                    <a:schemeClr val="bg1"/>
                  </a:solidFill>
                </a:rPr>
                <a:t>.</a:t>
              </a:r>
              <a:r>
                <a:rPr lang="en-US" dirty="0">
                  <a:solidFill>
                    <a:schemeClr val="bg1"/>
                  </a:solidFill>
                </a:rPr>
                <a:t>e</a:t>
              </a:r>
              <a:r>
                <a:rPr lang="x-none" dirty="0">
                  <a:solidFill>
                    <a:schemeClr val="bg1"/>
                  </a:solidFill>
                </a:rPr>
                <a:t>d</a:t>
              </a:r>
              <a:r>
                <a:rPr lang="en-US" dirty="0">
                  <a:solidFill>
                    <a:schemeClr val="bg1"/>
                  </a:solidFill>
                </a:rPr>
                <a:t>u</a:t>
              </a:r>
              <a:r>
                <a:rPr lang="x-none" dirty="0">
                  <a:solidFill>
                    <a:schemeClr val="bg1"/>
                  </a:solidFill>
                </a:rPr>
                <a:t>.</a:t>
              </a:r>
              <a:r>
                <a:rPr lang="en-US" dirty="0">
                  <a:solidFill>
                    <a:schemeClr val="bg1"/>
                  </a:solidFill>
                </a:rPr>
                <a:t>p</a:t>
              </a:r>
              <a:r>
                <a:rPr lang="x-none" dirty="0">
                  <a:solidFill>
                    <a:schemeClr val="bg1"/>
                  </a:solidFill>
                </a:rPr>
                <a:t>k</a:t>
              </a:r>
            </a:p>
          </p:txBody>
        </p:sp>
        <p:pic>
          <p:nvPicPr>
            <p:cNvPr id="18" name="Graphic 17">
              <a:extLst>
                <a:ext uri="{FF2B5EF4-FFF2-40B4-BE49-F238E27FC236}">
                  <a16:creationId xmlns:a16="http://schemas.microsoft.com/office/drawing/2014/main" id="{10EB8B8D-6004-4AED-A244-C4DC6F8DA657}"/>
                </a:ext>
              </a:extLst>
            </p:cNvPr>
            <p:cNvPicPr>
              <a:picLocks noChangeAspect="1"/>
            </p:cNvPicPr>
            <p:nvPr/>
          </p:nvPicPr>
          <p:blipFill>
            <a:blip r:embed="rId4" cstate="print">
              <a:extLst>
                <a:ext uri="{96DAC541-7B7A-43D3-8B79-37D633B846F1}">
                  <asvg:svgBlip xmlns="" xmlns:asvg="http://schemas.microsoft.com/office/drawing/2016/SVG/main" r:embed="rId5"/>
                </a:ext>
              </a:extLst>
            </a:blip>
            <a:stretch>
              <a:fillRect/>
            </a:stretch>
          </p:blipFill>
          <p:spPr>
            <a:xfrm>
              <a:off x="10591033" y="741997"/>
              <a:ext cx="171450" cy="171450"/>
            </a:xfrm>
            <a:prstGeom prst="rect">
              <a:avLst/>
            </a:prstGeom>
          </p:spPr>
        </p:pic>
        <p:pic>
          <p:nvPicPr>
            <p:cNvPr id="19" name="Picture 18">
              <a:extLst>
                <a:ext uri="{FF2B5EF4-FFF2-40B4-BE49-F238E27FC236}">
                  <a16:creationId xmlns:a16="http://schemas.microsoft.com/office/drawing/2014/main" id="{B90D907E-CA01-4229-92EF-9ABBCFBA1E6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53170" y="749176"/>
              <a:ext cx="171451" cy="171451"/>
            </a:xfrm>
            <a:prstGeom prst="rect">
              <a:avLst/>
            </a:prstGeom>
          </p:spPr>
        </p:pic>
      </p:grpSp>
      <p:pic>
        <p:nvPicPr>
          <p:cNvPr id="11" name="Graphic 10">
            <a:extLst>
              <a:ext uri="{FF2B5EF4-FFF2-40B4-BE49-F238E27FC236}">
                <a16:creationId xmlns:a16="http://schemas.microsoft.com/office/drawing/2014/main" id="{066FF2A6-21EC-4DCA-B8DA-6528DF993417}"/>
              </a:ext>
            </a:extLst>
          </p:cNvPr>
          <p:cNvPicPr>
            <a:picLocks noChangeAspect="1"/>
          </p:cNvPicPr>
          <p:nvPr/>
        </p:nvPicPr>
        <p:blipFill>
          <a:blip r:embed="rId7">
            <a:extLst>
              <a:ext uri="{96DAC541-7B7A-43D3-8B79-37D633B846F1}">
                <asvg:svgBlip xmlns="" xmlns:asvg="http://schemas.microsoft.com/office/drawing/2016/SVG/main" r:embed="rId9"/>
              </a:ext>
            </a:extLst>
          </a:blip>
          <a:stretch>
            <a:fillRect/>
          </a:stretch>
        </p:blipFill>
        <p:spPr>
          <a:xfrm>
            <a:off x="-19072" y="1185064"/>
            <a:ext cx="2039974" cy="5144283"/>
          </a:xfrm>
          <a:prstGeom prst="rect">
            <a:avLst/>
          </a:prstGeom>
        </p:spPr>
      </p:pic>
      <p:sp>
        <p:nvSpPr>
          <p:cNvPr id="3" name="Rectangle 2"/>
          <p:cNvSpPr/>
          <p:nvPr/>
        </p:nvSpPr>
        <p:spPr>
          <a:xfrm>
            <a:off x="2728463" y="195366"/>
            <a:ext cx="6684009" cy="830997"/>
          </a:xfrm>
          <a:prstGeom prst="rect">
            <a:avLst/>
          </a:prstGeom>
        </p:spPr>
        <p:txBody>
          <a:bodyPr wrap="none">
            <a:spAutoFit/>
          </a:bodyPr>
          <a:lstStyle/>
          <a:p>
            <a:pPr lvl="0">
              <a:spcBef>
                <a:spcPct val="20000"/>
              </a:spcBef>
              <a:buClr>
                <a:srgbClr val="AA2B1E"/>
              </a:buClr>
              <a:buSzPct val="85000"/>
            </a:pPr>
            <a:r>
              <a:rPr lang="en-US" sz="4800" b="1" dirty="0">
                <a:solidFill>
                  <a:prstClr val="black"/>
                </a:solidFill>
                <a:latin typeface="Arial" panose="020B0604020202020204" pitchFamily="34" charset="0"/>
                <a:cs typeface="Arial" panose="020B0604020202020204" pitchFamily="34" charset="0"/>
              </a:rPr>
              <a:t>Types of Personalities</a:t>
            </a:r>
          </a:p>
        </p:txBody>
      </p:sp>
      <p:pic>
        <p:nvPicPr>
          <p:cNvPr id="21" name="Picture 20"/>
          <p:cNvPicPr/>
          <p:nvPr/>
        </p:nvPicPr>
        <p:blipFill>
          <a:blip r:embed="rId10" cstate="print">
            <a:extLst>
              <a:ext uri="{28A0092B-C50C-407E-A947-70E740481C1C}">
                <a14:useLocalDpi xmlns:a14="http://schemas.microsoft.com/office/drawing/2010/main" val="0"/>
              </a:ext>
            </a:extLst>
          </a:blip>
          <a:stretch>
            <a:fillRect/>
          </a:stretch>
        </p:blipFill>
        <p:spPr bwMode="auto">
          <a:xfrm>
            <a:off x="74114" y="139060"/>
            <a:ext cx="1557655" cy="943610"/>
          </a:xfrm>
          <a:prstGeom prst="rect">
            <a:avLst/>
          </a:prstGeom>
          <a:noFill/>
          <a:ln>
            <a:noFill/>
          </a:ln>
        </p:spPr>
      </p:pic>
      <p:pic>
        <p:nvPicPr>
          <p:cNvPr id="2" name="Picture 1"/>
          <p:cNvPicPr>
            <a:picLocks noChangeAspect="1"/>
          </p:cNvPicPr>
          <p:nvPr/>
        </p:nvPicPr>
        <p:blipFill>
          <a:blip r:embed="rId11"/>
          <a:stretch>
            <a:fillRect/>
          </a:stretch>
        </p:blipFill>
        <p:spPr>
          <a:xfrm>
            <a:off x="2590537" y="1219643"/>
            <a:ext cx="7985598" cy="4493230"/>
          </a:xfrm>
          <a:prstGeom prst="rect">
            <a:avLst/>
          </a:prstGeom>
        </p:spPr>
      </p:pic>
    </p:spTree>
    <p:extLst>
      <p:ext uri="{BB962C8B-B14F-4D97-AF65-F5344CB8AC3E}">
        <p14:creationId xmlns:p14="http://schemas.microsoft.com/office/powerpoint/2010/main" val="15529215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034DD2C6-4CC8-4F4C-9615-8F42757A1CE2}"/>
              </a:ext>
            </a:extLst>
          </p:cNvPr>
          <p:cNvGrpSpPr/>
          <p:nvPr/>
        </p:nvGrpSpPr>
        <p:grpSpPr>
          <a:xfrm>
            <a:off x="589" y="-36072"/>
            <a:ext cx="12749348" cy="1115736"/>
            <a:chOff x="0" y="0"/>
            <a:chExt cx="12749348" cy="1115736"/>
          </a:xfrm>
        </p:grpSpPr>
        <p:sp>
          <p:nvSpPr>
            <p:cNvPr id="14" name="Rectangle 13">
              <a:extLst>
                <a:ext uri="{FF2B5EF4-FFF2-40B4-BE49-F238E27FC236}">
                  <a16:creationId xmlns:a16="http://schemas.microsoft.com/office/drawing/2014/main" id="{4B7C661D-5448-402F-AD37-037DDA89EAE8}"/>
                </a:ext>
              </a:extLst>
            </p:cNvPr>
            <p:cNvSpPr/>
            <p:nvPr/>
          </p:nvSpPr>
          <p:spPr>
            <a:xfrm>
              <a:off x="0" y="0"/>
              <a:ext cx="12192000" cy="1115736"/>
            </a:xfrm>
            <a:prstGeom prst="rect">
              <a:avLst/>
            </a:prstGeom>
            <a:solidFill>
              <a:srgbClr val="D32A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dirty="0"/>
            </a:p>
          </p:txBody>
        </p:sp>
        <p:sp>
          <p:nvSpPr>
            <p:cNvPr id="15" name="TextBox 14">
              <a:extLst>
                <a:ext uri="{FF2B5EF4-FFF2-40B4-BE49-F238E27FC236}">
                  <a16:creationId xmlns:a16="http://schemas.microsoft.com/office/drawing/2014/main" id="{97AA08FC-35FB-44F1-BB8F-399F019CBF4F}"/>
                </a:ext>
              </a:extLst>
            </p:cNvPr>
            <p:cNvSpPr txBox="1"/>
            <p:nvPr/>
          </p:nvSpPr>
          <p:spPr>
            <a:xfrm>
              <a:off x="10719753" y="696917"/>
              <a:ext cx="1619033" cy="261610"/>
            </a:xfrm>
            <a:prstGeom prst="rect">
              <a:avLst/>
            </a:prstGeom>
            <a:noFill/>
          </p:spPr>
          <p:txBody>
            <a:bodyPr wrap="square" rtlCol="0">
              <a:spAutoFit/>
            </a:bodyPr>
            <a:lstStyle/>
            <a:p>
              <a:r>
                <a:rPr lang="en-US" sz="1100" dirty="0" err="1">
                  <a:solidFill>
                    <a:schemeClr val="bg1"/>
                  </a:solidFill>
                </a:rPr>
                <a:t>unioffaisalabad</a:t>
              </a:r>
              <a:endParaRPr lang="x-none" sz="1100" dirty="0">
                <a:solidFill>
                  <a:schemeClr val="bg1"/>
                </a:solidFill>
              </a:endParaRPr>
            </a:p>
          </p:txBody>
        </p:sp>
        <p:pic>
          <p:nvPicPr>
            <p:cNvPr id="16" name="Graphic 15">
              <a:extLst>
                <a:ext uri="{FF2B5EF4-FFF2-40B4-BE49-F238E27FC236}">
                  <a16:creationId xmlns:a16="http://schemas.microsoft.com/office/drawing/2014/main" id="{ABF06EB7-5284-4699-8F45-3C74960363D1}"/>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9906056" y="403986"/>
              <a:ext cx="261610" cy="261610"/>
            </a:xfrm>
            <a:prstGeom prst="rect">
              <a:avLst/>
            </a:prstGeom>
          </p:spPr>
        </p:pic>
        <p:sp>
          <p:nvSpPr>
            <p:cNvPr id="17" name="TextBox 16">
              <a:extLst>
                <a:ext uri="{FF2B5EF4-FFF2-40B4-BE49-F238E27FC236}">
                  <a16:creationId xmlns:a16="http://schemas.microsoft.com/office/drawing/2014/main" id="{FDFE4515-6F2B-4BB8-8018-36AFB06BA194}"/>
                </a:ext>
              </a:extLst>
            </p:cNvPr>
            <p:cNvSpPr txBox="1"/>
            <p:nvPr/>
          </p:nvSpPr>
          <p:spPr>
            <a:xfrm>
              <a:off x="10142944" y="350125"/>
              <a:ext cx="2606404" cy="369332"/>
            </a:xfrm>
            <a:prstGeom prst="rect">
              <a:avLst/>
            </a:prstGeom>
            <a:noFill/>
          </p:spPr>
          <p:txBody>
            <a:bodyPr wrap="square" rtlCol="0">
              <a:spAutoFit/>
            </a:bodyPr>
            <a:lstStyle/>
            <a:p>
              <a:r>
                <a:rPr lang="x-none" dirty="0">
                  <a:solidFill>
                    <a:schemeClr val="bg1"/>
                  </a:solidFill>
                </a:rPr>
                <a:t>w</a:t>
              </a:r>
              <a:r>
                <a:rPr lang="en-US" dirty="0">
                  <a:solidFill>
                    <a:schemeClr val="bg1"/>
                  </a:solidFill>
                </a:rPr>
                <a:t>w</a:t>
              </a:r>
              <a:r>
                <a:rPr lang="x-none" dirty="0">
                  <a:solidFill>
                    <a:schemeClr val="bg1"/>
                  </a:solidFill>
                </a:rPr>
                <a:t>w.</a:t>
              </a:r>
              <a:r>
                <a:rPr lang="en-US" dirty="0">
                  <a:solidFill>
                    <a:schemeClr val="bg1"/>
                  </a:solidFill>
                </a:rPr>
                <a:t>t</a:t>
              </a:r>
              <a:r>
                <a:rPr lang="x-none" dirty="0">
                  <a:solidFill>
                    <a:schemeClr val="bg1"/>
                  </a:solidFill>
                </a:rPr>
                <a:t>u</a:t>
              </a:r>
              <a:r>
                <a:rPr lang="en-US" dirty="0">
                  <a:solidFill>
                    <a:schemeClr val="bg1"/>
                  </a:solidFill>
                </a:rPr>
                <a:t>f</a:t>
              </a:r>
              <a:r>
                <a:rPr lang="x-none" dirty="0">
                  <a:solidFill>
                    <a:schemeClr val="bg1"/>
                  </a:solidFill>
                </a:rPr>
                <a:t>.</a:t>
              </a:r>
              <a:r>
                <a:rPr lang="en-US" dirty="0">
                  <a:solidFill>
                    <a:schemeClr val="bg1"/>
                  </a:solidFill>
                </a:rPr>
                <a:t>e</a:t>
              </a:r>
              <a:r>
                <a:rPr lang="x-none" dirty="0">
                  <a:solidFill>
                    <a:schemeClr val="bg1"/>
                  </a:solidFill>
                </a:rPr>
                <a:t>d</a:t>
              </a:r>
              <a:r>
                <a:rPr lang="en-US" dirty="0">
                  <a:solidFill>
                    <a:schemeClr val="bg1"/>
                  </a:solidFill>
                </a:rPr>
                <a:t>u</a:t>
              </a:r>
              <a:r>
                <a:rPr lang="x-none" dirty="0">
                  <a:solidFill>
                    <a:schemeClr val="bg1"/>
                  </a:solidFill>
                </a:rPr>
                <a:t>.</a:t>
              </a:r>
              <a:r>
                <a:rPr lang="en-US" dirty="0">
                  <a:solidFill>
                    <a:schemeClr val="bg1"/>
                  </a:solidFill>
                </a:rPr>
                <a:t>p</a:t>
              </a:r>
              <a:r>
                <a:rPr lang="x-none" dirty="0">
                  <a:solidFill>
                    <a:schemeClr val="bg1"/>
                  </a:solidFill>
                </a:rPr>
                <a:t>k</a:t>
              </a:r>
            </a:p>
          </p:txBody>
        </p:sp>
        <p:pic>
          <p:nvPicPr>
            <p:cNvPr id="18" name="Graphic 17">
              <a:extLst>
                <a:ext uri="{FF2B5EF4-FFF2-40B4-BE49-F238E27FC236}">
                  <a16:creationId xmlns:a16="http://schemas.microsoft.com/office/drawing/2014/main" id="{10EB8B8D-6004-4AED-A244-C4DC6F8DA657}"/>
                </a:ext>
              </a:extLst>
            </p:cNvPr>
            <p:cNvPicPr>
              <a:picLocks noChangeAspect="1"/>
            </p:cNvPicPr>
            <p:nvPr/>
          </p:nvPicPr>
          <p:blipFill>
            <a:blip r:embed="rId4" cstate="print">
              <a:extLst>
                <a:ext uri="{96DAC541-7B7A-43D3-8B79-37D633B846F1}">
                  <asvg:svgBlip xmlns="" xmlns:asvg="http://schemas.microsoft.com/office/drawing/2016/SVG/main" r:embed="rId5"/>
                </a:ext>
              </a:extLst>
            </a:blip>
            <a:stretch>
              <a:fillRect/>
            </a:stretch>
          </p:blipFill>
          <p:spPr>
            <a:xfrm>
              <a:off x="10591033" y="741997"/>
              <a:ext cx="171450" cy="171450"/>
            </a:xfrm>
            <a:prstGeom prst="rect">
              <a:avLst/>
            </a:prstGeom>
          </p:spPr>
        </p:pic>
        <p:pic>
          <p:nvPicPr>
            <p:cNvPr id="19" name="Picture 18">
              <a:extLst>
                <a:ext uri="{FF2B5EF4-FFF2-40B4-BE49-F238E27FC236}">
                  <a16:creationId xmlns:a16="http://schemas.microsoft.com/office/drawing/2014/main" id="{B90D907E-CA01-4229-92EF-9ABBCFBA1E6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53170" y="749176"/>
              <a:ext cx="171451" cy="171451"/>
            </a:xfrm>
            <a:prstGeom prst="rect">
              <a:avLst/>
            </a:prstGeom>
          </p:spPr>
        </p:pic>
      </p:grpSp>
      <p:pic>
        <p:nvPicPr>
          <p:cNvPr id="11" name="Graphic 10">
            <a:extLst>
              <a:ext uri="{FF2B5EF4-FFF2-40B4-BE49-F238E27FC236}">
                <a16:creationId xmlns:a16="http://schemas.microsoft.com/office/drawing/2014/main" id="{066FF2A6-21EC-4DCA-B8DA-6528DF993417}"/>
              </a:ext>
            </a:extLst>
          </p:cNvPr>
          <p:cNvPicPr>
            <a:picLocks noChangeAspect="1"/>
          </p:cNvPicPr>
          <p:nvPr/>
        </p:nvPicPr>
        <p:blipFill>
          <a:blip r:embed="rId7">
            <a:extLst>
              <a:ext uri="{96DAC541-7B7A-43D3-8B79-37D633B846F1}">
                <asvg:svgBlip xmlns="" xmlns:asvg="http://schemas.microsoft.com/office/drawing/2016/SVG/main" r:embed="rId9"/>
              </a:ext>
            </a:extLst>
          </a:blip>
          <a:stretch>
            <a:fillRect/>
          </a:stretch>
        </p:blipFill>
        <p:spPr>
          <a:xfrm>
            <a:off x="71197" y="1514474"/>
            <a:ext cx="2039974" cy="5144283"/>
          </a:xfrm>
          <a:prstGeom prst="rect">
            <a:avLst/>
          </a:prstGeom>
        </p:spPr>
      </p:pic>
      <p:sp>
        <p:nvSpPr>
          <p:cNvPr id="4" name="Rectangle 3"/>
          <p:cNvSpPr/>
          <p:nvPr/>
        </p:nvSpPr>
        <p:spPr>
          <a:xfrm>
            <a:off x="157274" y="1332015"/>
            <a:ext cx="11878629" cy="584775"/>
          </a:xfrm>
          <a:prstGeom prst="rect">
            <a:avLst/>
          </a:prstGeom>
        </p:spPr>
        <p:txBody>
          <a:bodyPr wrap="square">
            <a:spAutoFit/>
          </a:bodyPr>
          <a:lstStyle/>
          <a:p>
            <a:endParaRPr lang="en-US" sz="3200" dirty="0">
              <a:latin typeface="Arial" pitchFamily="34" charset="0"/>
              <a:cs typeface="Arial" pitchFamily="34" charset="0"/>
            </a:endParaRPr>
          </a:p>
        </p:txBody>
      </p:sp>
      <p:sp>
        <p:nvSpPr>
          <p:cNvPr id="2" name="Rectangle 1"/>
          <p:cNvSpPr/>
          <p:nvPr/>
        </p:nvSpPr>
        <p:spPr>
          <a:xfrm>
            <a:off x="2617470" y="325365"/>
            <a:ext cx="184731" cy="707886"/>
          </a:xfrm>
          <a:prstGeom prst="rect">
            <a:avLst/>
          </a:prstGeom>
        </p:spPr>
        <p:txBody>
          <a:bodyPr wrap="none">
            <a:spAutoFit/>
          </a:bodyPr>
          <a:lstStyle/>
          <a:p>
            <a:endParaRPr lang="en-US" sz="4000" b="1" dirty="0">
              <a:latin typeface="Arial" pitchFamily="34" charset="0"/>
              <a:cs typeface="Arial" pitchFamily="34" charset="0"/>
            </a:endParaRPr>
          </a:p>
        </p:txBody>
      </p:sp>
      <p:sp>
        <p:nvSpPr>
          <p:cNvPr id="5" name="Rectangle 4"/>
          <p:cNvSpPr/>
          <p:nvPr/>
        </p:nvSpPr>
        <p:spPr>
          <a:xfrm>
            <a:off x="580292" y="1179230"/>
            <a:ext cx="11218985" cy="4401205"/>
          </a:xfrm>
          <a:prstGeom prst="rect">
            <a:avLst/>
          </a:prstGeom>
        </p:spPr>
        <p:txBody>
          <a:bodyPr wrap="square">
            <a:spAutoFit/>
          </a:bodyPr>
          <a:lstStyle/>
          <a:p>
            <a:pPr lvl="0"/>
            <a:r>
              <a:rPr lang="en-US" sz="4000" b="1" dirty="0" smtClean="0">
                <a:solidFill>
                  <a:prstClr val="black"/>
                </a:solidFill>
                <a:latin typeface="Arial" pitchFamily="34" charset="0"/>
                <a:cs typeface="Arial" pitchFamily="34" charset="0"/>
              </a:rPr>
              <a:t>2. Type </a:t>
            </a:r>
            <a:r>
              <a:rPr lang="en-US" sz="4000" b="1" dirty="0">
                <a:solidFill>
                  <a:prstClr val="black"/>
                </a:solidFill>
                <a:latin typeface="Arial" pitchFamily="34" charset="0"/>
                <a:cs typeface="Arial" pitchFamily="34" charset="0"/>
              </a:rPr>
              <a:t>Theories:</a:t>
            </a:r>
          </a:p>
          <a:p>
            <a:pPr lvl="0"/>
            <a:r>
              <a:rPr lang="en-US" sz="4000" dirty="0">
                <a:solidFill>
                  <a:prstClr val="black"/>
                </a:solidFill>
                <a:latin typeface="Arial" pitchFamily="34" charset="0"/>
                <a:cs typeface="Arial" pitchFamily="34" charset="0"/>
              </a:rPr>
              <a:t>Myers-Briggs Type Indicator (MBTI):</a:t>
            </a:r>
          </a:p>
          <a:p>
            <a:pPr marL="457200" lvl="0" indent="-457200">
              <a:buFont typeface="Arial" pitchFamily="34" charset="0"/>
              <a:buChar char="•"/>
            </a:pPr>
            <a:r>
              <a:rPr lang="en-US" sz="4000" b="1" dirty="0">
                <a:solidFill>
                  <a:prstClr val="black"/>
                </a:solidFill>
                <a:latin typeface="Arial" pitchFamily="34" charset="0"/>
                <a:cs typeface="Arial" pitchFamily="34" charset="0"/>
              </a:rPr>
              <a:t>Based on four dichotomies:</a:t>
            </a:r>
          </a:p>
          <a:p>
            <a:pPr marL="571500" lvl="0" indent="-571500">
              <a:buFont typeface="Arial" pitchFamily="34" charset="0"/>
              <a:buChar char="•"/>
            </a:pPr>
            <a:r>
              <a:rPr lang="en-US" sz="3200" dirty="0">
                <a:solidFill>
                  <a:prstClr val="black"/>
                </a:solidFill>
                <a:latin typeface="Arial" pitchFamily="34" charset="0"/>
                <a:cs typeface="Arial" pitchFamily="34" charset="0"/>
              </a:rPr>
              <a:t>Introversion (I) vs. Extraversion (E)</a:t>
            </a:r>
          </a:p>
          <a:p>
            <a:pPr marL="571500" lvl="0" indent="-571500">
              <a:buFont typeface="Arial" pitchFamily="34" charset="0"/>
              <a:buChar char="•"/>
            </a:pPr>
            <a:r>
              <a:rPr lang="en-US" sz="3200" dirty="0">
                <a:solidFill>
                  <a:prstClr val="black"/>
                </a:solidFill>
                <a:latin typeface="Arial" pitchFamily="34" charset="0"/>
                <a:cs typeface="Arial" pitchFamily="34" charset="0"/>
              </a:rPr>
              <a:t>Sensing (S) vs. Intuition (N)</a:t>
            </a:r>
          </a:p>
          <a:p>
            <a:pPr marL="571500" lvl="0" indent="-571500">
              <a:buFont typeface="Arial" pitchFamily="34" charset="0"/>
              <a:buChar char="•"/>
            </a:pPr>
            <a:r>
              <a:rPr lang="en-US" sz="3200" dirty="0">
                <a:solidFill>
                  <a:prstClr val="black"/>
                </a:solidFill>
                <a:latin typeface="Arial" pitchFamily="34" charset="0"/>
                <a:cs typeface="Arial" pitchFamily="34" charset="0"/>
              </a:rPr>
              <a:t>Thinking (T) vs. Feeling (F)</a:t>
            </a:r>
          </a:p>
          <a:p>
            <a:pPr marL="571500" lvl="0" indent="-571500">
              <a:buFont typeface="Arial" pitchFamily="34" charset="0"/>
              <a:buChar char="•"/>
            </a:pPr>
            <a:r>
              <a:rPr lang="en-US" sz="3200" dirty="0">
                <a:solidFill>
                  <a:prstClr val="black"/>
                </a:solidFill>
                <a:latin typeface="Arial" pitchFamily="34" charset="0"/>
                <a:cs typeface="Arial" pitchFamily="34" charset="0"/>
              </a:rPr>
              <a:t>Judging (J) vs. Perceiving (</a:t>
            </a:r>
            <a:r>
              <a:rPr lang="en-US" sz="3200" dirty="0" smtClean="0">
                <a:solidFill>
                  <a:prstClr val="black"/>
                </a:solidFill>
                <a:latin typeface="Arial" pitchFamily="34" charset="0"/>
                <a:cs typeface="Arial" pitchFamily="34" charset="0"/>
              </a:rPr>
              <a:t>P)</a:t>
            </a:r>
          </a:p>
          <a:p>
            <a:pPr lvl="0"/>
            <a:r>
              <a:rPr lang="en-US" sz="3200" dirty="0" smtClean="0">
                <a:solidFill>
                  <a:prstClr val="black"/>
                </a:solidFill>
                <a:latin typeface="Arial" pitchFamily="34" charset="0"/>
                <a:cs typeface="Arial" pitchFamily="34" charset="0"/>
              </a:rPr>
              <a:t>Results </a:t>
            </a:r>
            <a:r>
              <a:rPr lang="en-US" sz="3200" dirty="0">
                <a:solidFill>
                  <a:prstClr val="black"/>
                </a:solidFill>
                <a:latin typeface="Arial" pitchFamily="34" charset="0"/>
                <a:cs typeface="Arial" pitchFamily="34" charset="0"/>
              </a:rPr>
              <a:t>in 16 distinct personality types (e.g., INTJ, ESFP).</a:t>
            </a:r>
          </a:p>
        </p:txBody>
      </p:sp>
      <p:sp>
        <p:nvSpPr>
          <p:cNvPr id="6" name="Rectangle 5"/>
          <p:cNvSpPr/>
          <p:nvPr/>
        </p:nvSpPr>
        <p:spPr>
          <a:xfrm>
            <a:off x="1935242" y="-385596"/>
            <a:ext cx="7971403" cy="3231654"/>
          </a:xfrm>
          <a:prstGeom prst="rect">
            <a:avLst/>
          </a:prstGeom>
        </p:spPr>
        <p:txBody>
          <a:bodyPr wrap="square">
            <a:spAutoFit/>
          </a:bodyPr>
          <a:lstStyle/>
          <a:p>
            <a:pPr lvl="0" algn="ctr"/>
            <a:endParaRPr lang="en-US" sz="4000" b="1" dirty="0" smtClean="0">
              <a:solidFill>
                <a:prstClr val="black"/>
              </a:solidFill>
              <a:latin typeface="Arial" panose="020B0604020202020204" pitchFamily="34" charset="0"/>
              <a:cs typeface="Arial" panose="020B0604020202020204" pitchFamily="34" charset="0"/>
            </a:endParaRPr>
          </a:p>
          <a:p>
            <a:pPr lvl="0" algn="ctr"/>
            <a:r>
              <a:rPr lang="en-US" sz="4000" b="1" dirty="0" smtClean="0">
                <a:solidFill>
                  <a:prstClr val="black"/>
                </a:solidFill>
                <a:latin typeface="Arial" panose="020B0604020202020204" pitchFamily="34" charset="0"/>
                <a:cs typeface="Arial" panose="020B0604020202020204" pitchFamily="34" charset="0"/>
              </a:rPr>
              <a:t>Types </a:t>
            </a:r>
            <a:r>
              <a:rPr lang="en-US" sz="4000" b="1" dirty="0">
                <a:solidFill>
                  <a:prstClr val="black"/>
                </a:solidFill>
                <a:latin typeface="Arial" panose="020B0604020202020204" pitchFamily="34" charset="0"/>
                <a:cs typeface="Arial" panose="020B0604020202020204" pitchFamily="34" charset="0"/>
              </a:rPr>
              <a:t>of Personalities</a:t>
            </a:r>
          </a:p>
          <a:p>
            <a:pPr algn="ctr"/>
            <a:endParaRPr lang="en-US" sz="4000" b="1" dirty="0">
              <a:solidFill>
                <a:prstClr val="black"/>
              </a:solidFill>
              <a:latin typeface="Arial" panose="020B0604020202020204" pitchFamily="34" charset="0"/>
              <a:cs typeface="Arial" panose="020B0604020202020204" pitchFamily="34" charset="0"/>
            </a:endParaRPr>
          </a:p>
          <a:p>
            <a:pPr lvl="0" algn="ctr"/>
            <a:endParaRPr lang="en-US" sz="4400" b="1" dirty="0" smtClean="0">
              <a:solidFill>
                <a:prstClr val="black"/>
              </a:solidFill>
              <a:latin typeface="Arial" panose="020B0604020202020204" pitchFamily="34" charset="0"/>
              <a:cs typeface="Arial" panose="020B0604020202020204" pitchFamily="34" charset="0"/>
            </a:endParaRPr>
          </a:p>
          <a:p>
            <a:endParaRPr lang="en-US" sz="4000" b="1" dirty="0">
              <a:latin typeface="Arial" pitchFamily="34" charset="0"/>
              <a:cs typeface="Arial" pitchFamily="34" charset="0"/>
            </a:endParaRPr>
          </a:p>
        </p:txBody>
      </p:sp>
      <p:pic>
        <p:nvPicPr>
          <p:cNvPr id="21" name="Picture 20"/>
          <p:cNvPicPr/>
          <p:nvPr/>
        </p:nvPicPr>
        <p:blipFill>
          <a:blip r:embed="rId10" cstate="print">
            <a:extLst>
              <a:ext uri="{28A0092B-C50C-407E-A947-70E740481C1C}">
                <a14:useLocalDpi xmlns:a14="http://schemas.microsoft.com/office/drawing/2010/main" val="0"/>
              </a:ext>
            </a:extLst>
          </a:blip>
          <a:stretch>
            <a:fillRect/>
          </a:stretch>
        </p:blipFill>
        <p:spPr bwMode="auto">
          <a:xfrm>
            <a:off x="0" y="88949"/>
            <a:ext cx="1557655" cy="943610"/>
          </a:xfrm>
          <a:prstGeom prst="rect">
            <a:avLst/>
          </a:prstGeom>
          <a:noFill/>
          <a:ln>
            <a:noFill/>
          </a:ln>
        </p:spPr>
      </p:pic>
    </p:spTree>
    <p:extLst>
      <p:ext uri="{BB962C8B-B14F-4D97-AF65-F5344CB8AC3E}">
        <p14:creationId xmlns:p14="http://schemas.microsoft.com/office/powerpoint/2010/main" val="37426699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034DD2C6-4CC8-4F4C-9615-8F42757A1CE2}"/>
              </a:ext>
            </a:extLst>
          </p:cNvPr>
          <p:cNvGrpSpPr/>
          <p:nvPr/>
        </p:nvGrpSpPr>
        <p:grpSpPr>
          <a:xfrm>
            <a:off x="589" y="-36072"/>
            <a:ext cx="12749348" cy="1115736"/>
            <a:chOff x="0" y="0"/>
            <a:chExt cx="12749348" cy="1115736"/>
          </a:xfrm>
        </p:grpSpPr>
        <p:sp>
          <p:nvSpPr>
            <p:cNvPr id="14" name="Rectangle 13">
              <a:extLst>
                <a:ext uri="{FF2B5EF4-FFF2-40B4-BE49-F238E27FC236}">
                  <a16:creationId xmlns:a16="http://schemas.microsoft.com/office/drawing/2014/main" id="{4B7C661D-5448-402F-AD37-037DDA89EAE8}"/>
                </a:ext>
              </a:extLst>
            </p:cNvPr>
            <p:cNvSpPr/>
            <p:nvPr/>
          </p:nvSpPr>
          <p:spPr>
            <a:xfrm>
              <a:off x="0" y="0"/>
              <a:ext cx="12192000" cy="1115736"/>
            </a:xfrm>
            <a:prstGeom prst="rect">
              <a:avLst/>
            </a:prstGeom>
            <a:solidFill>
              <a:srgbClr val="D32A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dirty="0"/>
            </a:p>
          </p:txBody>
        </p:sp>
        <p:sp>
          <p:nvSpPr>
            <p:cNvPr id="15" name="TextBox 14">
              <a:extLst>
                <a:ext uri="{FF2B5EF4-FFF2-40B4-BE49-F238E27FC236}">
                  <a16:creationId xmlns:a16="http://schemas.microsoft.com/office/drawing/2014/main" id="{97AA08FC-35FB-44F1-BB8F-399F019CBF4F}"/>
                </a:ext>
              </a:extLst>
            </p:cNvPr>
            <p:cNvSpPr txBox="1"/>
            <p:nvPr/>
          </p:nvSpPr>
          <p:spPr>
            <a:xfrm>
              <a:off x="10719753" y="696917"/>
              <a:ext cx="1619033" cy="261610"/>
            </a:xfrm>
            <a:prstGeom prst="rect">
              <a:avLst/>
            </a:prstGeom>
            <a:noFill/>
          </p:spPr>
          <p:txBody>
            <a:bodyPr wrap="square" rtlCol="0">
              <a:spAutoFit/>
            </a:bodyPr>
            <a:lstStyle/>
            <a:p>
              <a:r>
                <a:rPr lang="en-US" sz="1100" dirty="0" err="1">
                  <a:solidFill>
                    <a:schemeClr val="bg1"/>
                  </a:solidFill>
                </a:rPr>
                <a:t>unioffaisalabad</a:t>
              </a:r>
              <a:endParaRPr lang="x-none" sz="1100" dirty="0">
                <a:solidFill>
                  <a:schemeClr val="bg1"/>
                </a:solidFill>
              </a:endParaRPr>
            </a:p>
          </p:txBody>
        </p:sp>
        <p:pic>
          <p:nvPicPr>
            <p:cNvPr id="16" name="Graphic 15">
              <a:extLst>
                <a:ext uri="{FF2B5EF4-FFF2-40B4-BE49-F238E27FC236}">
                  <a16:creationId xmlns:a16="http://schemas.microsoft.com/office/drawing/2014/main" id="{ABF06EB7-5284-4699-8F45-3C74960363D1}"/>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9906056" y="403986"/>
              <a:ext cx="261610" cy="261610"/>
            </a:xfrm>
            <a:prstGeom prst="rect">
              <a:avLst/>
            </a:prstGeom>
          </p:spPr>
        </p:pic>
        <p:sp>
          <p:nvSpPr>
            <p:cNvPr id="17" name="TextBox 16">
              <a:extLst>
                <a:ext uri="{FF2B5EF4-FFF2-40B4-BE49-F238E27FC236}">
                  <a16:creationId xmlns:a16="http://schemas.microsoft.com/office/drawing/2014/main" id="{FDFE4515-6F2B-4BB8-8018-36AFB06BA194}"/>
                </a:ext>
              </a:extLst>
            </p:cNvPr>
            <p:cNvSpPr txBox="1"/>
            <p:nvPr/>
          </p:nvSpPr>
          <p:spPr>
            <a:xfrm>
              <a:off x="10142944" y="350125"/>
              <a:ext cx="2606404" cy="369332"/>
            </a:xfrm>
            <a:prstGeom prst="rect">
              <a:avLst/>
            </a:prstGeom>
            <a:noFill/>
          </p:spPr>
          <p:txBody>
            <a:bodyPr wrap="square" rtlCol="0">
              <a:spAutoFit/>
            </a:bodyPr>
            <a:lstStyle/>
            <a:p>
              <a:r>
                <a:rPr lang="x-none" dirty="0">
                  <a:solidFill>
                    <a:schemeClr val="bg1"/>
                  </a:solidFill>
                </a:rPr>
                <a:t>w</a:t>
              </a:r>
              <a:r>
                <a:rPr lang="en-US" dirty="0">
                  <a:solidFill>
                    <a:schemeClr val="bg1"/>
                  </a:solidFill>
                </a:rPr>
                <a:t>w</a:t>
              </a:r>
              <a:r>
                <a:rPr lang="x-none" dirty="0">
                  <a:solidFill>
                    <a:schemeClr val="bg1"/>
                  </a:solidFill>
                </a:rPr>
                <a:t>w.</a:t>
              </a:r>
              <a:r>
                <a:rPr lang="en-US" dirty="0">
                  <a:solidFill>
                    <a:schemeClr val="bg1"/>
                  </a:solidFill>
                </a:rPr>
                <a:t>t</a:t>
              </a:r>
              <a:r>
                <a:rPr lang="x-none" dirty="0">
                  <a:solidFill>
                    <a:schemeClr val="bg1"/>
                  </a:solidFill>
                </a:rPr>
                <a:t>u</a:t>
              </a:r>
              <a:r>
                <a:rPr lang="en-US" dirty="0">
                  <a:solidFill>
                    <a:schemeClr val="bg1"/>
                  </a:solidFill>
                </a:rPr>
                <a:t>f</a:t>
              </a:r>
              <a:r>
                <a:rPr lang="x-none" dirty="0">
                  <a:solidFill>
                    <a:schemeClr val="bg1"/>
                  </a:solidFill>
                </a:rPr>
                <a:t>.</a:t>
              </a:r>
              <a:r>
                <a:rPr lang="en-US" dirty="0">
                  <a:solidFill>
                    <a:schemeClr val="bg1"/>
                  </a:solidFill>
                </a:rPr>
                <a:t>e</a:t>
              </a:r>
              <a:r>
                <a:rPr lang="x-none" dirty="0">
                  <a:solidFill>
                    <a:schemeClr val="bg1"/>
                  </a:solidFill>
                </a:rPr>
                <a:t>d</a:t>
              </a:r>
              <a:r>
                <a:rPr lang="en-US" dirty="0">
                  <a:solidFill>
                    <a:schemeClr val="bg1"/>
                  </a:solidFill>
                </a:rPr>
                <a:t>u</a:t>
              </a:r>
              <a:r>
                <a:rPr lang="x-none" dirty="0">
                  <a:solidFill>
                    <a:schemeClr val="bg1"/>
                  </a:solidFill>
                </a:rPr>
                <a:t>.</a:t>
              </a:r>
              <a:r>
                <a:rPr lang="en-US" dirty="0">
                  <a:solidFill>
                    <a:schemeClr val="bg1"/>
                  </a:solidFill>
                </a:rPr>
                <a:t>p</a:t>
              </a:r>
              <a:r>
                <a:rPr lang="x-none" dirty="0">
                  <a:solidFill>
                    <a:schemeClr val="bg1"/>
                  </a:solidFill>
                </a:rPr>
                <a:t>k</a:t>
              </a:r>
            </a:p>
          </p:txBody>
        </p:sp>
        <p:pic>
          <p:nvPicPr>
            <p:cNvPr id="18" name="Graphic 17">
              <a:extLst>
                <a:ext uri="{FF2B5EF4-FFF2-40B4-BE49-F238E27FC236}">
                  <a16:creationId xmlns:a16="http://schemas.microsoft.com/office/drawing/2014/main" id="{10EB8B8D-6004-4AED-A244-C4DC6F8DA657}"/>
                </a:ext>
              </a:extLst>
            </p:cNvPr>
            <p:cNvPicPr>
              <a:picLocks noChangeAspect="1"/>
            </p:cNvPicPr>
            <p:nvPr/>
          </p:nvPicPr>
          <p:blipFill>
            <a:blip r:embed="rId4" cstate="print">
              <a:extLst>
                <a:ext uri="{96DAC541-7B7A-43D3-8B79-37D633B846F1}">
                  <asvg:svgBlip xmlns="" xmlns:asvg="http://schemas.microsoft.com/office/drawing/2016/SVG/main" r:embed="rId5"/>
                </a:ext>
              </a:extLst>
            </a:blip>
            <a:stretch>
              <a:fillRect/>
            </a:stretch>
          </p:blipFill>
          <p:spPr>
            <a:xfrm>
              <a:off x="10591033" y="741997"/>
              <a:ext cx="171450" cy="171450"/>
            </a:xfrm>
            <a:prstGeom prst="rect">
              <a:avLst/>
            </a:prstGeom>
          </p:spPr>
        </p:pic>
        <p:pic>
          <p:nvPicPr>
            <p:cNvPr id="19" name="Picture 18">
              <a:extLst>
                <a:ext uri="{FF2B5EF4-FFF2-40B4-BE49-F238E27FC236}">
                  <a16:creationId xmlns:a16="http://schemas.microsoft.com/office/drawing/2014/main" id="{B90D907E-CA01-4229-92EF-9ABBCFBA1E6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53170" y="749176"/>
              <a:ext cx="171451" cy="171451"/>
            </a:xfrm>
            <a:prstGeom prst="rect">
              <a:avLst/>
            </a:prstGeom>
          </p:spPr>
        </p:pic>
      </p:grpSp>
      <p:pic>
        <p:nvPicPr>
          <p:cNvPr id="11" name="Graphic 10">
            <a:extLst>
              <a:ext uri="{FF2B5EF4-FFF2-40B4-BE49-F238E27FC236}">
                <a16:creationId xmlns:a16="http://schemas.microsoft.com/office/drawing/2014/main" id="{066FF2A6-21EC-4DCA-B8DA-6528DF993417}"/>
              </a:ext>
            </a:extLst>
          </p:cNvPr>
          <p:cNvPicPr>
            <a:picLocks noChangeAspect="1"/>
          </p:cNvPicPr>
          <p:nvPr/>
        </p:nvPicPr>
        <p:blipFill>
          <a:blip r:embed="rId7">
            <a:extLst>
              <a:ext uri="{96DAC541-7B7A-43D3-8B79-37D633B846F1}">
                <asvg:svgBlip xmlns="" xmlns:asvg="http://schemas.microsoft.com/office/drawing/2016/SVG/main" r:embed="rId9"/>
              </a:ext>
            </a:extLst>
          </a:blip>
          <a:stretch>
            <a:fillRect/>
          </a:stretch>
        </p:blipFill>
        <p:spPr>
          <a:xfrm>
            <a:off x="71197" y="1514474"/>
            <a:ext cx="2039974" cy="5144283"/>
          </a:xfrm>
          <a:prstGeom prst="rect">
            <a:avLst/>
          </a:prstGeom>
        </p:spPr>
      </p:pic>
      <p:sp>
        <p:nvSpPr>
          <p:cNvPr id="4" name="Rectangle 3"/>
          <p:cNvSpPr/>
          <p:nvPr/>
        </p:nvSpPr>
        <p:spPr>
          <a:xfrm>
            <a:off x="157274" y="1332015"/>
            <a:ext cx="11878629" cy="584775"/>
          </a:xfrm>
          <a:prstGeom prst="rect">
            <a:avLst/>
          </a:prstGeom>
        </p:spPr>
        <p:txBody>
          <a:bodyPr wrap="square">
            <a:spAutoFit/>
          </a:bodyPr>
          <a:lstStyle/>
          <a:p>
            <a:endParaRPr lang="en-US" sz="3200" dirty="0">
              <a:latin typeface="Arial" pitchFamily="34" charset="0"/>
              <a:cs typeface="Arial" pitchFamily="34" charset="0"/>
            </a:endParaRPr>
          </a:p>
        </p:txBody>
      </p:sp>
      <p:sp>
        <p:nvSpPr>
          <p:cNvPr id="2" name="Rectangle 1"/>
          <p:cNvSpPr/>
          <p:nvPr/>
        </p:nvSpPr>
        <p:spPr>
          <a:xfrm>
            <a:off x="2617470" y="325365"/>
            <a:ext cx="184731" cy="707886"/>
          </a:xfrm>
          <a:prstGeom prst="rect">
            <a:avLst/>
          </a:prstGeom>
        </p:spPr>
        <p:txBody>
          <a:bodyPr wrap="none">
            <a:spAutoFit/>
          </a:bodyPr>
          <a:lstStyle/>
          <a:p>
            <a:endParaRPr lang="en-US" sz="4000" b="1" dirty="0">
              <a:latin typeface="Arial" pitchFamily="34" charset="0"/>
              <a:cs typeface="Arial" pitchFamily="34" charset="0"/>
            </a:endParaRPr>
          </a:p>
        </p:txBody>
      </p:sp>
      <p:pic>
        <p:nvPicPr>
          <p:cNvPr id="21" name="Picture 20"/>
          <p:cNvPicPr/>
          <p:nvPr/>
        </p:nvPicPr>
        <p:blipFill>
          <a:blip r:embed="rId10" cstate="print">
            <a:extLst>
              <a:ext uri="{28A0092B-C50C-407E-A947-70E740481C1C}">
                <a14:useLocalDpi xmlns:a14="http://schemas.microsoft.com/office/drawing/2010/main" val="0"/>
              </a:ext>
            </a:extLst>
          </a:blip>
          <a:stretch>
            <a:fillRect/>
          </a:stretch>
        </p:blipFill>
        <p:spPr bwMode="auto">
          <a:xfrm>
            <a:off x="0" y="88949"/>
            <a:ext cx="1557655" cy="943610"/>
          </a:xfrm>
          <a:prstGeom prst="rect">
            <a:avLst/>
          </a:prstGeom>
          <a:noFill/>
          <a:ln>
            <a:noFill/>
          </a:ln>
        </p:spPr>
      </p:pic>
      <p:pic>
        <p:nvPicPr>
          <p:cNvPr id="8" name="Picture 7"/>
          <p:cNvPicPr>
            <a:picLocks noChangeAspect="1"/>
          </p:cNvPicPr>
          <p:nvPr/>
        </p:nvPicPr>
        <p:blipFill>
          <a:blip r:embed="rId11"/>
          <a:stretch>
            <a:fillRect/>
          </a:stretch>
        </p:blipFill>
        <p:spPr>
          <a:xfrm>
            <a:off x="2196737" y="1133525"/>
            <a:ext cx="9753600" cy="4747920"/>
          </a:xfrm>
          <a:prstGeom prst="rect">
            <a:avLst/>
          </a:prstGeom>
        </p:spPr>
      </p:pic>
    </p:spTree>
    <p:extLst>
      <p:ext uri="{BB962C8B-B14F-4D97-AF65-F5344CB8AC3E}">
        <p14:creationId xmlns:p14="http://schemas.microsoft.com/office/powerpoint/2010/main" val="20206661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034DD2C6-4CC8-4F4C-9615-8F42757A1CE2}"/>
              </a:ext>
            </a:extLst>
          </p:cNvPr>
          <p:cNvGrpSpPr/>
          <p:nvPr/>
        </p:nvGrpSpPr>
        <p:grpSpPr>
          <a:xfrm>
            <a:off x="589" y="-36072"/>
            <a:ext cx="12749348" cy="1115736"/>
            <a:chOff x="0" y="0"/>
            <a:chExt cx="12749348" cy="1115736"/>
          </a:xfrm>
        </p:grpSpPr>
        <p:sp>
          <p:nvSpPr>
            <p:cNvPr id="14" name="Rectangle 13">
              <a:extLst>
                <a:ext uri="{FF2B5EF4-FFF2-40B4-BE49-F238E27FC236}">
                  <a16:creationId xmlns:a16="http://schemas.microsoft.com/office/drawing/2014/main" id="{4B7C661D-5448-402F-AD37-037DDA89EAE8}"/>
                </a:ext>
              </a:extLst>
            </p:cNvPr>
            <p:cNvSpPr/>
            <p:nvPr/>
          </p:nvSpPr>
          <p:spPr>
            <a:xfrm>
              <a:off x="0" y="0"/>
              <a:ext cx="12192000" cy="1115736"/>
            </a:xfrm>
            <a:prstGeom prst="rect">
              <a:avLst/>
            </a:prstGeom>
            <a:solidFill>
              <a:srgbClr val="D32A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dirty="0"/>
            </a:p>
          </p:txBody>
        </p:sp>
        <p:sp>
          <p:nvSpPr>
            <p:cNvPr id="15" name="TextBox 14">
              <a:extLst>
                <a:ext uri="{FF2B5EF4-FFF2-40B4-BE49-F238E27FC236}">
                  <a16:creationId xmlns:a16="http://schemas.microsoft.com/office/drawing/2014/main" id="{97AA08FC-35FB-44F1-BB8F-399F019CBF4F}"/>
                </a:ext>
              </a:extLst>
            </p:cNvPr>
            <p:cNvSpPr txBox="1"/>
            <p:nvPr/>
          </p:nvSpPr>
          <p:spPr>
            <a:xfrm>
              <a:off x="10719753" y="696917"/>
              <a:ext cx="1619033" cy="261610"/>
            </a:xfrm>
            <a:prstGeom prst="rect">
              <a:avLst/>
            </a:prstGeom>
            <a:noFill/>
          </p:spPr>
          <p:txBody>
            <a:bodyPr wrap="square" rtlCol="0">
              <a:spAutoFit/>
            </a:bodyPr>
            <a:lstStyle/>
            <a:p>
              <a:r>
                <a:rPr lang="en-US" sz="1100" dirty="0" err="1">
                  <a:solidFill>
                    <a:schemeClr val="bg1"/>
                  </a:solidFill>
                </a:rPr>
                <a:t>unioffaisalabad</a:t>
              </a:r>
              <a:endParaRPr lang="x-none" sz="1100" dirty="0">
                <a:solidFill>
                  <a:schemeClr val="bg1"/>
                </a:solidFill>
              </a:endParaRPr>
            </a:p>
          </p:txBody>
        </p:sp>
        <p:pic>
          <p:nvPicPr>
            <p:cNvPr id="16" name="Graphic 15">
              <a:extLst>
                <a:ext uri="{FF2B5EF4-FFF2-40B4-BE49-F238E27FC236}">
                  <a16:creationId xmlns:a16="http://schemas.microsoft.com/office/drawing/2014/main" id="{ABF06EB7-5284-4699-8F45-3C74960363D1}"/>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9906056" y="403986"/>
              <a:ext cx="261610" cy="261610"/>
            </a:xfrm>
            <a:prstGeom prst="rect">
              <a:avLst/>
            </a:prstGeom>
          </p:spPr>
        </p:pic>
        <p:sp>
          <p:nvSpPr>
            <p:cNvPr id="17" name="TextBox 16">
              <a:extLst>
                <a:ext uri="{FF2B5EF4-FFF2-40B4-BE49-F238E27FC236}">
                  <a16:creationId xmlns:a16="http://schemas.microsoft.com/office/drawing/2014/main" id="{FDFE4515-6F2B-4BB8-8018-36AFB06BA194}"/>
                </a:ext>
              </a:extLst>
            </p:cNvPr>
            <p:cNvSpPr txBox="1"/>
            <p:nvPr/>
          </p:nvSpPr>
          <p:spPr>
            <a:xfrm>
              <a:off x="10142944" y="350125"/>
              <a:ext cx="2606404" cy="369332"/>
            </a:xfrm>
            <a:prstGeom prst="rect">
              <a:avLst/>
            </a:prstGeom>
            <a:noFill/>
          </p:spPr>
          <p:txBody>
            <a:bodyPr wrap="square" rtlCol="0">
              <a:spAutoFit/>
            </a:bodyPr>
            <a:lstStyle/>
            <a:p>
              <a:r>
                <a:rPr lang="x-none" dirty="0">
                  <a:solidFill>
                    <a:schemeClr val="bg1"/>
                  </a:solidFill>
                </a:rPr>
                <a:t>w</a:t>
              </a:r>
              <a:r>
                <a:rPr lang="en-US" dirty="0">
                  <a:solidFill>
                    <a:schemeClr val="bg1"/>
                  </a:solidFill>
                </a:rPr>
                <a:t>w</a:t>
              </a:r>
              <a:r>
                <a:rPr lang="x-none" dirty="0">
                  <a:solidFill>
                    <a:schemeClr val="bg1"/>
                  </a:solidFill>
                </a:rPr>
                <a:t>w.</a:t>
              </a:r>
              <a:r>
                <a:rPr lang="en-US" dirty="0">
                  <a:solidFill>
                    <a:schemeClr val="bg1"/>
                  </a:solidFill>
                </a:rPr>
                <a:t>t</a:t>
              </a:r>
              <a:r>
                <a:rPr lang="x-none" dirty="0">
                  <a:solidFill>
                    <a:schemeClr val="bg1"/>
                  </a:solidFill>
                </a:rPr>
                <a:t>u</a:t>
              </a:r>
              <a:r>
                <a:rPr lang="en-US" dirty="0">
                  <a:solidFill>
                    <a:schemeClr val="bg1"/>
                  </a:solidFill>
                </a:rPr>
                <a:t>f</a:t>
              </a:r>
              <a:r>
                <a:rPr lang="x-none" dirty="0">
                  <a:solidFill>
                    <a:schemeClr val="bg1"/>
                  </a:solidFill>
                </a:rPr>
                <a:t>.</a:t>
              </a:r>
              <a:r>
                <a:rPr lang="en-US" dirty="0">
                  <a:solidFill>
                    <a:schemeClr val="bg1"/>
                  </a:solidFill>
                </a:rPr>
                <a:t>e</a:t>
              </a:r>
              <a:r>
                <a:rPr lang="x-none" dirty="0">
                  <a:solidFill>
                    <a:schemeClr val="bg1"/>
                  </a:solidFill>
                </a:rPr>
                <a:t>d</a:t>
              </a:r>
              <a:r>
                <a:rPr lang="en-US" dirty="0">
                  <a:solidFill>
                    <a:schemeClr val="bg1"/>
                  </a:solidFill>
                </a:rPr>
                <a:t>u</a:t>
              </a:r>
              <a:r>
                <a:rPr lang="x-none" dirty="0">
                  <a:solidFill>
                    <a:schemeClr val="bg1"/>
                  </a:solidFill>
                </a:rPr>
                <a:t>.</a:t>
              </a:r>
              <a:r>
                <a:rPr lang="en-US" dirty="0">
                  <a:solidFill>
                    <a:schemeClr val="bg1"/>
                  </a:solidFill>
                </a:rPr>
                <a:t>p</a:t>
              </a:r>
              <a:r>
                <a:rPr lang="x-none" dirty="0">
                  <a:solidFill>
                    <a:schemeClr val="bg1"/>
                  </a:solidFill>
                </a:rPr>
                <a:t>k</a:t>
              </a:r>
            </a:p>
          </p:txBody>
        </p:sp>
        <p:pic>
          <p:nvPicPr>
            <p:cNvPr id="18" name="Graphic 17">
              <a:extLst>
                <a:ext uri="{FF2B5EF4-FFF2-40B4-BE49-F238E27FC236}">
                  <a16:creationId xmlns:a16="http://schemas.microsoft.com/office/drawing/2014/main" id="{10EB8B8D-6004-4AED-A244-C4DC6F8DA657}"/>
                </a:ext>
              </a:extLst>
            </p:cNvPr>
            <p:cNvPicPr>
              <a:picLocks noChangeAspect="1"/>
            </p:cNvPicPr>
            <p:nvPr/>
          </p:nvPicPr>
          <p:blipFill>
            <a:blip r:embed="rId4" cstate="print">
              <a:extLst>
                <a:ext uri="{96DAC541-7B7A-43D3-8B79-37D633B846F1}">
                  <asvg:svgBlip xmlns="" xmlns:asvg="http://schemas.microsoft.com/office/drawing/2016/SVG/main" r:embed="rId5"/>
                </a:ext>
              </a:extLst>
            </a:blip>
            <a:stretch>
              <a:fillRect/>
            </a:stretch>
          </p:blipFill>
          <p:spPr>
            <a:xfrm>
              <a:off x="10591033" y="741997"/>
              <a:ext cx="171450" cy="171450"/>
            </a:xfrm>
            <a:prstGeom prst="rect">
              <a:avLst/>
            </a:prstGeom>
          </p:spPr>
        </p:pic>
        <p:pic>
          <p:nvPicPr>
            <p:cNvPr id="19" name="Picture 18">
              <a:extLst>
                <a:ext uri="{FF2B5EF4-FFF2-40B4-BE49-F238E27FC236}">
                  <a16:creationId xmlns:a16="http://schemas.microsoft.com/office/drawing/2014/main" id="{B90D907E-CA01-4229-92EF-9ABBCFBA1E6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53170" y="749176"/>
              <a:ext cx="171451" cy="171451"/>
            </a:xfrm>
            <a:prstGeom prst="rect">
              <a:avLst/>
            </a:prstGeom>
          </p:spPr>
        </p:pic>
      </p:grpSp>
      <p:pic>
        <p:nvPicPr>
          <p:cNvPr id="11" name="Graphic 10">
            <a:extLst>
              <a:ext uri="{FF2B5EF4-FFF2-40B4-BE49-F238E27FC236}">
                <a16:creationId xmlns:a16="http://schemas.microsoft.com/office/drawing/2014/main" id="{066FF2A6-21EC-4DCA-B8DA-6528DF993417}"/>
              </a:ext>
            </a:extLst>
          </p:cNvPr>
          <p:cNvPicPr>
            <a:picLocks noChangeAspect="1"/>
          </p:cNvPicPr>
          <p:nvPr/>
        </p:nvPicPr>
        <p:blipFill>
          <a:blip r:embed="rId7">
            <a:extLst>
              <a:ext uri="{96DAC541-7B7A-43D3-8B79-37D633B846F1}">
                <asvg:svgBlip xmlns="" xmlns:asvg="http://schemas.microsoft.com/office/drawing/2016/SVG/main" r:embed="rId9"/>
              </a:ext>
            </a:extLst>
          </a:blip>
          <a:stretch>
            <a:fillRect/>
          </a:stretch>
        </p:blipFill>
        <p:spPr>
          <a:xfrm>
            <a:off x="71197" y="1514474"/>
            <a:ext cx="2039974" cy="5144283"/>
          </a:xfrm>
          <a:prstGeom prst="rect">
            <a:avLst/>
          </a:prstGeom>
        </p:spPr>
      </p:pic>
      <p:sp>
        <p:nvSpPr>
          <p:cNvPr id="4" name="Rectangle 3"/>
          <p:cNvSpPr/>
          <p:nvPr/>
        </p:nvSpPr>
        <p:spPr>
          <a:xfrm>
            <a:off x="157274" y="1332015"/>
            <a:ext cx="11878629" cy="584775"/>
          </a:xfrm>
          <a:prstGeom prst="rect">
            <a:avLst/>
          </a:prstGeom>
        </p:spPr>
        <p:txBody>
          <a:bodyPr wrap="square">
            <a:spAutoFit/>
          </a:bodyPr>
          <a:lstStyle/>
          <a:p>
            <a:endParaRPr lang="en-US" sz="3200" dirty="0">
              <a:latin typeface="Arial" pitchFamily="34" charset="0"/>
              <a:cs typeface="Arial" pitchFamily="34" charset="0"/>
            </a:endParaRPr>
          </a:p>
        </p:txBody>
      </p:sp>
      <p:sp>
        <p:nvSpPr>
          <p:cNvPr id="2" name="Rectangle 1"/>
          <p:cNvSpPr/>
          <p:nvPr/>
        </p:nvSpPr>
        <p:spPr>
          <a:xfrm>
            <a:off x="2617470" y="325365"/>
            <a:ext cx="184731" cy="707886"/>
          </a:xfrm>
          <a:prstGeom prst="rect">
            <a:avLst/>
          </a:prstGeom>
        </p:spPr>
        <p:txBody>
          <a:bodyPr wrap="none">
            <a:spAutoFit/>
          </a:bodyPr>
          <a:lstStyle/>
          <a:p>
            <a:endParaRPr lang="en-US" sz="4000" b="1" dirty="0">
              <a:latin typeface="Arial" pitchFamily="34" charset="0"/>
              <a:cs typeface="Arial" pitchFamily="34" charset="0"/>
            </a:endParaRPr>
          </a:p>
        </p:txBody>
      </p:sp>
      <p:sp>
        <p:nvSpPr>
          <p:cNvPr id="5" name="Rectangle 4"/>
          <p:cNvSpPr/>
          <p:nvPr/>
        </p:nvSpPr>
        <p:spPr>
          <a:xfrm>
            <a:off x="157274" y="1146272"/>
            <a:ext cx="11878629" cy="3785652"/>
          </a:xfrm>
          <a:prstGeom prst="rect">
            <a:avLst/>
          </a:prstGeom>
        </p:spPr>
        <p:txBody>
          <a:bodyPr wrap="square">
            <a:spAutoFit/>
          </a:bodyPr>
          <a:lstStyle/>
          <a:p>
            <a:pPr lvl="0"/>
            <a:r>
              <a:rPr lang="en-US" sz="3600" b="1" dirty="0" smtClean="0">
                <a:solidFill>
                  <a:prstClr val="black"/>
                </a:solidFill>
                <a:latin typeface="Arial" pitchFamily="34" charset="0"/>
                <a:cs typeface="Arial" pitchFamily="34" charset="0"/>
              </a:rPr>
              <a:t>3. Behavioral </a:t>
            </a:r>
            <a:r>
              <a:rPr lang="en-US" sz="3600" b="1" dirty="0">
                <a:solidFill>
                  <a:prstClr val="black"/>
                </a:solidFill>
                <a:latin typeface="Arial" pitchFamily="34" charset="0"/>
                <a:cs typeface="Arial" pitchFamily="34" charset="0"/>
              </a:rPr>
              <a:t>Theories:</a:t>
            </a:r>
          </a:p>
          <a:p>
            <a:pPr lvl="0"/>
            <a:r>
              <a:rPr lang="en-US" sz="2400" dirty="0">
                <a:solidFill>
                  <a:prstClr val="black"/>
                </a:solidFill>
                <a:latin typeface="Arial" pitchFamily="34" charset="0"/>
                <a:cs typeface="Arial" pitchFamily="34" charset="0"/>
              </a:rPr>
              <a:t>Emphasize observable behaviors rather than internal traits.</a:t>
            </a:r>
          </a:p>
          <a:p>
            <a:pPr lvl="0"/>
            <a:r>
              <a:rPr lang="en-US" sz="2400" dirty="0">
                <a:solidFill>
                  <a:prstClr val="black"/>
                </a:solidFill>
                <a:latin typeface="Arial" pitchFamily="34" charset="0"/>
                <a:cs typeface="Arial" pitchFamily="34" charset="0"/>
              </a:rPr>
              <a:t>Personality is shaped through interactions with the environment and learned behaviors.</a:t>
            </a:r>
          </a:p>
          <a:p>
            <a:pPr lvl="0"/>
            <a:r>
              <a:rPr lang="en-US" sz="3600" b="1" dirty="0" smtClean="0">
                <a:solidFill>
                  <a:prstClr val="black"/>
                </a:solidFill>
                <a:latin typeface="Arial" pitchFamily="34" charset="0"/>
                <a:cs typeface="Arial" pitchFamily="34" charset="0"/>
              </a:rPr>
              <a:t>4. Psychodynamic </a:t>
            </a:r>
            <a:r>
              <a:rPr lang="en-US" sz="3600" b="1" dirty="0">
                <a:solidFill>
                  <a:prstClr val="black"/>
                </a:solidFill>
                <a:latin typeface="Arial" pitchFamily="34" charset="0"/>
                <a:cs typeface="Arial" pitchFamily="34" charset="0"/>
              </a:rPr>
              <a:t>Theories:</a:t>
            </a:r>
          </a:p>
          <a:p>
            <a:pPr lvl="0"/>
            <a:r>
              <a:rPr lang="en-US" sz="2400" dirty="0">
                <a:solidFill>
                  <a:prstClr val="black"/>
                </a:solidFill>
                <a:latin typeface="Arial" pitchFamily="34" charset="0"/>
                <a:cs typeface="Arial" pitchFamily="34" charset="0"/>
              </a:rPr>
              <a:t>Based on Freud's ideas, focusing on unconscious motivations and childhood experiences.</a:t>
            </a:r>
          </a:p>
          <a:p>
            <a:pPr lvl="0"/>
            <a:r>
              <a:rPr lang="en-US" sz="2400" dirty="0">
                <a:solidFill>
                  <a:prstClr val="black"/>
                </a:solidFill>
                <a:latin typeface="Arial" pitchFamily="34" charset="0"/>
                <a:cs typeface="Arial" pitchFamily="34" charset="0"/>
              </a:rPr>
              <a:t>Personality consists of the id (</a:t>
            </a:r>
            <a:r>
              <a:rPr lang="en-US" sz="2400" dirty="0" smtClean="0">
                <a:solidFill>
                  <a:prstClr val="black"/>
                </a:solidFill>
                <a:latin typeface="Arial" pitchFamily="34" charset="0"/>
                <a:cs typeface="Arial" pitchFamily="34" charset="0"/>
              </a:rPr>
              <a:t>instinct </a:t>
            </a:r>
            <a:r>
              <a:rPr lang="en-US" sz="2400" dirty="0">
                <a:solidFill>
                  <a:prstClr val="black"/>
                </a:solidFill>
                <a:latin typeface="Arial" pitchFamily="34" charset="0"/>
                <a:cs typeface="Arial" pitchFamily="34" charset="0"/>
              </a:rPr>
              <a:t>desires), ego (realistic mediator), and superego (moral standards).</a:t>
            </a:r>
          </a:p>
        </p:txBody>
      </p:sp>
      <p:sp>
        <p:nvSpPr>
          <p:cNvPr id="6" name="Rectangle 5"/>
          <p:cNvSpPr/>
          <p:nvPr/>
        </p:nvSpPr>
        <p:spPr>
          <a:xfrm>
            <a:off x="1673278" y="18610"/>
            <a:ext cx="8217587" cy="2062103"/>
          </a:xfrm>
          <a:prstGeom prst="rect">
            <a:avLst/>
          </a:prstGeom>
        </p:spPr>
        <p:txBody>
          <a:bodyPr wrap="square">
            <a:spAutoFit/>
          </a:bodyPr>
          <a:lstStyle/>
          <a:p>
            <a:pPr lvl="0" algn="ctr"/>
            <a:r>
              <a:rPr lang="en-US" sz="4000" b="1" dirty="0">
                <a:solidFill>
                  <a:prstClr val="black"/>
                </a:solidFill>
                <a:latin typeface="Arial" panose="020B0604020202020204" pitchFamily="34" charset="0"/>
                <a:cs typeface="Arial" panose="020B0604020202020204" pitchFamily="34" charset="0"/>
              </a:rPr>
              <a:t> </a:t>
            </a:r>
            <a:r>
              <a:rPr lang="en-US" sz="4000" b="1" dirty="0" smtClean="0">
                <a:solidFill>
                  <a:prstClr val="black"/>
                </a:solidFill>
                <a:latin typeface="Arial" panose="020B0604020202020204" pitchFamily="34" charset="0"/>
                <a:cs typeface="Arial" panose="020B0604020202020204" pitchFamily="34" charset="0"/>
              </a:rPr>
              <a:t>    </a:t>
            </a:r>
            <a:r>
              <a:rPr lang="en-US" sz="4800" b="1" dirty="0" smtClean="0">
                <a:solidFill>
                  <a:prstClr val="black"/>
                </a:solidFill>
                <a:latin typeface="Arial" panose="020B0604020202020204" pitchFamily="34" charset="0"/>
                <a:cs typeface="Arial" panose="020B0604020202020204" pitchFamily="34" charset="0"/>
              </a:rPr>
              <a:t>Types </a:t>
            </a:r>
            <a:r>
              <a:rPr lang="en-US" sz="4800" b="1" dirty="0">
                <a:solidFill>
                  <a:prstClr val="black"/>
                </a:solidFill>
                <a:latin typeface="Arial" panose="020B0604020202020204" pitchFamily="34" charset="0"/>
                <a:cs typeface="Arial" panose="020B0604020202020204" pitchFamily="34" charset="0"/>
              </a:rPr>
              <a:t>of Personalities</a:t>
            </a:r>
          </a:p>
          <a:p>
            <a:endParaRPr lang="en-US" sz="4000" b="1" dirty="0">
              <a:solidFill>
                <a:prstClr val="black"/>
              </a:solidFill>
              <a:latin typeface="Arial" panose="020B0604020202020204" pitchFamily="34" charset="0"/>
              <a:cs typeface="Arial" panose="020B0604020202020204" pitchFamily="34" charset="0"/>
            </a:endParaRPr>
          </a:p>
          <a:p>
            <a:endParaRPr lang="en-US" sz="4000" b="1" dirty="0">
              <a:latin typeface="Arial" pitchFamily="34" charset="0"/>
              <a:cs typeface="Arial" pitchFamily="34" charset="0"/>
            </a:endParaRPr>
          </a:p>
        </p:txBody>
      </p:sp>
      <p:pic>
        <p:nvPicPr>
          <p:cNvPr id="21" name="Picture 20"/>
          <p:cNvPicPr/>
          <p:nvPr/>
        </p:nvPicPr>
        <p:blipFill>
          <a:blip r:embed="rId10" cstate="print">
            <a:extLst>
              <a:ext uri="{28A0092B-C50C-407E-A947-70E740481C1C}">
                <a14:useLocalDpi xmlns:a14="http://schemas.microsoft.com/office/drawing/2010/main" val="0"/>
              </a:ext>
            </a:extLst>
          </a:blip>
          <a:stretch>
            <a:fillRect/>
          </a:stretch>
        </p:blipFill>
        <p:spPr bwMode="auto">
          <a:xfrm>
            <a:off x="0" y="88949"/>
            <a:ext cx="1557655" cy="943610"/>
          </a:xfrm>
          <a:prstGeom prst="rect">
            <a:avLst/>
          </a:prstGeom>
          <a:noFill/>
          <a:ln>
            <a:noFill/>
          </a:ln>
        </p:spPr>
      </p:pic>
    </p:spTree>
    <p:extLst>
      <p:ext uri="{BB962C8B-B14F-4D97-AF65-F5344CB8AC3E}">
        <p14:creationId xmlns:p14="http://schemas.microsoft.com/office/powerpoint/2010/main" val="2434910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034DD2C6-4CC8-4F4C-9615-8F42757A1CE2}"/>
              </a:ext>
            </a:extLst>
          </p:cNvPr>
          <p:cNvGrpSpPr/>
          <p:nvPr/>
        </p:nvGrpSpPr>
        <p:grpSpPr>
          <a:xfrm>
            <a:off x="589" y="-36072"/>
            <a:ext cx="12749348" cy="1115736"/>
            <a:chOff x="0" y="0"/>
            <a:chExt cx="12749348" cy="1115736"/>
          </a:xfrm>
        </p:grpSpPr>
        <p:sp>
          <p:nvSpPr>
            <p:cNvPr id="14" name="Rectangle 13">
              <a:extLst>
                <a:ext uri="{FF2B5EF4-FFF2-40B4-BE49-F238E27FC236}">
                  <a16:creationId xmlns:a16="http://schemas.microsoft.com/office/drawing/2014/main" id="{4B7C661D-5448-402F-AD37-037DDA89EAE8}"/>
                </a:ext>
              </a:extLst>
            </p:cNvPr>
            <p:cNvSpPr/>
            <p:nvPr/>
          </p:nvSpPr>
          <p:spPr>
            <a:xfrm>
              <a:off x="0" y="0"/>
              <a:ext cx="12192000" cy="1115736"/>
            </a:xfrm>
            <a:prstGeom prst="rect">
              <a:avLst/>
            </a:prstGeom>
            <a:solidFill>
              <a:srgbClr val="D32A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dirty="0"/>
            </a:p>
          </p:txBody>
        </p:sp>
        <p:sp>
          <p:nvSpPr>
            <p:cNvPr id="15" name="TextBox 14">
              <a:extLst>
                <a:ext uri="{FF2B5EF4-FFF2-40B4-BE49-F238E27FC236}">
                  <a16:creationId xmlns:a16="http://schemas.microsoft.com/office/drawing/2014/main" id="{97AA08FC-35FB-44F1-BB8F-399F019CBF4F}"/>
                </a:ext>
              </a:extLst>
            </p:cNvPr>
            <p:cNvSpPr txBox="1"/>
            <p:nvPr/>
          </p:nvSpPr>
          <p:spPr>
            <a:xfrm>
              <a:off x="10719753" y="696917"/>
              <a:ext cx="1619033" cy="261610"/>
            </a:xfrm>
            <a:prstGeom prst="rect">
              <a:avLst/>
            </a:prstGeom>
            <a:noFill/>
          </p:spPr>
          <p:txBody>
            <a:bodyPr wrap="square" rtlCol="0">
              <a:spAutoFit/>
            </a:bodyPr>
            <a:lstStyle/>
            <a:p>
              <a:r>
                <a:rPr lang="en-US" sz="1100" dirty="0" err="1">
                  <a:solidFill>
                    <a:schemeClr val="bg1"/>
                  </a:solidFill>
                </a:rPr>
                <a:t>unioffaisalabad</a:t>
              </a:r>
              <a:endParaRPr lang="x-none" sz="1100" dirty="0">
                <a:solidFill>
                  <a:schemeClr val="bg1"/>
                </a:solidFill>
              </a:endParaRPr>
            </a:p>
          </p:txBody>
        </p:sp>
        <p:pic>
          <p:nvPicPr>
            <p:cNvPr id="16" name="Graphic 15">
              <a:extLst>
                <a:ext uri="{FF2B5EF4-FFF2-40B4-BE49-F238E27FC236}">
                  <a16:creationId xmlns:a16="http://schemas.microsoft.com/office/drawing/2014/main" id="{ABF06EB7-5284-4699-8F45-3C74960363D1}"/>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9906056" y="403986"/>
              <a:ext cx="261610" cy="261610"/>
            </a:xfrm>
            <a:prstGeom prst="rect">
              <a:avLst/>
            </a:prstGeom>
          </p:spPr>
        </p:pic>
        <p:sp>
          <p:nvSpPr>
            <p:cNvPr id="17" name="TextBox 16">
              <a:extLst>
                <a:ext uri="{FF2B5EF4-FFF2-40B4-BE49-F238E27FC236}">
                  <a16:creationId xmlns:a16="http://schemas.microsoft.com/office/drawing/2014/main" id="{FDFE4515-6F2B-4BB8-8018-36AFB06BA194}"/>
                </a:ext>
              </a:extLst>
            </p:cNvPr>
            <p:cNvSpPr txBox="1"/>
            <p:nvPr/>
          </p:nvSpPr>
          <p:spPr>
            <a:xfrm>
              <a:off x="10142944" y="350125"/>
              <a:ext cx="2606404" cy="369332"/>
            </a:xfrm>
            <a:prstGeom prst="rect">
              <a:avLst/>
            </a:prstGeom>
            <a:noFill/>
          </p:spPr>
          <p:txBody>
            <a:bodyPr wrap="square" rtlCol="0">
              <a:spAutoFit/>
            </a:bodyPr>
            <a:lstStyle/>
            <a:p>
              <a:r>
                <a:rPr lang="x-none" dirty="0">
                  <a:solidFill>
                    <a:schemeClr val="bg1"/>
                  </a:solidFill>
                </a:rPr>
                <a:t>w</a:t>
              </a:r>
              <a:r>
                <a:rPr lang="en-US" dirty="0">
                  <a:solidFill>
                    <a:schemeClr val="bg1"/>
                  </a:solidFill>
                </a:rPr>
                <a:t>w</a:t>
              </a:r>
              <a:r>
                <a:rPr lang="x-none" dirty="0">
                  <a:solidFill>
                    <a:schemeClr val="bg1"/>
                  </a:solidFill>
                </a:rPr>
                <a:t>w.</a:t>
              </a:r>
              <a:r>
                <a:rPr lang="en-US" dirty="0">
                  <a:solidFill>
                    <a:schemeClr val="bg1"/>
                  </a:solidFill>
                </a:rPr>
                <a:t>t</a:t>
              </a:r>
              <a:r>
                <a:rPr lang="x-none" dirty="0">
                  <a:solidFill>
                    <a:schemeClr val="bg1"/>
                  </a:solidFill>
                </a:rPr>
                <a:t>u</a:t>
              </a:r>
              <a:r>
                <a:rPr lang="en-US" dirty="0">
                  <a:solidFill>
                    <a:schemeClr val="bg1"/>
                  </a:solidFill>
                </a:rPr>
                <a:t>f</a:t>
              </a:r>
              <a:r>
                <a:rPr lang="x-none" dirty="0">
                  <a:solidFill>
                    <a:schemeClr val="bg1"/>
                  </a:solidFill>
                </a:rPr>
                <a:t>.</a:t>
              </a:r>
              <a:r>
                <a:rPr lang="en-US" dirty="0">
                  <a:solidFill>
                    <a:schemeClr val="bg1"/>
                  </a:solidFill>
                </a:rPr>
                <a:t>e</a:t>
              </a:r>
              <a:r>
                <a:rPr lang="x-none" dirty="0">
                  <a:solidFill>
                    <a:schemeClr val="bg1"/>
                  </a:solidFill>
                </a:rPr>
                <a:t>d</a:t>
              </a:r>
              <a:r>
                <a:rPr lang="en-US" dirty="0">
                  <a:solidFill>
                    <a:schemeClr val="bg1"/>
                  </a:solidFill>
                </a:rPr>
                <a:t>u</a:t>
              </a:r>
              <a:r>
                <a:rPr lang="x-none" dirty="0">
                  <a:solidFill>
                    <a:schemeClr val="bg1"/>
                  </a:solidFill>
                </a:rPr>
                <a:t>.</a:t>
              </a:r>
              <a:r>
                <a:rPr lang="en-US" dirty="0">
                  <a:solidFill>
                    <a:schemeClr val="bg1"/>
                  </a:solidFill>
                </a:rPr>
                <a:t>p</a:t>
              </a:r>
              <a:r>
                <a:rPr lang="x-none" dirty="0">
                  <a:solidFill>
                    <a:schemeClr val="bg1"/>
                  </a:solidFill>
                </a:rPr>
                <a:t>k</a:t>
              </a:r>
            </a:p>
          </p:txBody>
        </p:sp>
        <p:pic>
          <p:nvPicPr>
            <p:cNvPr id="18" name="Graphic 17">
              <a:extLst>
                <a:ext uri="{FF2B5EF4-FFF2-40B4-BE49-F238E27FC236}">
                  <a16:creationId xmlns:a16="http://schemas.microsoft.com/office/drawing/2014/main" id="{10EB8B8D-6004-4AED-A244-C4DC6F8DA657}"/>
                </a:ext>
              </a:extLst>
            </p:cNvPr>
            <p:cNvPicPr>
              <a:picLocks noChangeAspect="1"/>
            </p:cNvPicPr>
            <p:nvPr/>
          </p:nvPicPr>
          <p:blipFill>
            <a:blip r:embed="rId4" cstate="print">
              <a:extLst>
                <a:ext uri="{96DAC541-7B7A-43D3-8B79-37D633B846F1}">
                  <asvg:svgBlip xmlns="" xmlns:asvg="http://schemas.microsoft.com/office/drawing/2016/SVG/main" r:embed="rId5"/>
                </a:ext>
              </a:extLst>
            </a:blip>
            <a:stretch>
              <a:fillRect/>
            </a:stretch>
          </p:blipFill>
          <p:spPr>
            <a:xfrm>
              <a:off x="10591033" y="741997"/>
              <a:ext cx="171450" cy="171450"/>
            </a:xfrm>
            <a:prstGeom prst="rect">
              <a:avLst/>
            </a:prstGeom>
          </p:spPr>
        </p:pic>
        <p:pic>
          <p:nvPicPr>
            <p:cNvPr id="19" name="Picture 18">
              <a:extLst>
                <a:ext uri="{FF2B5EF4-FFF2-40B4-BE49-F238E27FC236}">
                  <a16:creationId xmlns:a16="http://schemas.microsoft.com/office/drawing/2014/main" id="{B90D907E-CA01-4229-92EF-9ABBCFBA1E6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353170" y="749176"/>
              <a:ext cx="171451" cy="171451"/>
            </a:xfrm>
            <a:prstGeom prst="rect">
              <a:avLst/>
            </a:prstGeom>
          </p:spPr>
        </p:pic>
      </p:grpSp>
      <p:pic>
        <p:nvPicPr>
          <p:cNvPr id="11" name="Graphic 10">
            <a:extLst>
              <a:ext uri="{FF2B5EF4-FFF2-40B4-BE49-F238E27FC236}">
                <a16:creationId xmlns:a16="http://schemas.microsoft.com/office/drawing/2014/main" id="{066FF2A6-21EC-4DCA-B8DA-6528DF993417}"/>
              </a:ext>
            </a:extLst>
          </p:cNvPr>
          <p:cNvPicPr>
            <a:picLocks noChangeAspect="1"/>
          </p:cNvPicPr>
          <p:nvPr/>
        </p:nvPicPr>
        <p:blipFill>
          <a:blip r:embed="rId7">
            <a:extLst>
              <a:ext uri="{96DAC541-7B7A-43D3-8B79-37D633B846F1}">
                <asvg:svgBlip xmlns="" xmlns:asvg="http://schemas.microsoft.com/office/drawing/2016/SVG/main" r:embed="rId9"/>
              </a:ext>
            </a:extLst>
          </a:blip>
          <a:stretch>
            <a:fillRect/>
          </a:stretch>
        </p:blipFill>
        <p:spPr>
          <a:xfrm>
            <a:off x="71197" y="1514474"/>
            <a:ext cx="2039974" cy="5144283"/>
          </a:xfrm>
          <a:prstGeom prst="rect">
            <a:avLst/>
          </a:prstGeom>
        </p:spPr>
      </p:pic>
      <p:sp>
        <p:nvSpPr>
          <p:cNvPr id="4" name="Rectangle 3"/>
          <p:cNvSpPr/>
          <p:nvPr/>
        </p:nvSpPr>
        <p:spPr>
          <a:xfrm>
            <a:off x="157274" y="1332015"/>
            <a:ext cx="11878629" cy="584775"/>
          </a:xfrm>
          <a:prstGeom prst="rect">
            <a:avLst/>
          </a:prstGeom>
        </p:spPr>
        <p:txBody>
          <a:bodyPr wrap="square">
            <a:spAutoFit/>
          </a:bodyPr>
          <a:lstStyle/>
          <a:p>
            <a:endParaRPr lang="en-US" sz="3200" dirty="0">
              <a:latin typeface="Arial" pitchFamily="34" charset="0"/>
              <a:cs typeface="Arial" pitchFamily="34" charset="0"/>
            </a:endParaRPr>
          </a:p>
        </p:txBody>
      </p:sp>
      <p:sp>
        <p:nvSpPr>
          <p:cNvPr id="2" name="Rectangle 1"/>
          <p:cNvSpPr/>
          <p:nvPr/>
        </p:nvSpPr>
        <p:spPr>
          <a:xfrm>
            <a:off x="2617470" y="325365"/>
            <a:ext cx="184731" cy="707886"/>
          </a:xfrm>
          <a:prstGeom prst="rect">
            <a:avLst/>
          </a:prstGeom>
        </p:spPr>
        <p:txBody>
          <a:bodyPr wrap="none">
            <a:spAutoFit/>
          </a:bodyPr>
          <a:lstStyle/>
          <a:p>
            <a:endParaRPr lang="en-US" sz="4000" b="1" dirty="0">
              <a:latin typeface="Arial" pitchFamily="34" charset="0"/>
              <a:cs typeface="Arial" pitchFamily="34" charset="0"/>
            </a:endParaRPr>
          </a:p>
        </p:txBody>
      </p:sp>
      <p:sp>
        <p:nvSpPr>
          <p:cNvPr id="5" name="Rectangle 4"/>
          <p:cNvSpPr/>
          <p:nvPr/>
        </p:nvSpPr>
        <p:spPr>
          <a:xfrm>
            <a:off x="1" y="1079665"/>
            <a:ext cx="12174136" cy="3785652"/>
          </a:xfrm>
          <a:prstGeom prst="rect">
            <a:avLst/>
          </a:prstGeom>
        </p:spPr>
        <p:txBody>
          <a:bodyPr wrap="square">
            <a:spAutoFit/>
          </a:bodyPr>
          <a:lstStyle/>
          <a:p>
            <a:pPr lvl="0"/>
            <a:r>
              <a:rPr lang="en-US" sz="3600" b="1" dirty="0" smtClean="0">
                <a:solidFill>
                  <a:prstClr val="black"/>
                </a:solidFill>
                <a:latin typeface="Arial" pitchFamily="34" charset="0"/>
                <a:cs typeface="Arial" pitchFamily="34" charset="0"/>
              </a:rPr>
              <a:t>5. Humanistic </a:t>
            </a:r>
            <a:r>
              <a:rPr lang="en-US" sz="3600" b="1" dirty="0">
                <a:solidFill>
                  <a:prstClr val="black"/>
                </a:solidFill>
                <a:latin typeface="Arial" pitchFamily="34" charset="0"/>
                <a:cs typeface="Arial" pitchFamily="34" charset="0"/>
              </a:rPr>
              <a:t>Theories:</a:t>
            </a:r>
          </a:p>
          <a:p>
            <a:pPr lvl="0"/>
            <a:r>
              <a:rPr lang="en-US" sz="2400" dirty="0">
                <a:solidFill>
                  <a:prstClr val="black"/>
                </a:solidFill>
                <a:latin typeface="Arial" pitchFamily="34" charset="0"/>
                <a:cs typeface="Arial" pitchFamily="34" charset="0"/>
              </a:rPr>
              <a:t>Emphasize personal growth and self-actualization.</a:t>
            </a:r>
          </a:p>
          <a:p>
            <a:pPr lvl="0"/>
            <a:r>
              <a:rPr lang="en-US" sz="2400" dirty="0">
                <a:solidFill>
                  <a:prstClr val="black"/>
                </a:solidFill>
                <a:latin typeface="Arial" pitchFamily="34" charset="0"/>
                <a:cs typeface="Arial" pitchFamily="34" charset="0"/>
              </a:rPr>
              <a:t>Focus on individual experiences and the inherent goodness of people (e.g., Carl Rogers, Abraham Maslow).</a:t>
            </a:r>
          </a:p>
          <a:p>
            <a:pPr lvl="0"/>
            <a:r>
              <a:rPr lang="en-US" sz="3600" b="1" dirty="0" smtClean="0">
                <a:solidFill>
                  <a:prstClr val="black"/>
                </a:solidFill>
                <a:latin typeface="Arial" pitchFamily="34" charset="0"/>
                <a:cs typeface="Arial" pitchFamily="34" charset="0"/>
              </a:rPr>
              <a:t>6. Cognitive-Affective </a:t>
            </a:r>
            <a:r>
              <a:rPr lang="en-US" sz="3600" b="1" dirty="0">
                <a:solidFill>
                  <a:prstClr val="black"/>
                </a:solidFill>
                <a:latin typeface="Arial" pitchFamily="34" charset="0"/>
                <a:cs typeface="Arial" pitchFamily="34" charset="0"/>
              </a:rPr>
              <a:t>Personality System (CAPS):</a:t>
            </a:r>
          </a:p>
          <a:p>
            <a:pPr lvl="0"/>
            <a:r>
              <a:rPr lang="en-US" sz="2400" dirty="0">
                <a:solidFill>
                  <a:prstClr val="black"/>
                </a:solidFill>
                <a:latin typeface="Arial" pitchFamily="34" charset="0"/>
                <a:cs typeface="Arial" pitchFamily="34" charset="0"/>
              </a:rPr>
              <a:t>Developed by Walter </a:t>
            </a:r>
            <a:r>
              <a:rPr lang="en-US" sz="2400" dirty="0" err="1">
                <a:solidFill>
                  <a:prstClr val="black"/>
                </a:solidFill>
                <a:latin typeface="Arial" pitchFamily="34" charset="0"/>
                <a:cs typeface="Arial" pitchFamily="34" charset="0"/>
              </a:rPr>
              <a:t>Mischel</a:t>
            </a:r>
            <a:r>
              <a:rPr lang="en-US" sz="2400" dirty="0">
                <a:solidFill>
                  <a:prstClr val="black"/>
                </a:solidFill>
                <a:latin typeface="Arial" pitchFamily="34" charset="0"/>
                <a:cs typeface="Arial" pitchFamily="34" charset="0"/>
              </a:rPr>
              <a:t>, this approach suggests that personality is a stable system of cognitive and affective variables that interact with situational variables to influence behavior.</a:t>
            </a:r>
          </a:p>
          <a:p>
            <a:pPr lvl="0"/>
            <a:endParaRPr lang="en-US" sz="2400" dirty="0">
              <a:solidFill>
                <a:prstClr val="black"/>
              </a:solidFill>
              <a:latin typeface="Arial" pitchFamily="34" charset="0"/>
              <a:cs typeface="Arial" pitchFamily="34" charset="0"/>
            </a:endParaRPr>
          </a:p>
        </p:txBody>
      </p:sp>
      <p:sp>
        <p:nvSpPr>
          <p:cNvPr id="6" name="Rectangle 5"/>
          <p:cNvSpPr/>
          <p:nvPr/>
        </p:nvSpPr>
        <p:spPr>
          <a:xfrm>
            <a:off x="1880685" y="129930"/>
            <a:ext cx="7885283" cy="1538883"/>
          </a:xfrm>
          <a:prstGeom prst="rect">
            <a:avLst/>
          </a:prstGeom>
        </p:spPr>
        <p:txBody>
          <a:bodyPr wrap="square">
            <a:spAutoFit/>
          </a:bodyPr>
          <a:lstStyle/>
          <a:p>
            <a:pPr lvl="0"/>
            <a:r>
              <a:rPr lang="en-US" sz="5400" b="1" dirty="0">
                <a:solidFill>
                  <a:prstClr val="black"/>
                </a:solidFill>
                <a:latin typeface="Arial" panose="020B0604020202020204" pitchFamily="34" charset="0"/>
                <a:cs typeface="Arial" panose="020B0604020202020204" pitchFamily="34" charset="0"/>
              </a:rPr>
              <a:t>Types of Personalities</a:t>
            </a:r>
          </a:p>
          <a:p>
            <a:endParaRPr lang="en-US" sz="4000" b="1" dirty="0">
              <a:latin typeface="Arial" pitchFamily="34" charset="0"/>
              <a:cs typeface="Arial" pitchFamily="34" charset="0"/>
            </a:endParaRPr>
          </a:p>
        </p:txBody>
      </p:sp>
      <p:pic>
        <p:nvPicPr>
          <p:cNvPr id="21" name="Picture 20"/>
          <p:cNvPicPr/>
          <p:nvPr/>
        </p:nvPicPr>
        <p:blipFill>
          <a:blip r:embed="rId10" cstate="print">
            <a:extLst>
              <a:ext uri="{28A0092B-C50C-407E-A947-70E740481C1C}">
                <a14:useLocalDpi xmlns:a14="http://schemas.microsoft.com/office/drawing/2010/main" val="0"/>
              </a:ext>
            </a:extLst>
          </a:blip>
          <a:stretch>
            <a:fillRect/>
          </a:stretch>
        </p:blipFill>
        <p:spPr bwMode="auto">
          <a:xfrm>
            <a:off x="0" y="88949"/>
            <a:ext cx="1557655" cy="943610"/>
          </a:xfrm>
          <a:prstGeom prst="rect">
            <a:avLst/>
          </a:prstGeom>
          <a:noFill/>
          <a:ln>
            <a:noFill/>
          </a:ln>
        </p:spPr>
      </p:pic>
    </p:spTree>
    <p:extLst>
      <p:ext uri="{BB962C8B-B14F-4D97-AF65-F5344CB8AC3E}">
        <p14:creationId xmlns:p14="http://schemas.microsoft.com/office/powerpoint/2010/main" val="28435203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908</TotalTime>
  <Words>694</Words>
  <Application>Microsoft Office PowerPoint</Application>
  <PresentationFormat>Widescreen</PresentationFormat>
  <Paragraphs>76</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Merriweather</vt:lpstr>
      <vt:lpstr>Office Theme</vt:lpstr>
      <vt:lpst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Sofia Sultana</dc:creator>
  <cp:lastModifiedBy>Aqsa</cp:lastModifiedBy>
  <cp:revision>243</cp:revision>
  <dcterms:created xsi:type="dcterms:W3CDTF">2024-06-21T09:49:54Z</dcterms:created>
  <dcterms:modified xsi:type="dcterms:W3CDTF">2025-02-28T06:14:14Z</dcterms:modified>
</cp:coreProperties>
</file>