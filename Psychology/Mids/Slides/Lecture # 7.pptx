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8" r:id="rId3"/>
    <p:sldId id="260" r:id="rId4"/>
    <p:sldId id="261" r:id="rId5"/>
    <p:sldId id="264" r:id="rId6"/>
    <p:sldId id="263" r:id="rId7"/>
    <p:sldId id="265" r:id="rId8"/>
    <p:sldId id="266" r:id="rId9"/>
    <p:sldId id="269" r:id="rId10"/>
    <p:sldId id="270" r:id="rId11"/>
    <p:sldId id="271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0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354C3-CBC6-4C9C-85C5-4C76C9D60C3E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A337-EA86-40ED-8534-3A5E9CDE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2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354C3-CBC6-4C9C-85C5-4C76C9D60C3E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A337-EA86-40ED-8534-3A5E9CDE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4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354C3-CBC6-4C9C-85C5-4C76C9D60C3E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A337-EA86-40ED-8534-3A5E9CDE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724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354C3-CBC6-4C9C-85C5-4C76C9D60C3E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A337-EA86-40ED-8534-3A5E9CDE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66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354C3-CBC6-4C9C-85C5-4C76C9D60C3E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A337-EA86-40ED-8534-3A5E9CDE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3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354C3-CBC6-4C9C-85C5-4C76C9D60C3E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A337-EA86-40ED-8534-3A5E9CDE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94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354C3-CBC6-4C9C-85C5-4C76C9D60C3E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A337-EA86-40ED-8534-3A5E9CDE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99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354C3-CBC6-4C9C-85C5-4C76C9D60C3E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A337-EA86-40ED-8534-3A5E9CDE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3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354C3-CBC6-4C9C-85C5-4C76C9D60C3E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A337-EA86-40ED-8534-3A5E9CDE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99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354C3-CBC6-4C9C-85C5-4C76C9D60C3E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A337-EA86-40ED-8534-3A5E9CDE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62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354C3-CBC6-4C9C-85C5-4C76C9D60C3E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A337-EA86-40ED-8534-3A5E9CDE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01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354C3-CBC6-4C9C-85C5-4C76C9D60C3E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7A337-EA86-40ED-8534-3A5E9CDE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27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629" y="239698"/>
            <a:ext cx="7649653" cy="2408146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124" y="3429000"/>
            <a:ext cx="10374923" cy="2901461"/>
          </a:xfrm>
        </p:spPr>
        <p:txBody>
          <a:bodyPr>
            <a:noAutofit/>
          </a:bodyPr>
          <a:lstStyle/>
          <a:p>
            <a:endParaRPr lang="en-US" sz="4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DA394B8-F89E-45AC-9E3F-FEC161BFAFAB}"/>
              </a:ext>
            </a:extLst>
          </p:cNvPr>
          <p:cNvSpPr txBox="1">
            <a:spLocks/>
          </p:cNvSpPr>
          <p:nvPr/>
        </p:nvSpPr>
        <p:spPr>
          <a:xfrm>
            <a:off x="907913" y="6166392"/>
            <a:ext cx="2800905" cy="68358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689324" y="239698"/>
            <a:ext cx="3611690" cy="36116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8251" y="2103835"/>
            <a:ext cx="996412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1"/>
            <a:r>
              <a:rPr lang="en-US" sz="9600" b="1" dirty="0" smtClean="0">
                <a:latin typeface="Arial" pitchFamily="34" charset="0"/>
                <a:cs typeface="Arial" pitchFamily="34" charset="0"/>
              </a:rPr>
              <a:t>Anxiety</a:t>
            </a:r>
            <a:endParaRPr lang="en-US" sz="96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070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7" y="777834"/>
            <a:ext cx="3932237" cy="90863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Anxiety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6" y="1852721"/>
            <a:ext cx="3932237" cy="469058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Anxiety refers to anticipation of a future concern and is more associated with muscle tension and avoidance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characterized by feelings of tension, worried thoughts, and physical changes like increased blood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pressure.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People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anxiety disorders usually have recurring intrusive thoughts or concerns. They may avoid certain situations out of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worry.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emotional response to an immediate threat and is more associated with a fight or flight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 staying to fight or leaving to escape danger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26" name="Picture 2" descr="3 Signs of Having a Generalized Anxiety Disorder | Unitas Healthcare System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188" y="1365833"/>
            <a:ext cx="6172200" cy="4116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0943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80655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Symptoms 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Nervous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Restless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Insomnia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Poor concentration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Sweating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Trembling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Muscle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tension</a:t>
            </a:r>
          </a:p>
        </p:txBody>
      </p:sp>
      <p:pic>
        <p:nvPicPr>
          <p:cNvPr id="3074" name="Picture 2" descr="Do I Have Anxiety? Causes, Signs, and Symptoms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188" y="1366837"/>
            <a:ext cx="61722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4657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auses of Anxiety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Everyone's experience of anxiety is different, so it's hard to know exactly what causes anxiety problems. There are probably lots of factors involved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-12715"/>
            <a:ext cx="12730349" cy="1069619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652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Past or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hildhood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xperiences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experiences in childhood, adolescence or adulthood are a common trigger for anxiety problems. Going through stress and trauma when you're very young is likely to have a particularly big impact. Experiences which can trigger anxiety problems include things like: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hysical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emotional 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abuse</a:t>
            </a: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Neglect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bullied or being socially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excluded</a:t>
            </a: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racism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7569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Life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ituation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problems in your life can also trigger anxiety</a:t>
            </a:r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5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xhaustion </a:t>
            </a: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 build-up of </a:t>
            </a:r>
            <a:r>
              <a:rPr lang="en-US" sz="5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stress</a:t>
            </a:r>
          </a:p>
          <a:p>
            <a:pPr lvl="1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ots 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change or </a:t>
            </a:r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</a:t>
            </a:r>
          </a:p>
          <a:p>
            <a:pPr lvl="1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eeling 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pressure while studying or in </a:t>
            </a:r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lvl="1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ong 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</a:t>
            </a:r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hours</a:t>
            </a:r>
          </a:p>
          <a:p>
            <a:pPr lvl="1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eing 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</a:t>
            </a:r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lvl="1"/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Domestic issues</a:t>
            </a:r>
          </a:p>
          <a:p>
            <a:pPr lvl="1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orrying 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environment or natural </a:t>
            </a:r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disasters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osing 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someone close to </a:t>
            </a:r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eeling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lonely or </a:t>
            </a:r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isolated</a:t>
            </a:r>
          </a:p>
          <a:p>
            <a:pPr lvl="1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eing 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abused, bullied or harassed, including experiencing racism.</a:t>
            </a:r>
          </a:p>
          <a:p>
            <a:endParaRPr lang="en-US" dirty="0"/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02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or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Mental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health problems can sometimes cause anxiety, or might make it worse. For example: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health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iving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serious, ongoing or life-threatening physical health condition can sometimes trigger anxiety.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mental health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t's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common to develop anxiety while living with other mental health problems, such as depression.</a:t>
            </a:r>
          </a:p>
          <a:p>
            <a:endParaRPr lang="en-US" dirty="0"/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23480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Drugs and M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edication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Anxiety can sometimes be a side effect of taking: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psychiatric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medications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medications for physical health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Drugs abuse.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5877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7401"/>
            <a:ext cx="10515600" cy="5141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Anxiety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6073"/>
            <a:ext cx="10515600" cy="5721927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Anxiety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excessive worry about everyday issues and situations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Panic Attack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Unexpected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repeated episodes of intense fear accompanied by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symptoms.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Social Anxiety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Fear of being watched and judged by others.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Phobia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situation, activity, or thing that causes the sufferer to want to avoid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it.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Anxiety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Separated from loved ones.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Mutism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Unable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speak in certain social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situations.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Substance Anxiety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Caused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taking a drug or stopping a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drug.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1626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Factors of Anxiety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7018"/>
            <a:ext cx="10515600" cy="54309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factors may increase your risk of developing an anxiety disorder: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Trauma</a:t>
            </a:r>
          </a:p>
          <a:p>
            <a:pPr marL="457200" lvl="1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Children who endured abuse or trauma or witnessed traumatic events are at higher risk of developing an anxiety disorder at some point in life. Adults who experience a traumatic event also can develop anxiety disorders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due to 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illness</a:t>
            </a:r>
          </a:p>
          <a:p>
            <a:pPr marL="457200" lvl="1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a health condition or serious illness can cause significant worry about issues such as your treatment and your future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buildup</a:t>
            </a:r>
          </a:p>
          <a:p>
            <a:pPr marL="457200" lvl="1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big event or a buildup of smaller stressful life situations may trigger excessive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anxiety.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4468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Personality</a:t>
            </a:r>
          </a:p>
          <a:p>
            <a:pPr marL="457200" lvl="1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with certain personality types are more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likely to have anxiety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disorders than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others.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mental health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disorders</a:t>
            </a:r>
          </a:p>
          <a:p>
            <a:pPr marL="457200" lvl="1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with other mental health disorders, such as depression, often also have an anxiety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disorder.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blood relatives with an anxiety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disorder</a:t>
            </a:r>
          </a:p>
          <a:p>
            <a:pPr marL="457200" lvl="1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Anxiety disorders can run in families.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Drugs</a:t>
            </a:r>
          </a:p>
          <a:p>
            <a:pPr marL="457200" lvl="1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or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abuse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withdrawal can cause or worsen anxiety.</a:t>
            </a:r>
          </a:p>
          <a:p>
            <a:endParaRPr lang="en-US" dirty="0"/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1925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Coping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physically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Anxious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Thoughts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Your Negative Thinking Patterns 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substances / drugs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 progressive muscle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Time for Yourself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sleep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triggers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Socialize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1670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02" name="Picture 6" descr="Coping Skills | Charlotte Behavioral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418" y="1690687"/>
            <a:ext cx="5486400" cy="4848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4941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477</Words>
  <Application>Microsoft Office PowerPoint</Application>
  <PresentationFormat>Widescreen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 </vt:lpstr>
      <vt:lpstr>Anxiety</vt:lpstr>
      <vt:lpstr>Symptoms </vt:lpstr>
      <vt:lpstr>Causes of Anxiety</vt:lpstr>
      <vt:lpstr>Past or Childhood Experiences</vt:lpstr>
      <vt:lpstr>Life Situation</vt:lpstr>
      <vt:lpstr>Physical or Mental health </vt:lpstr>
      <vt:lpstr>Drugs and Medication</vt:lpstr>
      <vt:lpstr>Types of Anxiety</vt:lpstr>
      <vt:lpstr>Risk Factors of Anxiety</vt:lpstr>
      <vt:lpstr>PowerPoint Presentation</vt:lpstr>
      <vt:lpstr>Coping Skills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Anxiety</dc:title>
  <dc:creator>Zain</dc:creator>
  <cp:lastModifiedBy>fakiha Shoukat</cp:lastModifiedBy>
  <cp:revision>22</cp:revision>
  <dcterms:created xsi:type="dcterms:W3CDTF">2023-10-07T20:45:41Z</dcterms:created>
  <dcterms:modified xsi:type="dcterms:W3CDTF">2025-03-21T07:51:01Z</dcterms:modified>
</cp:coreProperties>
</file>