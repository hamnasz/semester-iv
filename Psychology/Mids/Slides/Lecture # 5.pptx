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3" r:id="rId2"/>
    <p:sldId id="813" r:id="rId3"/>
    <p:sldId id="260" r:id="rId4"/>
    <p:sldId id="828" r:id="rId5"/>
    <p:sldId id="820" r:id="rId6"/>
    <p:sldId id="829" r:id="rId7"/>
    <p:sldId id="830" r:id="rId8"/>
    <p:sldId id="831" r:id="rId9"/>
    <p:sldId id="826" r:id="rId10"/>
    <p:sldId id="827" r:id="rId11"/>
    <p:sldId id="832" r:id="rId12"/>
    <p:sldId id="833" r:id="rId13"/>
  </p:sldIdLst>
  <p:sldSz cx="12192000" cy="6858000"/>
  <p:notesSz cx="6858000" cy="9144000"/>
  <p:defaultTex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2A2A"/>
    <a:srgbClr val="C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73" d="100"/>
          <a:sy n="73" d="100"/>
        </p:scale>
        <p:origin x="582" y="5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F304D-9FBF-4B4D-AB5C-790149BB44A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x-none"/>
          </a:p>
        </p:txBody>
      </p:sp>
      <p:sp>
        <p:nvSpPr>
          <p:cNvPr id="3" name="Subtitle 2">
            <a:extLst>
              <a:ext uri="{FF2B5EF4-FFF2-40B4-BE49-F238E27FC236}">
                <a16:creationId xmlns:a16="http://schemas.microsoft.com/office/drawing/2014/main" id="{000C0F5D-325B-4660-8632-EBB9EC084D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x-none"/>
          </a:p>
        </p:txBody>
      </p:sp>
      <p:sp>
        <p:nvSpPr>
          <p:cNvPr id="4" name="Date Placeholder 3">
            <a:extLst>
              <a:ext uri="{FF2B5EF4-FFF2-40B4-BE49-F238E27FC236}">
                <a16:creationId xmlns:a16="http://schemas.microsoft.com/office/drawing/2014/main" id="{3FBC7CD5-CB98-4F1C-8F4E-14A8F9EE1811}"/>
              </a:ext>
            </a:extLst>
          </p:cNvPr>
          <p:cNvSpPr>
            <a:spLocks noGrp="1"/>
          </p:cNvSpPr>
          <p:nvPr>
            <p:ph type="dt" sz="half" idx="10"/>
          </p:nvPr>
        </p:nvSpPr>
        <p:spPr/>
        <p:txBody>
          <a:bodyPr/>
          <a:lstStyle/>
          <a:p>
            <a:fld id="{3237A82C-AEEE-48DB-A866-3B1CA0AC9D5D}" type="datetimeFigureOut">
              <a:rPr lang="x-none" smtClean="0"/>
              <a:pPr/>
              <a:t>3/13/2025</a:t>
            </a:fld>
            <a:endParaRPr lang="x-none"/>
          </a:p>
        </p:txBody>
      </p:sp>
      <p:sp>
        <p:nvSpPr>
          <p:cNvPr id="5" name="Footer Placeholder 4">
            <a:extLst>
              <a:ext uri="{FF2B5EF4-FFF2-40B4-BE49-F238E27FC236}">
                <a16:creationId xmlns:a16="http://schemas.microsoft.com/office/drawing/2014/main" id="{9DA69AAB-D032-4740-999C-6FECB3BEC838}"/>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F1F2CE2C-3FF8-4ED5-9A0F-6E35B87E8B6F}"/>
              </a:ext>
            </a:extLst>
          </p:cNvPr>
          <p:cNvSpPr>
            <a:spLocks noGrp="1"/>
          </p:cNvSpPr>
          <p:nvPr>
            <p:ph type="sldNum" sz="quarter" idx="12"/>
          </p:nvPr>
        </p:nvSpPr>
        <p:spPr/>
        <p:txBody>
          <a:bodyPr/>
          <a:lstStyle/>
          <a:p>
            <a:fld id="{6EB9F7D7-3C9C-4146-9FA1-B77DEB44278D}" type="slidenum">
              <a:rPr lang="x-none" smtClean="0"/>
              <a:pPr/>
              <a:t>‹#›</a:t>
            </a:fld>
            <a:endParaRPr lang="x-none"/>
          </a:p>
        </p:txBody>
      </p:sp>
    </p:spTree>
    <p:extLst>
      <p:ext uri="{BB962C8B-B14F-4D97-AF65-F5344CB8AC3E}">
        <p14:creationId xmlns:p14="http://schemas.microsoft.com/office/powerpoint/2010/main" val="1683214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11BF5-D802-48A8-8681-E64C843E4622}"/>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id="{4D563E54-C420-46A7-95A3-D26D99CE95B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09E21E6C-72DA-4925-94EE-0D245623B79C}"/>
              </a:ext>
            </a:extLst>
          </p:cNvPr>
          <p:cNvSpPr>
            <a:spLocks noGrp="1"/>
          </p:cNvSpPr>
          <p:nvPr>
            <p:ph type="dt" sz="half" idx="10"/>
          </p:nvPr>
        </p:nvSpPr>
        <p:spPr/>
        <p:txBody>
          <a:bodyPr/>
          <a:lstStyle/>
          <a:p>
            <a:fld id="{3237A82C-AEEE-48DB-A866-3B1CA0AC9D5D}" type="datetimeFigureOut">
              <a:rPr lang="x-none" smtClean="0"/>
              <a:pPr/>
              <a:t>3/13/2025</a:t>
            </a:fld>
            <a:endParaRPr lang="x-none"/>
          </a:p>
        </p:txBody>
      </p:sp>
      <p:sp>
        <p:nvSpPr>
          <p:cNvPr id="5" name="Footer Placeholder 4">
            <a:extLst>
              <a:ext uri="{FF2B5EF4-FFF2-40B4-BE49-F238E27FC236}">
                <a16:creationId xmlns:a16="http://schemas.microsoft.com/office/drawing/2014/main" id="{E316D8A9-019D-413B-8A1E-F14D6EE35618}"/>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6050099F-8C38-444A-A7F8-21336A623DAA}"/>
              </a:ext>
            </a:extLst>
          </p:cNvPr>
          <p:cNvSpPr>
            <a:spLocks noGrp="1"/>
          </p:cNvSpPr>
          <p:nvPr>
            <p:ph type="sldNum" sz="quarter" idx="12"/>
          </p:nvPr>
        </p:nvSpPr>
        <p:spPr/>
        <p:txBody>
          <a:bodyPr/>
          <a:lstStyle/>
          <a:p>
            <a:fld id="{6EB9F7D7-3C9C-4146-9FA1-B77DEB44278D}" type="slidenum">
              <a:rPr lang="x-none" smtClean="0"/>
              <a:pPr/>
              <a:t>‹#›</a:t>
            </a:fld>
            <a:endParaRPr lang="x-none"/>
          </a:p>
        </p:txBody>
      </p:sp>
    </p:spTree>
    <p:extLst>
      <p:ext uri="{BB962C8B-B14F-4D97-AF65-F5344CB8AC3E}">
        <p14:creationId xmlns:p14="http://schemas.microsoft.com/office/powerpoint/2010/main" val="3175964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43EB3-C47B-49A1-BB67-347B61A6D7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x-none"/>
          </a:p>
        </p:txBody>
      </p:sp>
      <p:sp>
        <p:nvSpPr>
          <p:cNvPr id="3" name="Text Placeholder 2">
            <a:extLst>
              <a:ext uri="{FF2B5EF4-FFF2-40B4-BE49-F238E27FC236}">
                <a16:creationId xmlns:a16="http://schemas.microsoft.com/office/drawing/2014/main" id="{61CE9B96-3C04-415D-86F4-32630CB36F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F7AA9B9-E771-49B5-9E2D-06EAF24C17E6}"/>
              </a:ext>
            </a:extLst>
          </p:cNvPr>
          <p:cNvSpPr>
            <a:spLocks noGrp="1"/>
          </p:cNvSpPr>
          <p:nvPr>
            <p:ph type="dt" sz="half" idx="10"/>
          </p:nvPr>
        </p:nvSpPr>
        <p:spPr/>
        <p:txBody>
          <a:bodyPr/>
          <a:lstStyle/>
          <a:p>
            <a:fld id="{3237A82C-AEEE-48DB-A866-3B1CA0AC9D5D}" type="datetimeFigureOut">
              <a:rPr lang="x-none" smtClean="0"/>
              <a:pPr/>
              <a:t>3/13/2025</a:t>
            </a:fld>
            <a:endParaRPr lang="x-none"/>
          </a:p>
        </p:txBody>
      </p:sp>
      <p:sp>
        <p:nvSpPr>
          <p:cNvPr id="5" name="Footer Placeholder 4">
            <a:extLst>
              <a:ext uri="{FF2B5EF4-FFF2-40B4-BE49-F238E27FC236}">
                <a16:creationId xmlns:a16="http://schemas.microsoft.com/office/drawing/2014/main" id="{5AE7F1A7-FFC1-4BDE-908E-7A849372FAFE}"/>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6BE47FAB-5890-41CE-8DA9-CB5788221706}"/>
              </a:ext>
            </a:extLst>
          </p:cNvPr>
          <p:cNvSpPr>
            <a:spLocks noGrp="1"/>
          </p:cNvSpPr>
          <p:nvPr>
            <p:ph type="sldNum" sz="quarter" idx="12"/>
          </p:nvPr>
        </p:nvSpPr>
        <p:spPr/>
        <p:txBody>
          <a:bodyPr/>
          <a:lstStyle/>
          <a:p>
            <a:fld id="{6EB9F7D7-3C9C-4146-9FA1-B77DEB44278D}" type="slidenum">
              <a:rPr lang="x-none" smtClean="0"/>
              <a:pPr/>
              <a:t>‹#›</a:t>
            </a:fld>
            <a:endParaRPr lang="x-none"/>
          </a:p>
        </p:txBody>
      </p:sp>
    </p:spTree>
    <p:extLst>
      <p:ext uri="{BB962C8B-B14F-4D97-AF65-F5344CB8AC3E}">
        <p14:creationId xmlns:p14="http://schemas.microsoft.com/office/powerpoint/2010/main" val="34649825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98E66-B67C-4351-89B6-A169553C061C}"/>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id="{5C791AA4-B785-4E02-B612-05E57B25A9E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a:extLst>
              <a:ext uri="{FF2B5EF4-FFF2-40B4-BE49-F238E27FC236}">
                <a16:creationId xmlns:a16="http://schemas.microsoft.com/office/drawing/2014/main" id="{E410E598-0767-477D-B9E8-2BCCF5C5114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a:extLst>
              <a:ext uri="{FF2B5EF4-FFF2-40B4-BE49-F238E27FC236}">
                <a16:creationId xmlns:a16="http://schemas.microsoft.com/office/drawing/2014/main" id="{B86D8C23-6B26-4B19-BEEB-7AEFC2A18F66}"/>
              </a:ext>
            </a:extLst>
          </p:cNvPr>
          <p:cNvSpPr>
            <a:spLocks noGrp="1"/>
          </p:cNvSpPr>
          <p:nvPr>
            <p:ph type="dt" sz="half" idx="10"/>
          </p:nvPr>
        </p:nvSpPr>
        <p:spPr/>
        <p:txBody>
          <a:bodyPr/>
          <a:lstStyle/>
          <a:p>
            <a:fld id="{3237A82C-AEEE-48DB-A866-3B1CA0AC9D5D}" type="datetimeFigureOut">
              <a:rPr lang="x-none" smtClean="0"/>
              <a:pPr/>
              <a:t>3/13/2025</a:t>
            </a:fld>
            <a:endParaRPr lang="x-none"/>
          </a:p>
        </p:txBody>
      </p:sp>
      <p:sp>
        <p:nvSpPr>
          <p:cNvPr id="6" name="Footer Placeholder 5">
            <a:extLst>
              <a:ext uri="{FF2B5EF4-FFF2-40B4-BE49-F238E27FC236}">
                <a16:creationId xmlns:a16="http://schemas.microsoft.com/office/drawing/2014/main" id="{E8CB8FE9-ABD0-4AA5-986C-BC29ECC4F014}"/>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147F8042-F61C-495E-8C35-E7989AA7EE9D}"/>
              </a:ext>
            </a:extLst>
          </p:cNvPr>
          <p:cNvSpPr>
            <a:spLocks noGrp="1"/>
          </p:cNvSpPr>
          <p:nvPr>
            <p:ph type="sldNum" sz="quarter" idx="12"/>
          </p:nvPr>
        </p:nvSpPr>
        <p:spPr/>
        <p:txBody>
          <a:bodyPr/>
          <a:lstStyle/>
          <a:p>
            <a:fld id="{6EB9F7D7-3C9C-4146-9FA1-B77DEB44278D}" type="slidenum">
              <a:rPr lang="x-none" smtClean="0"/>
              <a:pPr/>
              <a:t>‹#›</a:t>
            </a:fld>
            <a:endParaRPr lang="x-none"/>
          </a:p>
        </p:txBody>
      </p:sp>
    </p:spTree>
    <p:extLst>
      <p:ext uri="{BB962C8B-B14F-4D97-AF65-F5344CB8AC3E}">
        <p14:creationId xmlns:p14="http://schemas.microsoft.com/office/powerpoint/2010/main" val="2561973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21205-E47B-4E88-8DFD-1C6071B7AD79}"/>
              </a:ext>
            </a:extLst>
          </p:cNvPr>
          <p:cNvSpPr>
            <a:spLocks noGrp="1"/>
          </p:cNvSpPr>
          <p:nvPr>
            <p:ph type="title"/>
          </p:nvPr>
        </p:nvSpPr>
        <p:spPr>
          <a:xfrm>
            <a:off x="839788" y="365125"/>
            <a:ext cx="10515600" cy="1325563"/>
          </a:xfrm>
        </p:spPr>
        <p:txBody>
          <a:bodyPr/>
          <a:lstStyle/>
          <a:p>
            <a:r>
              <a:rPr lang="en-US"/>
              <a:t>Click to edit Master title style</a:t>
            </a:r>
            <a:endParaRPr lang="x-none"/>
          </a:p>
        </p:txBody>
      </p:sp>
      <p:sp>
        <p:nvSpPr>
          <p:cNvPr id="3" name="Text Placeholder 2">
            <a:extLst>
              <a:ext uri="{FF2B5EF4-FFF2-40B4-BE49-F238E27FC236}">
                <a16:creationId xmlns:a16="http://schemas.microsoft.com/office/drawing/2014/main" id="{7C64C0F1-91A6-4158-8855-0C72083701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AB615B-6DBF-4632-94D0-3791085A6C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a:extLst>
              <a:ext uri="{FF2B5EF4-FFF2-40B4-BE49-F238E27FC236}">
                <a16:creationId xmlns:a16="http://schemas.microsoft.com/office/drawing/2014/main" id="{B7CB3133-8FE9-4883-B870-D642C1DF03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8078B5-E153-4D81-A163-C758FDB897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a16="http://schemas.microsoft.com/office/drawing/2014/main" id="{D5D200C8-3958-4AE2-85B4-16A6511DDDE9}"/>
              </a:ext>
            </a:extLst>
          </p:cNvPr>
          <p:cNvSpPr>
            <a:spLocks noGrp="1"/>
          </p:cNvSpPr>
          <p:nvPr>
            <p:ph type="dt" sz="half" idx="10"/>
          </p:nvPr>
        </p:nvSpPr>
        <p:spPr/>
        <p:txBody>
          <a:bodyPr/>
          <a:lstStyle/>
          <a:p>
            <a:fld id="{3237A82C-AEEE-48DB-A866-3B1CA0AC9D5D}" type="datetimeFigureOut">
              <a:rPr lang="x-none" smtClean="0"/>
              <a:pPr/>
              <a:t>3/13/2025</a:t>
            </a:fld>
            <a:endParaRPr lang="x-none"/>
          </a:p>
        </p:txBody>
      </p:sp>
      <p:sp>
        <p:nvSpPr>
          <p:cNvPr id="8" name="Footer Placeholder 7">
            <a:extLst>
              <a:ext uri="{FF2B5EF4-FFF2-40B4-BE49-F238E27FC236}">
                <a16:creationId xmlns:a16="http://schemas.microsoft.com/office/drawing/2014/main" id="{6A253149-4D4C-46D5-8100-4A3D9F41B000}"/>
              </a:ext>
            </a:extLst>
          </p:cNvPr>
          <p:cNvSpPr>
            <a:spLocks noGrp="1"/>
          </p:cNvSpPr>
          <p:nvPr>
            <p:ph type="ftr" sz="quarter" idx="11"/>
          </p:nvPr>
        </p:nvSpPr>
        <p:spPr/>
        <p:txBody>
          <a:bodyPr/>
          <a:lstStyle/>
          <a:p>
            <a:endParaRPr lang="x-none"/>
          </a:p>
        </p:txBody>
      </p:sp>
      <p:sp>
        <p:nvSpPr>
          <p:cNvPr id="9" name="Slide Number Placeholder 8">
            <a:extLst>
              <a:ext uri="{FF2B5EF4-FFF2-40B4-BE49-F238E27FC236}">
                <a16:creationId xmlns:a16="http://schemas.microsoft.com/office/drawing/2014/main" id="{65B7D50A-B373-419E-9BDA-973DC1118760}"/>
              </a:ext>
            </a:extLst>
          </p:cNvPr>
          <p:cNvSpPr>
            <a:spLocks noGrp="1"/>
          </p:cNvSpPr>
          <p:nvPr>
            <p:ph type="sldNum" sz="quarter" idx="12"/>
          </p:nvPr>
        </p:nvSpPr>
        <p:spPr/>
        <p:txBody>
          <a:bodyPr/>
          <a:lstStyle/>
          <a:p>
            <a:fld id="{6EB9F7D7-3C9C-4146-9FA1-B77DEB44278D}" type="slidenum">
              <a:rPr lang="x-none" smtClean="0"/>
              <a:pPr/>
              <a:t>‹#›</a:t>
            </a:fld>
            <a:endParaRPr lang="x-none"/>
          </a:p>
        </p:txBody>
      </p:sp>
    </p:spTree>
    <p:extLst>
      <p:ext uri="{BB962C8B-B14F-4D97-AF65-F5344CB8AC3E}">
        <p14:creationId xmlns:p14="http://schemas.microsoft.com/office/powerpoint/2010/main" val="22766287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3C455-2666-47C6-BF3E-44EE0A2900AC}"/>
              </a:ext>
            </a:extLst>
          </p:cNvPr>
          <p:cNvSpPr>
            <a:spLocks noGrp="1"/>
          </p:cNvSpPr>
          <p:nvPr>
            <p:ph type="title"/>
          </p:nvPr>
        </p:nvSpPr>
        <p:spPr/>
        <p:txBody>
          <a:bodyPr/>
          <a:lstStyle/>
          <a:p>
            <a:r>
              <a:rPr lang="en-US"/>
              <a:t>Click to edit Master title style</a:t>
            </a:r>
            <a:endParaRPr lang="x-none"/>
          </a:p>
        </p:txBody>
      </p:sp>
      <p:sp>
        <p:nvSpPr>
          <p:cNvPr id="3" name="Date Placeholder 2">
            <a:extLst>
              <a:ext uri="{FF2B5EF4-FFF2-40B4-BE49-F238E27FC236}">
                <a16:creationId xmlns:a16="http://schemas.microsoft.com/office/drawing/2014/main" id="{2BCDB8A3-54C9-4DF0-AF58-847CC781E947}"/>
              </a:ext>
            </a:extLst>
          </p:cNvPr>
          <p:cNvSpPr>
            <a:spLocks noGrp="1"/>
          </p:cNvSpPr>
          <p:nvPr>
            <p:ph type="dt" sz="half" idx="10"/>
          </p:nvPr>
        </p:nvSpPr>
        <p:spPr/>
        <p:txBody>
          <a:bodyPr/>
          <a:lstStyle/>
          <a:p>
            <a:fld id="{3237A82C-AEEE-48DB-A866-3B1CA0AC9D5D}" type="datetimeFigureOut">
              <a:rPr lang="x-none" smtClean="0"/>
              <a:pPr/>
              <a:t>3/13/2025</a:t>
            </a:fld>
            <a:endParaRPr lang="x-none"/>
          </a:p>
        </p:txBody>
      </p:sp>
      <p:sp>
        <p:nvSpPr>
          <p:cNvPr id="4" name="Footer Placeholder 3">
            <a:extLst>
              <a:ext uri="{FF2B5EF4-FFF2-40B4-BE49-F238E27FC236}">
                <a16:creationId xmlns:a16="http://schemas.microsoft.com/office/drawing/2014/main" id="{CB3A80F5-1CBF-45BD-A6AD-6BE98C141DE2}"/>
              </a:ext>
            </a:extLst>
          </p:cNvPr>
          <p:cNvSpPr>
            <a:spLocks noGrp="1"/>
          </p:cNvSpPr>
          <p:nvPr>
            <p:ph type="ftr" sz="quarter" idx="11"/>
          </p:nvPr>
        </p:nvSpPr>
        <p:spPr/>
        <p:txBody>
          <a:bodyPr/>
          <a:lstStyle/>
          <a:p>
            <a:endParaRPr lang="x-none"/>
          </a:p>
        </p:txBody>
      </p:sp>
      <p:sp>
        <p:nvSpPr>
          <p:cNvPr id="5" name="Slide Number Placeholder 4">
            <a:extLst>
              <a:ext uri="{FF2B5EF4-FFF2-40B4-BE49-F238E27FC236}">
                <a16:creationId xmlns:a16="http://schemas.microsoft.com/office/drawing/2014/main" id="{67E03123-314A-4412-8618-E5C45344E1D4}"/>
              </a:ext>
            </a:extLst>
          </p:cNvPr>
          <p:cNvSpPr>
            <a:spLocks noGrp="1"/>
          </p:cNvSpPr>
          <p:nvPr>
            <p:ph type="sldNum" sz="quarter" idx="12"/>
          </p:nvPr>
        </p:nvSpPr>
        <p:spPr/>
        <p:txBody>
          <a:bodyPr/>
          <a:lstStyle/>
          <a:p>
            <a:fld id="{6EB9F7D7-3C9C-4146-9FA1-B77DEB44278D}" type="slidenum">
              <a:rPr lang="x-none" smtClean="0"/>
              <a:pPr/>
              <a:t>‹#›</a:t>
            </a:fld>
            <a:endParaRPr lang="x-none"/>
          </a:p>
        </p:txBody>
      </p:sp>
    </p:spTree>
    <p:extLst>
      <p:ext uri="{BB962C8B-B14F-4D97-AF65-F5344CB8AC3E}">
        <p14:creationId xmlns:p14="http://schemas.microsoft.com/office/powerpoint/2010/main" val="32143271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FC5179-D82F-40FA-BF21-7AA507CE0823}"/>
              </a:ext>
            </a:extLst>
          </p:cNvPr>
          <p:cNvSpPr>
            <a:spLocks noGrp="1"/>
          </p:cNvSpPr>
          <p:nvPr>
            <p:ph type="dt" sz="half" idx="10"/>
          </p:nvPr>
        </p:nvSpPr>
        <p:spPr/>
        <p:txBody>
          <a:bodyPr/>
          <a:lstStyle/>
          <a:p>
            <a:fld id="{3237A82C-AEEE-48DB-A866-3B1CA0AC9D5D}" type="datetimeFigureOut">
              <a:rPr lang="x-none" smtClean="0"/>
              <a:pPr/>
              <a:t>3/13/2025</a:t>
            </a:fld>
            <a:endParaRPr lang="x-none"/>
          </a:p>
        </p:txBody>
      </p:sp>
      <p:sp>
        <p:nvSpPr>
          <p:cNvPr id="3" name="Footer Placeholder 2">
            <a:extLst>
              <a:ext uri="{FF2B5EF4-FFF2-40B4-BE49-F238E27FC236}">
                <a16:creationId xmlns:a16="http://schemas.microsoft.com/office/drawing/2014/main" id="{C1CC15DB-F842-49C3-B55B-A16E3884385C}"/>
              </a:ext>
            </a:extLst>
          </p:cNvPr>
          <p:cNvSpPr>
            <a:spLocks noGrp="1"/>
          </p:cNvSpPr>
          <p:nvPr>
            <p:ph type="ftr" sz="quarter" idx="11"/>
          </p:nvPr>
        </p:nvSpPr>
        <p:spPr/>
        <p:txBody>
          <a:bodyPr/>
          <a:lstStyle/>
          <a:p>
            <a:endParaRPr lang="x-none"/>
          </a:p>
        </p:txBody>
      </p:sp>
      <p:sp>
        <p:nvSpPr>
          <p:cNvPr id="4" name="Slide Number Placeholder 3">
            <a:extLst>
              <a:ext uri="{FF2B5EF4-FFF2-40B4-BE49-F238E27FC236}">
                <a16:creationId xmlns:a16="http://schemas.microsoft.com/office/drawing/2014/main" id="{38FDBBF2-4194-4BEA-AC76-A5704F3BBC05}"/>
              </a:ext>
            </a:extLst>
          </p:cNvPr>
          <p:cNvSpPr>
            <a:spLocks noGrp="1"/>
          </p:cNvSpPr>
          <p:nvPr>
            <p:ph type="sldNum" sz="quarter" idx="12"/>
          </p:nvPr>
        </p:nvSpPr>
        <p:spPr/>
        <p:txBody>
          <a:bodyPr/>
          <a:lstStyle/>
          <a:p>
            <a:fld id="{6EB9F7D7-3C9C-4146-9FA1-B77DEB44278D}" type="slidenum">
              <a:rPr lang="x-none" smtClean="0"/>
              <a:pPr/>
              <a:t>‹#›</a:t>
            </a:fld>
            <a:endParaRPr lang="x-none"/>
          </a:p>
        </p:txBody>
      </p:sp>
    </p:spTree>
    <p:extLst>
      <p:ext uri="{BB962C8B-B14F-4D97-AF65-F5344CB8AC3E}">
        <p14:creationId xmlns:p14="http://schemas.microsoft.com/office/powerpoint/2010/main" val="3140227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38F8C-D3DE-403C-AF37-746C3367B6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id="{58DF2B9D-4546-43D6-91C9-FFB86CF4EA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a16="http://schemas.microsoft.com/office/drawing/2014/main" id="{BF656608-3C52-495D-A214-A55C36D003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98E0AF-DD29-4C26-82C8-ACF8330BE670}"/>
              </a:ext>
            </a:extLst>
          </p:cNvPr>
          <p:cNvSpPr>
            <a:spLocks noGrp="1"/>
          </p:cNvSpPr>
          <p:nvPr>
            <p:ph type="dt" sz="half" idx="10"/>
          </p:nvPr>
        </p:nvSpPr>
        <p:spPr/>
        <p:txBody>
          <a:bodyPr/>
          <a:lstStyle/>
          <a:p>
            <a:fld id="{3237A82C-AEEE-48DB-A866-3B1CA0AC9D5D}" type="datetimeFigureOut">
              <a:rPr lang="x-none" smtClean="0"/>
              <a:pPr/>
              <a:t>3/13/2025</a:t>
            </a:fld>
            <a:endParaRPr lang="x-none"/>
          </a:p>
        </p:txBody>
      </p:sp>
      <p:sp>
        <p:nvSpPr>
          <p:cNvPr id="6" name="Footer Placeholder 5">
            <a:extLst>
              <a:ext uri="{FF2B5EF4-FFF2-40B4-BE49-F238E27FC236}">
                <a16:creationId xmlns:a16="http://schemas.microsoft.com/office/drawing/2014/main" id="{5BC35345-7A18-4D42-9681-50058B9D5D58}"/>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BCB22563-5A9D-4035-99DC-A96787B7BEA2}"/>
              </a:ext>
            </a:extLst>
          </p:cNvPr>
          <p:cNvSpPr>
            <a:spLocks noGrp="1"/>
          </p:cNvSpPr>
          <p:nvPr>
            <p:ph type="sldNum" sz="quarter" idx="12"/>
          </p:nvPr>
        </p:nvSpPr>
        <p:spPr/>
        <p:txBody>
          <a:bodyPr/>
          <a:lstStyle/>
          <a:p>
            <a:fld id="{6EB9F7D7-3C9C-4146-9FA1-B77DEB44278D}" type="slidenum">
              <a:rPr lang="x-none" smtClean="0"/>
              <a:pPr/>
              <a:t>‹#›</a:t>
            </a:fld>
            <a:endParaRPr lang="x-none"/>
          </a:p>
        </p:txBody>
      </p:sp>
    </p:spTree>
    <p:extLst>
      <p:ext uri="{BB962C8B-B14F-4D97-AF65-F5344CB8AC3E}">
        <p14:creationId xmlns:p14="http://schemas.microsoft.com/office/powerpoint/2010/main" val="4221264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E83F7-E36A-48E5-8DCA-087E21BBE4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Picture Placeholder 2">
            <a:extLst>
              <a:ext uri="{FF2B5EF4-FFF2-40B4-BE49-F238E27FC236}">
                <a16:creationId xmlns:a16="http://schemas.microsoft.com/office/drawing/2014/main" id="{822A8EBF-99DA-4706-BCCE-9EBA54596A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x-none"/>
          </a:p>
        </p:txBody>
      </p:sp>
      <p:sp>
        <p:nvSpPr>
          <p:cNvPr id="4" name="Text Placeholder 3">
            <a:extLst>
              <a:ext uri="{FF2B5EF4-FFF2-40B4-BE49-F238E27FC236}">
                <a16:creationId xmlns:a16="http://schemas.microsoft.com/office/drawing/2014/main" id="{124EF8FC-B1A6-401C-9069-13842D8C8A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A73258-FD4E-43EE-BF6C-3DADDEA90459}"/>
              </a:ext>
            </a:extLst>
          </p:cNvPr>
          <p:cNvSpPr>
            <a:spLocks noGrp="1"/>
          </p:cNvSpPr>
          <p:nvPr>
            <p:ph type="dt" sz="half" idx="10"/>
          </p:nvPr>
        </p:nvSpPr>
        <p:spPr/>
        <p:txBody>
          <a:bodyPr/>
          <a:lstStyle/>
          <a:p>
            <a:fld id="{3237A82C-AEEE-48DB-A866-3B1CA0AC9D5D}" type="datetimeFigureOut">
              <a:rPr lang="x-none" smtClean="0"/>
              <a:pPr/>
              <a:t>3/13/2025</a:t>
            </a:fld>
            <a:endParaRPr lang="x-none"/>
          </a:p>
        </p:txBody>
      </p:sp>
      <p:sp>
        <p:nvSpPr>
          <p:cNvPr id="6" name="Footer Placeholder 5">
            <a:extLst>
              <a:ext uri="{FF2B5EF4-FFF2-40B4-BE49-F238E27FC236}">
                <a16:creationId xmlns:a16="http://schemas.microsoft.com/office/drawing/2014/main" id="{170AB588-D788-4246-8BC5-FC3FB748507C}"/>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E7FFFD2F-0AC3-4390-8990-6C3DDE5525F5}"/>
              </a:ext>
            </a:extLst>
          </p:cNvPr>
          <p:cNvSpPr>
            <a:spLocks noGrp="1"/>
          </p:cNvSpPr>
          <p:nvPr>
            <p:ph type="sldNum" sz="quarter" idx="12"/>
          </p:nvPr>
        </p:nvSpPr>
        <p:spPr/>
        <p:txBody>
          <a:bodyPr/>
          <a:lstStyle/>
          <a:p>
            <a:fld id="{6EB9F7D7-3C9C-4146-9FA1-B77DEB44278D}" type="slidenum">
              <a:rPr lang="x-none" smtClean="0"/>
              <a:pPr/>
              <a:t>‹#›</a:t>
            </a:fld>
            <a:endParaRPr lang="x-none"/>
          </a:p>
        </p:txBody>
      </p:sp>
    </p:spTree>
    <p:extLst>
      <p:ext uri="{BB962C8B-B14F-4D97-AF65-F5344CB8AC3E}">
        <p14:creationId xmlns:p14="http://schemas.microsoft.com/office/powerpoint/2010/main" val="916293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9B165-E271-4702-AC6D-63BC723EAB6A}"/>
              </a:ext>
            </a:extLst>
          </p:cNvPr>
          <p:cNvSpPr>
            <a:spLocks noGrp="1"/>
          </p:cNvSpPr>
          <p:nvPr>
            <p:ph type="title"/>
          </p:nvPr>
        </p:nvSpPr>
        <p:spPr/>
        <p:txBody>
          <a:bodyPr/>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1555CA41-5CBD-4E65-95AA-B3EFB8BD3B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E19ACED0-31DD-4C4F-B63A-02250626EB2F}"/>
              </a:ext>
            </a:extLst>
          </p:cNvPr>
          <p:cNvSpPr>
            <a:spLocks noGrp="1"/>
          </p:cNvSpPr>
          <p:nvPr>
            <p:ph type="dt" sz="half" idx="10"/>
          </p:nvPr>
        </p:nvSpPr>
        <p:spPr/>
        <p:txBody>
          <a:bodyPr/>
          <a:lstStyle/>
          <a:p>
            <a:fld id="{3237A82C-AEEE-48DB-A866-3B1CA0AC9D5D}" type="datetimeFigureOut">
              <a:rPr lang="x-none" smtClean="0"/>
              <a:pPr/>
              <a:t>3/13/2025</a:t>
            </a:fld>
            <a:endParaRPr lang="x-none"/>
          </a:p>
        </p:txBody>
      </p:sp>
      <p:sp>
        <p:nvSpPr>
          <p:cNvPr id="5" name="Footer Placeholder 4">
            <a:extLst>
              <a:ext uri="{FF2B5EF4-FFF2-40B4-BE49-F238E27FC236}">
                <a16:creationId xmlns:a16="http://schemas.microsoft.com/office/drawing/2014/main" id="{A995553D-FD7D-4432-BC5C-F78462D738A8}"/>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31E46CDF-12B4-4900-A154-E219D22E95BB}"/>
              </a:ext>
            </a:extLst>
          </p:cNvPr>
          <p:cNvSpPr>
            <a:spLocks noGrp="1"/>
          </p:cNvSpPr>
          <p:nvPr>
            <p:ph type="sldNum" sz="quarter" idx="12"/>
          </p:nvPr>
        </p:nvSpPr>
        <p:spPr/>
        <p:txBody>
          <a:bodyPr/>
          <a:lstStyle/>
          <a:p>
            <a:fld id="{6EB9F7D7-3C9C-4146-9FA1-B77DEB44278D}" type="slidenum">
              <a:rPr lang="x-none" smtClean="0"/>
              <a:pPr/>
              <a:t>‹#›</a:t>
            </a:fld>
            <a:endParaRPr lang="x-none"/>
          </a:p>
        </p:txBody>
      </p:sp>
    </p:spTree>
    <p:extLst>
      <p:ext uri="{BB962C8B-B14F-4D97-AF65-F5344CB8AC3E}">
        <p14:creationId xmlns:p14="http://schemas.microsoft.com/office/powerpoint/2010/main" val="57631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B29BF1E-BE8B-4353-B936-AE8071F91CD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DB322873-176A-4EA9-9941-DC9941F475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DD35E231-43A9-48DA-833A-A8750A6CA7EC}"/>
              </a:ext>
            </a:extLst>
          </p:cNvPr>
          <p:cNvSpPr>
            <a:spLocks noGrp="1"/>
          </p:cNvSpPr>
          <p:nvPr>
            <p:ph type="dt" sz="half" idx="10"/>
          </p:nvPr>
        </p:nvSpPr>
        <p:spPr/>
        <p:txBody>
          <a:bodyPr/>
          <a:lstStyle/>
          <a:p>
            <a:fld id="{3237A82C-AEEE-48DB-A866-3B1CA0AC9D5D}" type="datetimeFigureOut">
              <a:rPr lang="x-none" smtClean="0"/>
              <a:pPr/>
              <a:t>3/13/2025</a:t>
            </a:fld>
            <a:endParaRPr lang="x-none"/>
          </a:p>
        </p:txBody>
      </p:sp>
      <p:sp>
        <p:nvSpPr>
          <p:cNvPr id="5" name="Footer Placeholder 4">
            <a:extLst>
              <a:ext uri="{FF2B5EF4-FFF2-40B4-BE49-F238E27FC236}">
                <a16:creationId xmlns:a16="http://schemas.microsoft.com/office/drawing/2014/main" id="{00B07A8C-6932-4260-BAAA-DBE1B12880FA}"/>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FAFE6F17-3B9F-4C75-98BF-F79F5D018AEB}"/>
              </a:ext>
            </a:extLst>
          </p:cNvPr>
          <p:cNvSpPr>
            <a:spLocks noGrp="1"/>
          </p:cNvSpPr>
          <p:nvPr>
            <p:ph type="sldNum" sz="quarter" idx="12"/>
          </p:nvPr>
        </p:nvSpPr>
        <p:spPr/>
        <p:txBody>
          <a:bodyPr/>
          <a:lstStyle/>
          <a:p>
            <a:fld id="{6EB9F7D7-3C9C-4146-9FA1-B77DEB44278D}" type="slidenum">
              <a:rPr lang="x-none" smtClean="0"/>
              <a:pPr/>
              <a:t>‹#›</a:t>
            </a:fld>
            <a:endParaRPr lang="x-none"/>
          </a:p>
        </p:txBody>
      </p:sp>
    </p:spTree>
    <p:extLst>
      <p:ext uri="{BB962C8B-B14F-4D97-AF65-F5344CB8AC3E}">
        <p14:creationId xmlns:p14="http://schemas.microsoft.com/office/powerpoint/2010/main" val="42108414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339B51-54CA-49F5-8966-F46D83C422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x-none"/>
          </a:p>
        </p:txBody>
      </p:sp>
      <p:sp>
        <p:nvSpPr>
          <p:cNvPr id="3" name="Text Placeholder 2">
            <a:extLst>
              <a:ext uri="{FF2B5EF4-FFF2-40B4-BE49-F238E27FC236}">
                <a16:creationId xmlns:a16="http://schemas.microsoft.com/office/drawing/2014/main" id="{2519CFAA-AD75-4697-91AC-85CEC6C6B2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54127230-2512-4F28-A281-14854D1474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37A82C-AEEE-48DB-A866-3B1CA0AC9D5D}" type="datetimeFigureOut">
              <a:rPr lang="x-none" smtClean="0"/>
              <a:pPr/>
              <a:t>3/13/2025</a:t>
            </a:fld>
            <a:endParaRPr lang="x-none"/>
          </a:p>
        </p:txBody>
      </p:sp>
      <p:sp>
        <p:nvSpPr>
          <p:cNvPr id="5" name="Footer Placeholder 4">
            <a:extLst>
              <a:ext uri="{FF2B5EF4-FFF2-40B4-BE49-F238E27FC236}">
                <a16:creationId xmlns:a16="http://schemas.microsoft.com/office/drawing/2014/main" id="{4FD06234-7A7A-4EED-8F6D-3D8EBC2D1F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a:extLst>
              <a:ext uri="{FF2B5EF4-FFF2-40B4-BE49-F238E27FC236}">
                <a16:creationId xmlns:a16="http://schemas.microsoft.com/office/drawing/2014/main" id="{AA549BF4-1286-4C31-9FB5-ED9DDFE1E6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B9F7D7-3C9C-4146-9FA1-B77DEB44278D}" type="slidenum">
              <a:rPr lang="x-none" smtClean="0"/>
              <a:pPr/>
              <a:t>‹#›</a:t>
            </a:fld>
            <a:endParaRPr lang="x-none"/>
          </a:p>
        </p:txBody>
      </p:sp>
    </p:spTree>
    <p:extLst>
      <p:ext uri="{BB962C8B-B14F-4D97-AF65-F5344CB8AC3E}">
        <p14:creationId xmlns:p14="http://schemas.microsoft.com/office/powerpoint/2010/main" val="40133889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7"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3.pn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7.svg"/><Relationship Id="rId10" Type="http://schemas.openxmlformats.org/officeDocument/2006/relationships/image" Target="../media/image5.png"/><Relationship Id="rId4" Type="http://schemas.openxmlformats.org/officeDocument/2006/relationships/image" Target="../media/image6.png"/><Relationship Id="rId9" Type="http://schemas.openxmlformats.org/officeDocument/2006/relationships/image" Target="../media/image10.svg"/></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7.png"/><Relationship Id="rId12"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8.png"/><Relationship Id="rId5" Type="http://schemas.openxmlformats.org/officeDocument/2006/relationships/image" Target="../media/image7.svg"/><Relationship Id="rId10" Type="http://schemas.openxmlformats.org/officeDocument/2006/relationships/image" Target="../media/image5.png"/><Relationship Id="rId4" Type="http://schemas.openxmlformats.org/officeDocument/2006/relationships/image" Target="../media/image6.png"/><Relationship Id="rId9" Type="http://schemas.openxmlformats.org/officeDocument/2006/relationships/image" Target="../media/image10.svg"/></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7.svg"/><Relationship Id="rId10" Type="http://schemas.openxmlformats.org/officeDocument/2006/relationships/image" Target="../media/image5.png"/><Relationship Id="rId4" Type="http://schemas.openxmlformats.org/officeDocument/2006/relationships/image" Target="../media/image6.png"/><Relationship Id="rId9" Type="http://schemas.openxmlformats.org/officeDocument/2006/relationships/image" Target="../media/image10.svg"/></Relationships>
</file>

<file path=ppt/slides/_rels/slide6.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10.png"/><Relationship Id="rId5" Type="http://schemas.openxmlformats.org/officeDocument/2006/relationships/image" Target="../media/image7.svg"/><Relationship Id="rId10" Type="http://schemas.openxmlformats.org/officeDocument/2006/relationships/image" Target="../media/image5.png"/><Relationship Id="rId4" Type="http://schemas.openxmlformats.org/officeDocument/2006/relationships/image" Target="../media/image6.png"/><Relationship Id="rId9" Type="http://schemas.openxmlformats.org/officeDocument/2006/relationships/image" Target="../media/image10.svg"/></Relationships>
</file>

<file path=ppt/slides/_rels/slide7.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11.png"/><Relationship Id="rId5" Type="http://schemas.openxmlformats.org/officeDocument/2006/relationships/image" Target="../media/image7.svg"/><Relationship Id="rId10" Type="http://schemas.openxmlformats.org/officeDocument/2006/relationships/image" Target="../media/image5.png"/><Relationship Id="rId4" Type="http://schemas.openxmlformats.org/officeDocument/2006/relationships/image" Target="../media/image6.png"/><Relationship Id="rId9" Type="http://schemas.openxmlformats.org/officeDocument/2006/relationships/image" Target="../media/image10.svg"/></Relationships>
</file>

<file path=ppt/slides/_rels/slide8.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12.png"/><Relationship Id="rId5" Type="http://schemas.openxmlformats.org/officeDocument/2006/relationships/image" Target="../media/image7.svg"/><Relationship Id="rId10" Type="http://schemas.openxmlformats.org/officeDocument/2006/relationships/image" Target="../media/image5.png"/><Relationship Id="rId4" Type="http://schemas.openxmlformats.org/officeDocument/2006/relationships/image" Target="../media/image6.png"/><Relationship Id="rId9" Type="http://schemas.openxmlformats.org/officeDocument/2006/relationships/image" Target="../media/image10.svg"/></Relationships>
</file>

<file path=ppt/slides/_rels/slide9.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7.svg"/><Relationship Id="rId10" Type="http://schemas.openxmlformats.org/officeDocument/2006/relationships/image" Target="../media/image5.png"/><Relationship Id="rId4" Type="http://schemas.openxmlformats.org/officeDocument/2006/relationships/image" Target="../media/image6.png"/><Relationship Id="rId9" Type="http://schemas.openxmlformats.org/officeDocument/2006/relationships/image" Target="../media/image10.svg"/></Relationships>
</file>

<file path=ppt/slides/_rels/slide10.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7.svg"/><Relationship Id="rId10" Type="http://schemas.openxmlformats.org/officeDocument/2006/relationships/image" Target="../media/image5.png"/><Relationship Id="rId4" Type="http://schemas.openxmlformats.org/officeDocument/2006/relationships/image" Target="../media/image6.png"/><Relationship Id="rId9" Type="http://schemas.openxmlformats.org/officeDocument/2006/relationships/image" Target="../media/image10.svg"/></Relationships>
</file>

<file path=ppt/slides/_rels/slide11.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7.svg"/><Relationship Id="rId10" Type="http://schemas.openxmlformats.org/officeDocument/2006/relationships/image" Target="../media/image5.png"/><Relationship Id="rId4" Type="http://schemas.openxmlformats.org/officeDocument/2006/relationships/image" Target="../media/image6.png"/><Relationship Id="rId9" Type="http://schemas.openxmlformats.org/officeDocument/2006/relationships/image" Target="../media/image10.svg"/></Relationships>
</file>

<file path=ppt/slides/_rels/slide12.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13.png"/><Relationship Id="rId5" Type="http://schemas.openxmlformats.org/officeDocument/2006/relationships/image" Target="../media/image7.svg"/><Relationship Id="rId10" Type="http://schemas.openxmlformats.org/officeDocument/2006/relationships/image" Target="../media/image5.png"/><Relationship Id="rId4" Type="http://schemas.openxmlformats.org/officeDocument/2006/relationships/image" Target="../media/image6.png"/><Relationship Id="rId9" Type="http://schemas.openxmlformats.org/officeDocument/2006/relationships/image" Target="../media/image1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EF21E1-2D98-4671-AEAF-A201BC9C40D1}"/>
              </a:ext>
            </a:extLst>
          </p:cNvPr>
          <p:cNvSpPr/>
          <p:nvPr/>
        </p:nvSpPr>
        <p:spPr>
          <a:xfrm>
            <a:off x="0" y="0"/>
            <a:ext cx="12192000"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5946CD5F-621C-4899-B8C5-417BE3F1ECD0}"/>
              </a:ext>
            </a:extLst>
          </p:cNvPr>
          <p:cNvSpPr>
            <a:spLocks noGrp="1"/>
          </p:cNvSpPr>
          <p:nvPr>
            <p:ph type="ctrTitle"/>
          </p:nvPr>
        </p:nvSpPr>
        <p:spPr>
          <a:xfrm>
            <a:off x="712629" y="239698"/>
            <a:ext cx="7649653" cy="2408146"/>
          </a:xfrm>
        </p:spPr>
        <p:txBody>
          <a:bodyPr>
            <a:normAutofit/>
          </a:bodyPr>
          <a:lstStyle/>
          <a:p>
            <a:pPr lvl="0"/>
            <a:r>
              <a:rPr lang="en-US" dirty="0" smtClean="0"/>
              <a:t/>
            </a:r>
            <a:br>
              <a:rPr lang="en-US" dirty="0" smtClean="0"/>
            </a:br>
            <a:endParaRPr lang="en-GB" b="1" dirty="0">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EC406DBB-5AF5-48F8-9377-D0A0ACE9B10B}"/>
              </a:ext>
            </a:extLst>
          </p:cNvPr>
          <p:cNvSpPr>
            <a:spLocks noGrp="1"/>
          </p:cNvSpPr>
          <p:nvPr>
            <p:ph type="subTitle" idx="1"/>
          </p:nvPr>
        </p:nvSpPr>
        <p:spPr>
          <a:xfrm>
            <a:off x="545124" y="3429000"/>
            <a:ext cx="10374923" cy="2901461"/>
          </a:xfrm>
        </p:spPr>
        <p:txBody>
          <a:bodyPr>
            <a:noAutofit/>
          </a:bodyPr>
          <a:lstStyle/>
          <a:p>
            <a:pPr marL="457200" indent="-457200">
              <a:buFont typeface="Wingdings" pitchFamily="2" charset="2"/>
              <a:buChar char="ü"/>
            </a:pPr>
            <a:r>
              <a:rPr lang="en-US" sz="4400" b="1" dirty="0">
                <a:latin typeface="Arial" panose="020B0604020202020204" pitchFamily="34" charset="0"/>
                <a:cs typeface="Arial" panose="020B0604020202020204" pitchFamily="34" charset="0"/>
              </a:rPr>
              <a:t>Define Problem </a:t>
            </a:r>
            <a:r>
              <a:rPr lang="en-US" sz="4400" b="1" dirty="0" smtClean="0">
                <a:latin typeface="Arial" panose="020B0604020202020204" pitchFamily="34" charset="0"/>
                <a:cs typeface="Arial" panose="020B0604020202020204" pitchFamily="34" charset="0"/>
              </a:rPr>
              <a:t>Solving</a:t>
            </a:r>
            <a:endParaRPr lang="en-US" sz="4400" b="1" dirty="0">
              <a:latin typeface="Arial" panose="020B0604020202020204" pitchFamily="34" charset="0"/>
              <a:cs typeface="Arial" panose="020B0604020202020204" pitchFamily="34" charset="0"/>
            </a:endParaRPr>
          </a:p>
          <a:p>
            <a:pPr marL="457200" indent="-457200">
              <a:buFont typeface="Wingdings" pitchFamily="2" charset="2"/>
              <a:buChar char="ü"/>
            </a:pPr>
            <a:r>
              <a:rPr lang="en-US" sz="4400" b="1" dirty="0">
                <a:latin typeface="Arial" panose="020B0604020202020204" pitchFamily="34" charset="0"/>
                <a:cs typeface="Arial" panose="020B0604020202020204" pitchFamily="34" charset="0"/>
              </a:rPr>
              <a:t>Strategies for P</a:t>
            </a:r>
            <a:r>
              <a:rPr lang="en-US" sz="4400" b="1" dirty="0" smtClean="0">
                <a:latin typeface="Arial" panose="020B0604020202020204" pitchFamily="34" charset="0"/>
                <a:cs typeface="Arial" panose="020B0604020202020204" pitchFamily="34" charset="0"/>
              </a:rPr>
              <a:t>roblem Solving</a:t>
            </a:r>
          </a:p>
        </p:txBody>
      </p:sp>
      <p:sp>
        <p:nvSpPr>
          <p:cNvPr id="5" name="Subtitle 2">
            <a:extLst>
              <a:ext uri="{FF2B5EF4-FFF2-40B4-BE49-F238E27FC236}">
                <a16:creationId xmlns:a16="http://schemas.microsoft.com/office/drawing/2014/main" id="{6DA394B8-F89E-45AC-9E3F-FEC161BFAFAB}"/>
              </a:ext>
            </a:extLst>
          </p:cNvPr>
          <p:cNvSpPr txBox="1">
            <a:spLocks/>
          </p:cNvSpPr>
          <p:nvPr/>
        </p:nvSpPr>
        <p:spPr>
          <a:xfrm>
            <a:off x="907913" y="6166392"/>
            <a:ext cx="2800905" cy="683582"/>
          </a:xfrm>
          <a:prstGeom prst="rect">
            <a:avLst/>
          </a:prstGeom>
          <a:noFill/>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GB" sz="2000" b="1" dirty="0">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1C869FE1-C1C4-48A8-AA9E-99CAE025BEAF}"/>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8580310" y="228599"/>
            <a:ext cx="3611690" cy="3611690"/>
          </a:xfrm>
          <a:prstGeom prst="rect">
            <a:avLst/>
          </a:prstGeom>
        </p:spPr>
      </p:pic>
      <p:sp>
        <p:nvSpPr>
          <p:cNvPr id="6" name="Rectangle 5"/>
          <p:cNvSpPr/>
          <p:nvPr/>
        </p:nvSpPr>
        <p:spPr>
          <a:xfrm>
            <a:off x="545124" y="1308103"/>
            <a:ext cx="9964123" cy="1569660"/>
          </a:xfrm>
          <a:prstGeom prst="rect">
            <a:avLst/>
          </a:prstGeom>
        </p:spPr>
        <p:txBody>
          <a:bodyPr wrap="square">
            <a:spAutoFit/>
          </a:bodyPr>
          <a:lstStyle/>
          <a:p>
            <a:pPr algn="ctr" latinLnBrk="1"/>
            <a:r>
              <a:rPr lang="en-US" sz="9600" b="1" dirty="0" smtClean="0">
                <a:latin typeface="Arial" pitchFamily="34" charset="0"/>
                <a:cs typeface="Arial" pitchFamily="34" charset="0"/>
              </a:rPr>
              <a:t>Problem Solving </a:t>
            </a:r>
            <a:endParaRPr lang="en-US" sz="9600" b="1" dirty="0">
              <a:latin typeface="Arial" pitchFamily="34" charset="0"/>
              <a:cs typeface="Arial" pitchFamily="34" charset="0"/>
            </a:endParaRPr>
          </a:p>
        </p:txBody>
      </p:sp>
    </p:spTree>
    <p:extLst>
      <p:ext uri="{BB962C8B-B14F-4D97-AF65-F5344CB8AC3E}">
        <p14:creationId xmlns:p14="http://schemas.microsoft.com/office/powerpoint/2010/main" val="524796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6701" y="1385668"/>
            <a:ext cx="11869615" cy="4979563"/>
          </a:xfrm>
        </p:spPr>
        <p:txBody>
          <a:bodyPr>
            <a:noAutofit/>
          </a:bodyPr>
          <a:lstStyle/>
          <a:p>
            <a:pPr marL="0" lvl="0" indent="0">
              <a:lnSpc>
                <a:spcPct val="100000"/>
              </a:lnSpc>
              <a:spcBef>
                <a:spcPct val="20000"/>
              </a:spcBef>
              <a:buClr>
                <a:srgbClr val="AA2B1E"/>
              </a:buClr>
              <a:buSzPct val="85000"/>
              <a:buNone/>
            </a:pPr>
            <a:r>
              <a:rPr lang="en-US" sz="4000" dirty="0">
                <a:latin typeface="Arial" panose="020B0604020202020204" pitchFamily="34" charset="0"/>
                <a:cs typeface="Arial" panose="020B0604020202020204" pitchFamily="34" charset="0"/>
              </a:rPr>
              <a:t>Problem solving is a cognitive process that involves identifying, analyzing, and finding solutions to complex issues or challenges. It encompasses various mental processes, including reasoning, decision-making, and critical thinking. In psychology, problem solving is studied to understand how individuals approach </a:t>
            </a:r>
            <a:r>
              <a:rPr lang="en-US" sz="4000" dirty="0" smtClean="0">
                <a:latin typeface="Arial" panose="020B0604020202020204" pitchFamily="34" charset="0"/>
                <a:cs typeface="Arial" panose="020B0604020202020204" pitchFamily="34" charset="0"/>
              </a:rPr>
              <a:t>hurdles </a:t>
            </a:r>
            <a:r>
              <a:rPr lang="en-US" sz="4000" dirty="0">
                <a:latin typeface="Arial" panose="020B0604020202020204" pitchFamily="34" charset="0"/>
                <a:cs typeface="Arial" panose="020B0604020202020204" pitchFamily="34" charset="0"/>
              </a:rPr>
              <a:t>and make decisions in everyday life.</a:t>
            </a:r>
            <a:endParaRPr lang="en-US" sz="4000" dirty="0" smtClean="0">
              <a:latin typeface="Arial" panose="020B0604020202020204" pitchFamily="34" charset="0"/>
              <a:cs typeface="Arial" panose="020B0604020202020204" pitchFamily="34" charset="0"/>
            </a:endParaRPr>
          </a:p>
        </p:txBody>
      </p:sp>
      <p:grpSp>
        <p:nvGrpSpPr>
          <p:cNvPr id="4" name="Title 3">
            <a:extLst>
              <a:ext uri="{FF2B5EF4-FFF2-40B4-BE49-F238E27FC236}">
                <a16:creationId xmlns:a16="http://schemas.microsoft.com/office/drawing/2014/main" id="{2CF01162-D0B6-4CEC-B999-30B23E8FE853}"/>
              </a:ext>
            </a:extLst>
          </p:cNvPr>
          <p:cNvGrpSpPr>
            <a:grpSpLocks noGrp="1"/>
          </p:cNvGrpSpPr>
          <p:nvPr/>
        </p:nvGrpSpPr>
        <p:grpSpPr>
          <a:xfrm>
            <a:off x="0" y="-27418"/>
            <a:ext cx="12739955" cy="1325563"/>
            <a:chOff x="0" y="0"/>
            <a:chExt cx="12749348" cy="1115736"/>
          </a:xfrm>
        </p:grpSpPr>
        <p:sp>
          <p:nvSpPr>
            <p:cNvPr id="5" name="Rectangle 4">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sp>
          <p:nvSpPr>
            <p:cNvPr id="7" name="TextBox 6">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8" name="Graphic 14">
              <a:extLst>
                <a:ext uri="{FF2B5EF4-FFF2-40B4-BE49-F238E27FC236}">
                  <a16:creationId xmlns:a16="http://schemas.microsoft.com/office/drawing/2014/main" id="{71F90180-E346-4AF9-B3BC-F4B7007B4E02}"/>
                </a:ext>
              </a:extLst>
            </p:cNvPr>
            <p:cNvPicPr>
              <a:picLocks noChangeAspect="1"/>
            </p:cNvPicPr>
            <p:nvPr/>
          </p:nvPicPr>
          <p:blipFill>
            <a:blip r:embed="rId2">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9" name="TextBox 8">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0"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1" name="Picture 10">
              <a:extLst>
                <a:ext uri="{FF2B5EF4-FFF2-40B4-BE49-F238E27FC236}">
                  <a16:creationId xmlns:a16="http://schemas.microsoft.com/office/drawing/2014/main" id="{085A7425-75D1-4518-8891-A639DA0C4AE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12" name="Rectangle 11"/>
          <p:cNvSpPr/>
          <p:nvPr/>
        </p:nvSpPr>
        <p:spPr>
          <a:xfrm>
            <a:off x="2547992" y="462338"/>
            <a:ext cx="7294068" cy="923330"/>
          </a:xfrm>
          <a:prstGeom prst="rect">
            <a:avLst/>
          </a:prstGeom>
        </p:spPr>
        <p:txBody>
          <a:bodyPr wrap="square">
            <a:spAutoFit/>
          </a:bodyPr>
          <a:lstStyle/>
          <a:p>
            <a:pPr algn="ctr"/>
            <a:endParaRPr lang="en-US" sz="3600" b="1" dirty="0">
              <a:latin typeface="Arial" pitchFamily="34" charset="0"/>
              <a:cs typeface="Arial" pitchFamily="34" charset="0"/>
            </a:endParaRPr>
          </a:p>
          <a:p>
            <a:pPr algn="ctr"/>
            <a:endParaRPr lang="en-US" dirty="0" smtClean="0">
              <a:latin typeface="Arial" panose="020B0604020202020204" pitchFamily="34" charset="0"/>
              <a:cs typeface="Arial" panose="020B0604020202020204" pitchFamily="34" charset="0"/>
            </a:endParaRPr>
          </a:p>
        </p:txBody>
      </p:sp>
      <p:sp>
        <p:nvSpPr>
          <p:cNvPr id="13" name="Rectangle 12"/>
          <p:cNvSpPr/>
          <p:nvPr/>
        </p:nvSpPr>
        <p:spPr>
          <a:xfrm>
            <a:off x="2547992" y="195054"/>
            <a:ext cx="7159652" cy="1538883"/>
          </a:xfrm>
          <a:prstGeom prst="rect">
            <a:avLst/>
          </a:prstGeom>
        </p:spPr>
        <p:txBody>
          <a:bodyPr wrap="square">
            <a:spAutoFit/>
          </a:bodyPr>
          <a:lstStyle/>
          <a:p>
            <a:pPr algn="ctr"/>
            <a:r>
              <a:rPr lang="en-US" sz="6600" b="1" dirty="0">
                <a:latin typeface="Arial" panose="020B0604020202020204" pitchFamily="34" charset="0"/>
                <a:cs typeface="Arial" panose="020B0604020202020204" pitchFamily="34" charset="0"/>
              </a:rPr>
              <a:t>Definition</a:t>
            </a:r>
            <a:r>
              <a:rPr lang="en-US" sz="2800" dirty="0"/>
              <a:t/>
            </a:r>
            <a:br>
              <a:rPr lang="en-US" sz="2800" dirty="0"/>
            </a:br>
            <a:endParaRPr lang="en-US" sz="2800" b="1" dirty="0">
              <a:latin typeface="Arial" pitchFamily="34" charset="0"/>
              <a:cs typeface="Arial" pitchFamily="34" charset="0"/>
            </a:endParaRPr>
          </a:p>
        </p:txBody>
      </p:sp>
      <p:pic>
        <p:nvPicPr>
          <p:cNvPr id="15" name="Picture 14"/>
          <p:cNvPicPr/>
          <p:nvPr/>
        </p:nvPicPr>
        <p:blipFill>
          <a:blip r:embed="rId8" cstate="print">
            <a:extLst>
              <a:ext uri="{28A0092B-C50C-407E-A947-70E740481C1C}">
                <a14:useLocalDpi xmlns:a14="http://schemas.microsoft.com/office/drawing/2010/main" val="0"/>
              </a:ext>
            </a:extLst>
          </a:blip>
          <a:stretch>
            <a:fillRect/>
          </a:stretch>
        </p:blipFill>
        <p:spPr bwMode="auto">
          <a:xfrm>
            <a:off x="0" y="0"/>
            <a:ext cx="2180492" cy="129814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34DD2C6-4CC8-4F4C-9615-8F42757A1CE2}"/>
              </a:ext>
            </a:extLst>
          </p:cNvPr>
          <p:cNvGrpSpPr/>
          <p:nvPr/>
        </p:nvGrpSpPr>
        <p:grpSpPr>
          <a:xfrm>
            <a:off x="-14898" y="2086"/>
            <a:ext cx="12749348" cy="1115736"/>
            <a:chOff x="0" y="0"/>
            <a:chExt cx="12749348" cy="1115736"/>
          </a:xfrm>
        </p:grpSpPr>
        <p:sp>
          <p:nvSpPr>
            <p:cNvPr id="14" name="Rectangle 13">
              <a:extLst>
                <a:ext uri="{FF2B5EF4-FFF2-40B4-BE49-F238E27FC236}">
                  <a16:creationId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sp>
          <p:nvSpPr>
            <p:cNvPr id="15" name="TextBox 14">
              <a:extLst>
                <a:ext uri="{FF2B5EF4-FFF2-40B4-BE49-F238E27FC236}">
                  <a16:creationId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6" name="Graphic 15">
              <a:extLst>
                <a:ext uri="{FF2B5EF4-FFF2-40B4-BE49-F238E27FC236}">
                  <a16:creationId xmlns:a16="http://schemas.microsoft.com/office/drawing/2014/main" id="{ABF06EB7-5284-4699-8F45-3C74960363D1}"/>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9906056" y="403986"/>
              <a:ext cx="261610" cy="261610"/>
            </a:xfrm>
            <a:prstGeom prst="rect">
              <a:avLst/>
            </a:prstGeom>
          </p:spPr>
        </p:pic>
        <p:sp>
          <p:nvSpPr>
            <p:cNvPr id="17" name="TextBox 16">
              <a:extLst>
                <a:ext uri="{FF2B5EF4-FFF2-40B4-BE49-F238E27FC236}">
                  <a16:creationId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8" name="Graphic 17">
              <a:extLst>
                <a:ext uri="{FF2B5EF4-FFF2-40B4-BE49-F238E27FC236}">
                  <a16:creationId xmlns:a16="http://schemas.microsoft.com/office/drawing/2014/main" id="{10EB8B8D-6004-4AED-A244-C4DC6F8DA657}"/>
                </a:ext>
              </a:extLst>
            </p:cNvPr>
            <p:cNvPicPr>
              <a:picLocks noChangeAspect="1"/>
            </p:cNvPicPr>
            <p:nvPr/>
          </p:nvPicPr>
          <p:blipFill>
            <a:blip r:embed="rId4" cstate="print">
              <a:extLst>
                <a:ext uri="{96DAC541-7B7A-43D3-8B79-37D633B846F1}">
                  <asvg:svgBlip xmlns:asvg="http://schemas.microsoft.com/office/drawing/2016/SVG/main" xmlns="" r:embed="rId5"/>
                </a:ext>
              </a:extLst>
            </a:blip>
            <a:stretch>
              <a:fillRect/>
            </a:stretch>
          </p:blipFill>
          <p:spPr>
            <a:xfrm>
              <a:off x="10591033" y="741997"/>
              <a:ext cx="171450" cy="171450"/>
            </a:xfrm>
            <a:prstGeom prst="rect">
              <a:avLst/>
            </a:prstGeom>
          </p:spPr>
        </p:pic>
        <p:pic>
          <p:nvPicPr>
            <p:cNvPr id="19" name="Picture 18">
              <a:extLst>
                <a:ext uri="{FF2B5EF4-FFF2-40B4-BE49-F238E27FC236}">
                  <a16:creationId xmlns:a16="http://schemas.microsoft.com/office/drawing/2014/main" id="{B90D907E-CA01-4229-92EF-9ABBCFBA1E6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11" name="Graphic 10">
            <a:extLst>
              <a:ext uri="{FF2B5EF4-FFF2-40B4-BE49-F238E27FC236}">
                <a16:creationId xmlns:a16="http://schemas.microsoft.com/office/drawing/2014/main" id="{066FF2A6-21EC-4DCA-B8DA-6528DF993417}"/>
              </a:ext>
            </a:extLst>
          </p:cNvPr>
          <p:cNvPicPr>
            <a:picLocks noChangeAspect="1"/>
          </p:cNvPicPr>
          <p:nvPr/>
        </p:nvPicPr>
        <p:blipFill>
          <a:blip r:embed="rId7">
            <a:extLst>
              <a:ext uri="{96DAC541-7B7A-43D3-8B79-37D633B846F1}">
                <asvg:svgBlip xmlns:asvg="http://schemas.microsoft.com/office/drawing/2016/SVG/main" xmlns="" r:embed="rId9"/>
              </a:ext>
            </a:extLst>
          </a:blip>
          <a:stretch>
            <a:fillRect/>
          </a:stretch>
        </p:blipFill>
        <p:spPr>
          <a:xfrm>
            <a:off x="-19072" y="1185064"/>
            <a:ext cx="2039974" cy="5144283"/>
          </a:xfrm>
          <a:prstGeom prst="rect">
            <a:avLst/>
          </a:prstGeom>
        </p:spPr>
      </p:pic>
      <p:sp>
        <p:nvSpPr>
          <p:cNvPr id="6" name="Rectangle 5"/>
          <p:cNvSpPr/>
          <p:nvPr/>
        </p:nvSpPr>
        <p:spPr>
          <a:xfrm>
            <a:off x="74114" y="1185064"/>
            <a:ext cx="11992708" cy="5743111"/>
          </a:xfrm>
          <a:prstGeom prst="rect">
            <a:avLst/>
          </a:prstGeom>
        </p:spPr>
        <p:txBody>
          <a:bodyPr wrap="square">
            <a:spAutoFit/>
          </a:bodyPr>
          <a:lstStyle/>
          <a:p>
            <a:pPr lvl="0">
              <a:spcBef>
                <a:spcPct val="20000"/>
              </a:spcBef>
              <a:buClr>
                <a:srgbClr val="AA2B1E"/>
              </a:buClr>
              <a:buSzPct val="85000"/>
            </a:pPr>
            <a:r>
              <a:rPr lang="en-US" sz="3200" b="1" dirty="0" smtClean="0">
                <a:solidFill>
                  <a:prstClr val="black"/>
                </a:solidFill>
                <a:latin typeface="Arial" pitchFamily="34" charset="0"/>
                <a:cs typeface="Arial" pitchFamily="34" charset="0"/>
              </a:rPr>
              <a:t>1</a:t>
            </a:r>
            <a:r>
              <a:rPr lang="en-US" sz="3600" b="1" dirty="0" smtClean="0">
                <a:solidFill>
                  <a:prstClr val="black"/>
                </a:solidFill>
                <a:latin typeface="Arial" pitchFamily="34" charset="0"/>
                <a:cs typeface="Arial" pitchFamily="34" charset="0"/>
              </a:rPr>
              <a:t>. Understanding </a:t>
            </a:r>
            <a:r>
              <a:rPr lang="en-US" sz="3600" b="1" dirty="0">
                <a:solidFill>
                  <a:prstClr val="black"/>
                </a:solidFill>
                <a:latin typeface="Arial" pitchFamily="34" charset="0"/>
                <a:cs typeface="Arial" pitchFamily="34" charset="0"/>
              </a:rPr>
              <a:t>the Problem:</a:t>
            </a:r>
          </a:p>
          <a:p>
            <a:pPr marL="457200" lvl="0" indent="-457200">
              <a:spcBef>
                <a:spcPct val="20000"/>
              </a:spcBef>
              <a:buClr>
                <a:srgbClr val="AA2B1E"/>
              </a:buClr>
              <a:buSzPct val="85000"/>
              <a:buFont typeface="Arial" pitchFamily="34" charset="0"/>
              <a:buChar char="•"/>
            </a:pPr>
            <a:r>
              <a:rPr lang="en-US" sz="2400" dirty="0">
                <a:solidFill>
                  <a:prstClr val="black"/>
                </a:solidFill>
                <a:latin typeface="Arial" pitchFamily="34" charset="0"/>
                <a:cs typeface="Arial" pitchFamily="34" charset="0"/>
              </a:rPr>
              <a:t>Clearly define the problem.</a:t>
            </a:r>
          </a:p>
          <a:p>
            <a:pPr marL="457200" lvl="0" indent="-457200">
              <a:spcBef>
                <a:spcPct val="20000"/>
              </a:spcBef>
              <a:buClr>
                <a:srgbClr val="AA2B1E"/>
              </a:buClr>
              <a:buSzPct val="85000"/>
              <a:buFont typeface="Arial" pitchFamily="34" charset="0"/>
              <a:buChar char="•"/>
            </a:pPr>
            <a:r>
              <a:rPr lang="en-US" sz="2400" dirty="0">
                <a:solidFill>
                  <a:prstClr val="black"/>
                </a:solidFill>
                <a:latin typeface="Arial" pitchFamily="34" charset="0"/>
                <a:cs typeface="Arial" pitchFamily="34" charset="0"/>
              </a:rPr>
              <a:t>Break it down into smaller, manageable parts.</a:t>
            </a:r>
          </a:p>
          <a:p>
            <a:pPr marL="457200" lvl="0" indent="-457200">
              <a:spcBef>
                <a:spcPct val="20000"/>
              </a:spcBef>
              <a:buClr>
                <a:srgbClr val="AA2B1E"/>
              </a:buClr>
              <a:buSzPct val="85000"/>
              <a:buFont typeface="Arial" pitchFamily="34" charset="0"/>
              <a:buChar char="•"/>
            </a:pPr>
            <a:r>
              <a:rPr lang="en-US" sz="2400" dirty="0">
                <a:solidFill>
                  <a:prstClr val="black"/>
                </a:solidFill>
                <a:latin typeface="Arial" pitchFamily="34" charset="0"/>
                <a:cs typeface="Arial" pitchFamily="34" charset="0"/>
              </a:rPr>
              <a:t>Gather relevant information</a:t>
            </a:r>
            <a:r>
              <a:rPr lang="en-US" sz="2400" dirty="0" smtClean="0">
                <a:solidFill>
                  <a:prstClr val="black"/>
                </a:solidFill>
                <a:latin typeface="Arial" pitchFamily="34" charset="0"/>
                <a:cs typeface="Arial" pitchFamily="34" charset="0"/>
              </a:rPr>
              <a:t>.</a:t>
            </a:r>
          </a:p>
          <a:p>
            <a:pPr lvl="0">
              <a:spcBef>
                <a:spcPct val="20000"/>
              </a:spcBef>
              <a:buClr>
                <a:srgbClr val="AA2B1E"/>
              </a:buClr>
              <a:buSzPct val="85000"/>
            </a:pPr>
            <a:r>
              <a:rPr lang="en-US" sz="3600" b="1" dirty="0" smtClean="0">
                <a:solidFill>
                  <a:prstClr val="black"/>
                </a:solidFill>
                <a:latin typeface="Arial" pitchFamily="34" charset="0"/>
                <a:cs typeface="Arial" pitchFamily="34" charset="0"/>
              </a:rPr>
              <a:t>2. Generating </a:t>
            </a:r>
            <a:r>
              <a:rPr lang="en-US" sz="3600" b="1" dirty="0">
                <a:solidFill>
                  <a:prstClr val="black"/>
                </a:solidFill>
                <a:latin typeface="Arial" pitchFamily="34" charset="0"/>
                <a:cs typeface="Arial" pitchFamily="34" charset="0"/>
              </a:rPr>
              <a:t>Possible Solutions:</a:t>
            </a:r>
          </a:p>
          <a:p>
            <a:pPr marL="457200" lvl="0" indent="-457200">
              <a:spcBef>
                <a:spcPct val="20000"/>
              </a:spcBef>
              <a:buClr>
                <a:srgbClr val="AA2B1E"/>
              </a:buClr>
              <a:buSzPct val="85000"/>
              <a:buFont typeface="Arial" pitchFamily="34" charset="0"/>
              <a:buChar char="•"/>
            </a:pPr>
            <a:r>
              <a:rPr lang="en-US" sz="2400" dirty="0">
                <a:solidFill>
                  <a:prstClr val="black"/>
                </a:solidFill>
                <a:latin typeface="Arial" pitchFamily="34" charset="0"/>
                <a:cs typeface="Arial" pitchFamily="34" charset="0"/>
              </a:rPr>
              <a:t>Brainstorm multiple solutions without judgment.</a:t>
            </a:r>
          </a:p>
          <a:p>
            <a:pPr marL="457200" lvl="0" indent="-457200">
              <a:spcBef>
                <a:spcPct val="20000"/>
              </a:spcBef>
              <a:buClr>
                <a:srgbClr val="AA2B1E"/>
              </a:buClr>
              <a:buSzPct val="85000"/>
              <a:buFont typeface="Arial" pitchFamily="34" charset="0"/>
              <a:buChar char="•"/>
            </a:pPr>
            <a:r>
              <a:rPr lang="en-US" sz="2400" dirty="0">
                <a:solidFill>
                  <a:prstClr val="black"/>
                </a:solidFill>
                <a:latin typeface="Arial" pitchFamily="34" charset="0"/>
                <a:cs typeface="Arial" pitchFamily="34" charset="0"/>
              </a:rPr>
              <a:t>Use creative thinking techniques, such as mind mapping or free writing</a:t>
            </a:r>
            <a:r>
              <a:rPr lang="en-US" sz="2400" dirty="0" smtClean="0">
                <a:solidFill>
                  <a:prstClr val="black"/>
                </a:solidFill>
                <a:latin typeface="Arial" pitchFamily="34" charset="0"/>
                <a:cs typeface="Arial" pitchFamily="34" charset="0"/>
              </a:rPr>
              <a:t>.</a:t>
            </a:r>
          </a:p>
          <a:p>
            <a:pPr marL="457200" lvl="0" indent="-457200">
              <a:spcBef>
                <a:spcPct val="20000"/>
              </a:spcBef>
              <a:buClr>
                <a:srgbClr val="AA2B1E"/>
              </a:buClr>
              <a:buSzPct val="85000"/>
              <a:buFont typeface="Arial" pitchFamily="34" charset="0"/>
              <a:buChar char="•"/>
            </a:pPr>
            <a:r>
              <a:rPr lang="en-US" sz="2800" b="1" dirty="0" smtClean="0">
                <a:solidFill>
                  <a:prstClr val="black"/>
                </a:solidFill>
                <a:latin typeface="Arial" pitchFamily="34" charset="0"/>
                <a:cs typeface="Arial" pitchFamily="34" charset="0"/>
              </a:rPr>
              <a:t>Brainstorm </a:t>
            </a:r>
            <a:r>
              <a:rPr lang="en-US" sz="2400" dirty="0" smtClean="0">
                <a:solidFill>
                  <a:prstClr val="black"/>
                </a:solidFill>
                <a:latin typeface="Arial" pitchFamily="34" charset="0"/>
                <a:cs typeface="Arial" pitchFamily="34" charset="0"/>
              </a:rPr>
              <a:t>to </a:t>
            </a:r>
            <a:r>
              <a:rPr lang="en-US" sz="2400" dirty="0">
                <a:solidFill>
                  <a:prstClr val="black"/>
                </a:solidFill>
                <a:latin typeface="Arial" pitchFamily="34" charset="0"/>
                <a:cs typeface="Arial" pitchFamily="34" charset="0"/>
              </a:rPr>
              <a:t>try to solve a problem or come up with new ideas by having a discussion that includes all members of a </a:t>
            </a:r>
            <a:r>
              <a:rPr lang="en-US" sz="2400" dirty="0" smtClean="0">
                <a:solidFill>
                  <a:prstClr val="black"/>
                </a:solidFill>
                <a:latin typeface="Arial" pitchFamily="34" charset="0"/>
                <a:cs typeface="Arial" pitchFamily="34" charset="0"/>
              </a:rPr>
              <a:t>group.</a:t>
            </a:r>
          </a:p>
          <a:p>
            <a:pPr marL="457200" lvl="0" indent="-457200">
              <a:spcBef>
                <a:spcPct val="20000"/>
              </a:spcBef>
              <a:buClr>
                <a:srgbClr val="AA2B1E"/>
              </a:buClr>
              <a:buSzPct val="85000"/>
              <a:buFont typeface="Arial" pitchFamily="34" charset="0"/>
              <a:buChar char="•"/>
            </a:pPr>
            <a:r>
              <a:rPr lang="en-US" sz="2800" b="1" dirty="0" smtClean="0">
                <a:solidFill>
                  <a:prstClr val="black"/>
                </a:solidFill>
                <a:latin typeface="Arial" pitchFamily="34" charset="0"/>
                <a:cs typeface="Arial" pitchFamily="34" charset="0"/>
              </a:rPr>
              <a:t>Mind mapping </a:t>
            </a:r>
            <a:r>
              <a:rPr lang="en-US" sz="2400" dirty="0" smtClean="0">
                <a:solidFill>
                  <a:prstClr val="black"/>
                </a:solidFill>
                <a:latin typeface="Arial" pitchFamily="34" charset="0"/>
                <a:cs typeface="Arial" pitchFamily="34" charset="0"/>
              </a:rPr>
              <a:t>is </a:t>
            </a:r>
            <a:r>
              <a:rPr lang="en-US" sz="2400" dirty="0">
                <a:solidFill>
                  <a:prstClr val="black"/>
                </a:solidFill>
                <a:latin typeface="Arial" pitchFamily="34" charset="0"/>
                <a:cs typeface="Arial" pitchFamily="34" charset="0"/>
              </a:rPr>
              <a:t>a creative process </a:t>
            </a:r>
            <a:r>
              <a:rPr lang="en-US" sz="2400" dirty="0" smtClean="0">
                <a:solidFill>
                  <a:prstClr val="black"/>
                </a:solidFill>
                <a:latin typeface="Arial" pitchFamily="34" charset="0"/>
                <a:cs typeface="Arial" pitchFamily="34" charset="0"/>
              </a:rPr>
              <a:t>to </a:t>
            </a:r>
            <a:r>
              <a:rPr lang="en-US" sz="2400" dirty="0">
                <a:solidFill>
                  <a:prstClr val="black"/>
                </a:solidFill>
                <a:latin typeface="Arial" pitchFamily="34" charset="0"/>
                <a:cs typeface="Arial" pitchFamily="34" charset="0"/>
              </a:rPr>
              <a:t>make associations and </a:t>
            </a:r>
            <a:r>
              <a:rPr lang="en-US" sz="2400" dirty="0" smtClean="0">
                <a:solidFill>
                  <a:prstClr val="black"/>
                </a:solidFill>
                <a:latin typeface="Arial" pitchFamily="34" charset="0"/>
                <a:cs typeface="Arial" pitchFamily="34" charset="0"/>
              </a:rPr>
              <a:t>recognize </a:t>
            </a:r>
            <a:r>
              <a:rPr lang="en-US" sz="2400" dirty="0">
                <a:solidFill>
                  <a:prstClr val="black"/>
                </a:solidFill>
                <a:latin typeface="Arial" pitchFamily="34" charset="0"/>
                <a:cs typeface="Arial" pitchFamily="34" charset="0"/>
              </a:rPr>
              <a:t>patterns among various concepts and ideas.</a:t>
            </a:r>
            <a:endParaRPr lang="en-US" sz="2400" dirty="0" smtClean="0">
              <a:solidFill>
                <a:prstClr val="black"/>
              </a:solidFill>
              <a:latin typeface="Arial" pitchFamily="34" charset="0"/>
              <a:cs typeface="Arial" pitchFamily="34" charset="0"/>
            </a:endParaRPr>
          </a:p>
          <a:p>
            <a:pPr marL="457200" lvl="0" indent="-457200">
              <a:spcBef>
                <a:spcPct val="20000"/>
              </a:spcBef>
              <a:buClr>
                <a:srgbClr val="AA2B1E"/>
              </a:buClr>
              <a:buSzPct val="85000"/>
              <a:buFont typeface="Arial" pitchFamily="34" charset="0"/>
              <a:buChar char="•"/>
            </a:pPr>
            <a:endParaRPr lang="en-US" sz="2400" dirty="0">
              <a:solidFill>
                <a:prstClr val="black"/>
              </a:solidFill>
              <a:latin typeface="Arial" pitchFamily="34" charset="0"/>
              <a:cs typeface="Arial" pitchFamily="34" charset="0"/>
            </a:endParaRPr>
          </a:p>
        </p:txBody>
      </p:sp>
      <p:sp>
        <p:nvSpPr>
          <p:cNvPr id="3" name="Rectangle 2"/>
          <p:cNvSpPr/>
          <p:nvPr/>
        </p:nvSpPr>
        <p:spPr>
          <a:xfrm>
            <a:off x="1895538" y="343149"/>
            <a:ext cx="7680308" cy="707886"/>
          </a:xfrm>
          <a:prstGeom prst="rect">
            <a:avLst/>
          </a:prstGeom>
        </p:spPr>
        <p:txBody>
          <a:bodyPr wrap="none">
            <a:spAutoFit/>
          </a:bodyPr>
          <a:lstStyle/>
          <a:p>
            <a:pPr lvl="0">
              <a:spcBef>
                <a:spcPct val="20000"/>
              </a:spcBef>
              <a:buClr>
                <a:srgbClr val="AA2B1E"/>
              </a:buClr>
              <a:buSzPct val="85000"/>
            </a:pPr>
            <a:r>
              <a:rPr lang="en-US" sz="4000" b="1" dirty="0">
                <a:solidFill>
                  <a:prstClr val="black"/>
                </a:solidFill>
                <a:latin typeface="Arial" panose="020B0604020202020204" pitchFamily="34" charset="0"/>
                <a:cs typeface="Arial" panose="020B0604020202020204" pitchFamily="34" charset="0"/>
              </a:rPr>
              <a:t>Strategies for Problem Solving</a:t>
            </a:r>
          </a:p>
        </p:txBody>
      </p:sp>
      <p:pic>
        <p:nvPicPr>
          <p:cNvPr id="21" name="Picture 20"/>
          <p:cNvPicPr/>
          <p:nvPr/>
        </p:nvPicPr>
        <p:blipFill>
          <a:blip r:embed="rId10" cstate="print">
            <a:extLst>
              <a:ext uri="{28A0092B-C50C-407E-A947-70E740481C1C}">
                <a14:useLocalDpi xmlns:a14="http://schemas.microsoft.com/office/drawing/2010/main" val="0"/>
              </a:ext>
            </a:extLst>
          </a:blip>
          <a:stretch>
            <a:fillRect/>
          </a:stretch>
        </p:blipFill>
        <p:spPr bwMode="auto">
          <a:xfrm>
            <a:off x="74114" y="139060"/>
            <a:ext cx="1557655" cy="943610"/>
          </a:xfrm>
          <a:prstGeom prst="rect">
            <a:avLst/>
          </a:prstGeom>
          <a:noFill/>
          <a:ln>
            <a:noFill/>
          </a:ln>
        </p:spPr>
      </p:pic>
    </p:spTree>
    <p:extLst>
      <p:ext uri="{BB962C8B-B14F-4D97-AF65-F5344CB8AC3E}">
        <p14:creationId xmlns:p14="http://schemas.microsoft.com/office/powerpoint/2010/main" val="2674394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34DD2C6-4CC8-4F4C-9615-8F42757A1CE2}"/>
              </a:ext>
            </a:extLst>
          </p:cNvPr>
          <p:cNvGrpSpPr/>
          <p:nvPr/>
        </p:nvGrpSpPr>
        <p:grpSpPr>
          <a:xfrm>
            <a:off x="-14898" y="2086"/>
            <a:ext cx="12749348" cy="1115736"/>
            <a:chOff x="0" y="0"/>
            <a:chExt cx="12749348" cy="1115736"/>
          </a:xfrm>
        </p:grpSpPr>
        <p:sp>
          <p:nvSpPr>
            <p:cNvPr id="14" name="Rectangle 13">
              <a:extLst>
                <a:ext uri="{FF2B5EF4-FFF2-40B4-BE49-F238E27FC236}">
                  <a16:creationId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sp>
          <p:nvSpPr>
            <p:cNvPr id="15" name="TextBox 14">
              <a:extLst>
                <a:ext uri="{FF2B5EF4-FFF2-40B4-BE49-F238E27FC236}">
                  <a16:creationId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6" name="Graphic 15">
              <a:extLst>
                <a:ext uri="{FF2B5EF4-FFF2-40B4-BE49-F238E27FC236}">
                  <a16:creationId xmlns:a16="http://schemas.microsoft.com/office/drawing/2014/main" id="{ABF06EB7-5284-4699-8F45-3C74960363D1}"/>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9906056" y="403986"/>
              <a:ext cx="261610" cy="261610"/>
            </a:xfrm>
            <a:prstGeom prst="rect">
              <a:avLst/>
            </a:prstGeom>
          </p:spPr>
        </p:pic>
        <p:sp>
          <p:nvSpPr>
            <p:cNvPr id="17" name="TextBox 16">
              <a:extLst>
                <a:ext uri="{FF2B5EF4-FFF2-40B4-BE49-F238E27FC236}">
                  <a16:creationId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8" name="Graphic 17">
              <a:extLst>
                <a:ext uri="{FF2B5EF4-FFF2-40B4-BE49-F238E27FC236}">
                  <a16:creationId xmlns:a16="http://schemas.microsoft.com/office/drawing/2014/main" id="{10EB8B8D-6004-4AED-A244-C4DC6F8DA657}"/>
                </a:ext>
              </a:extLst>
            </p:cNvPr>
            <p:cNvPicPr>
              <a:picLocks noChangeAspect="1"/>
            </p:cNvPicPr>
            <p:nvPr/>
          </p:nvPicPr>
          <p:blipFill>
            <a:blip r:embed="rId4" cstate="print">
              <a:extLst>
                <a:ext uri="{96DAC541-7B7A-43D3-8B79-37D633B846F1}">
                  <asvg:svgBlip xmlns:asvg="http://schemas.microsoft.com/office/drawing/2016/SVG/main" xmlns="" r:embed="rId5"/>
                </a:ext>
              </a:extLst>
            </a:blip>
            <a:stretch>
              <a:fillRect/>
            </a:stretch>
          </p:blipFill>
          <p:spPr>
            <a:xfrm>
              <a:off x="10591033" y="741997"/>
              <a:ext cx="171450" cy="171450"/>
            </a:xfrm>
            <a:prstGeom prst="rect">
              <a:avLst/>
            </a:prstGeom>
          </p:spPr>
        </p:pic>
        <p:pic>
          <p:nvPicPr>
            <p:cNvPr id="19" name="Picture 18">
              <a:extLst>
                <a:ext uri="{FF2B5EF4-FFF2-40B4-BE49-F238E27FC236}">
                  <a16:creationId xmlns:a16="http://schemas.microsoft.com/office/drawing/2014/main" id="{B90D907E-CA01-4229-92EF-9ABBCFBA1E6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11" name="Graphic 10">
            <a:extLst>
              <a:ext uri="{FF2B5EF4-FFF2-40B4-BE49-F238E27FC236}">
                <a16:creationId xmlns:a16="http://schemas.microsoft.com/office/drawing/2014/main" id="{066FF2A6-21EC-4DCA-B8DA-6528DF993417}"/>
              </a:ext>
            </a:extLst>
          </p:cNvPr>
          <p:cNvPicPr>
            <a:picLocks noChangeAspect="1"/>
          </p:cNvPicPr>
          <p:nvPr/>
        </p:nvPicPr>
        <p:blipFill>
          <a:blip r:embed="rId7">
            <a:extLst>
              <a:ext uri="{96DAC541-7B7A-43D3-8B79-37D633B846F1}">
                <asvg:svgBlip xmlns:asvg="http://schemas.microsoft.com/office/drawing/2016/SVG/main" xmlns="" r:embed="rId9"/>
              </a:ext>
            </a:extLst>
          </a:blip>
          <a:stretch>
            <a:fillRect/>
          </a:stretch>
        </p:blipFill>
        <p:spPr>
          <a:xfrm>
            <a:off x="-19072" y="1185064"/>
            <a:ext cx="2039974" cy="5144283"/>
          </a:xfrm>
          <a:prstGeom prst="rect">
            <a:avLst/>
          </a:prstGeom>
        </p:spPr>
      </p:pic>
      <p:sp>
        <p:nvSpPr>
          <p:cNvPr id="3" name="Rectangle 2"/>
          <p:cNvSpPr/>
          <p:nvPr/>
        </p:nvSpPr>
        <p:spPr>
          <a:xfrm>
            <a:off x="1895538" y="343149"/>
            <a:ext cx="7680308" cy="707886"/>
          </a:xfrm>
          <a:prstGeom prst="rect">
            <a:avLst/>
          </a:prstGeom>
        </p:spPr>
        <p:txBody>
          <a:bodyPr wrap="none">
            <a:spAutoFit/>
          </a:bodyPr>
          <a:lstStyle/>
          <a:p>
            <a:pPr lvl="0">
              <a:spcBef>
                <a:spcPct val="20000"/>
              </a:spcBef>
              <a:buClr>
                <a:srgbClr val="AA2B1E"/>
              </a:buClr>
              <a:buSzPct val="85000"/>
            </a:pPr>
            <a:r>
              <a:rPr lang="en-US" sz="4000" b="1" dirty="0">
                <a:solidFill>
                  <a:prstClr val="black"/>
                </a:solidFill>
                <a:latin typeface="Arial" panose="020B0604020202020204" pitchFamily="34" charset="0"/>
                <a:cs typeface="Arial" panose="020B0604020202020204" pitchFamily="34" charset="0"/>
              </a:rPr>
              <a:t>Strategies for Problem Solving</a:t>
            </a:r>
          </a:p>
        </p:txBody>
      </p:sp>
      <p:pic>
        <p:nvPicPr>
          <p:cNvPr id="21" name="Picture 20"/>
          <p:cNvPicPr/>
          <p:nvPr/>
        </p:nvPicPr>
        <p:blipFill>
          <a:blip r:embed="rId10" cstate="print">
            <a:extLst>
              <a:ext uri="{28A0092B-C50C-407E-A947-70E740481C1C}">
                <a14:useLocalDpi xmlns:a14="http://schemas.microsoft.com/office/drawing/2010/main" val="0"/>
              </a:ext>
            </a:extLst>
          </a:blip>
          <a:stretch>
            <a:fillRect/>
          </a:stretch>
        </p:blipFill>
        <p:spPr bwMode="auto">
          <a:xfrm>
            <a:off x="74114" y="139060"/>
            <a:ext cx="1557655" cy="943610"/>
          </a:xfrm>
          <a:prstGeom prst="rect">
            <a:avLst/>
          </a:prstGeom>
          <a:noFill/>
          <a:ln>
            <a:noFill/>
          </a:ln>
        </p:spPr>
      </p:pic>
      <p:pic>
        <p:nvPicPr>
          <p:cNvPr id="2" name="Picture 1"/>
          <p:cNvPicPr>
            <a:picLocks noChangeAspect="1"/>
          </p:cNvPicPr>
          <p:nvPr/>
        </p:nvPicPr>
        <p:blipFill>
          <a:blip r:embed="rId11"/>
          <a:stretch>
            <a:fillRect/>
          </a:stretch>
        </p:blipFill>
        <p:spPr>
          <a:xfrm>
            <a:off x="102442" y="1051035"/>
            <a:ext cx="4389120" cy="2919029"/>
          </a:xfrm>
          <a:prstGeom prst="rect">
            <a:avLst/>
          </a:prstGeom>
        </p:spPr>
      </p:pic>
      <p:pic>
        <p:nvPicPr>
          <p:cNvPr id="4" name="Picture 3"/>
          <p:cNvPicPr>
            <a:picLocks noChangeAspect="1"/>
          </p:cNvPicPr>
          <p:nvPr/>
        </p:nvPicPr>
        <p:blipFill>
          <a:blip r:embed="rId12"/>
          <a:stretch>
            <a:fillRect/>
          </a:stretch>
        </p:blipFill>
        <p:spPr>
          <a:xfrm>
            <a:off x="4608902" y="1185064"/>
            <a:ext cx="7622380" cy="5626399"/>
          </a:xfrm>
          <a:prstGeom prst="rect">
            <a:avLst/>
          </a:prstGeom>
        </p:spPr>
      </p:pic>
    </p:spTree>
    <p:extLst>
      <p:ext uri="{BB962C8B-B14F-4D97-AF65-F5344CB8AC3E}">
        <p14:creationId xmlns:p14="http://schemas.microsoft.com/office/powerpoint/2010/main" val="19945802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34DD2C6-4CC8-4F4C-9615-8F42757A1CE2}"/>
              </a:ext>
            </a:extLst>
          </p:cNvPr>
          <p:cNvGrpSpPr/>
          <p:nvPr/>
        </p:nvGrpSpPr>
        <p:grpSpPr>
          <a:xfrm>
            <a:off x="589" y="-36072"/>
            <a:ext cx="12749348" cy="1115736"/>
            <a:chOff x="0" y="0"/>
            <a:chExt cx="12749348" cy="1115736"/>
          </a:xfrm>
        </p:grpSpPr>
        <p:sp>
          <p:nvSpPr>
            <p:cNvPr id="14" name="Rectangle 13">
              <a:extLst>
                <a:ext uri="{FF2B5EF4-FFF2-40B4-BE49-F238E27FC236}">
                  <a16:creationId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sp>
          <p:nvSpPr>
            <p:cNvPr id="15" name="TextBox 14">
              <a:extLst>
                <a:ext uri="{FF2B5EF4-FFF2-40B4-BE49-F238E27FC236}">
                  <a16:creationId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6" name="Graphic 15">
              <a:extLst>
                <a:ext uri="{FF2B5EF4-FFF2-40B4-BE49-F238E27FC236}">
                  <a16:creationId xmlns:a16="http://schemas.microsoft.com/office/drawing/2014/main" id="{ABF06EB7-5284-4699-8F45-3C74960363D1}"/>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9906056" y="403986"/>
              <a:ext cx="261610" cy="261610"/>
            </a:xfrm>
            <a:prstGeom prst="rect">
              <a:avLst/>
            </a:prstGeom>
          </p:spPr>
        </p:pic>
        <p:sp>
          <p:nvSpPr>
            <p:cNvPr id="17" name="TextBox 16">
              <a:extLst>
                <a:ext uri="{FF2B5EF4-FFF2-40B4-BE49-F238E27FC236}">
                  <a16:creationId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8" name="Graphic 17">
              <a:extLst>
                <a:ext uri="{FF2B5EF4-FFF2-40B4-BE49-F238E27FC236}">
                  <a16:creationId xmlns:a16="http://schemas.microsoft.com/office/drawing/2014/main" id="{10EB8B8D-6004-4AED-A244-C4DC6F8DA657}"/>
                </a:ext>
              </a:extLst>
            </p:cNvPr>
            <p:cNvPicPr>
              <a:picLocks noChangeAspect="1"/>
            </p:cNvPicPr>
            <p:nvPr/>
          </p:nvPicPr>
          <p:blipFill>
            <a:blip r:embed="rId4" cstate="print">
              <a:extLst>
                <a:ext uri="{96DAC541-7B7A-43D3-8B79-37D633B846F1}">
                  <asvg:svgBlip xmlns:asvg="http://schemas.microsoft.com/office/drawing/2016/SVG/main" xmlns="" r:embed="rId5"/>
                </a:ext>
              </a:extLst>
            </a:blip>
            <a:stretch>
              <a:fillRect/>
            </a:stretch>
          </p:blipFill>
          <p:spPr>
            <a:xfrm>
              <a:off x="10591033" y="741997"/>
              <a:ext cx="171450" cy="171450"/>
            </a:xfrm>
            <a:prstGeom prst="rect">
              <a:avLst/>
            </a:prstGeom>
          </p:spPr>
        </p:pic>
        <p:pic>
          <p:nvPicPr>
            <p:cNvPr id="19" name="Picture 18">
              <a:extLst>
                <a:ext uri="{FF2B5EF4-FFF2-40B4-BE49-F238E27FC236}">
                  <a16:creationId xmlns:a16="http://schemas.microsoft.com/office/drawing/2014/main" id="{B90D907E-CA01-4229-92EF-9ABBCFBA1E6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11" name="Graphic 10">
            <a:extLst>
              <a:ext uri="{FF2B5EF4-FFF2-40B4-BE49-F238E27FC236}">
                <a16:creationId xmlns:a16="http://schemas.microsoft.com/office/drawing/2014/main" id="{066FF2A6-21EC-4DCA-B8DA-6528DF993417}"/>
              </a:ext>
            </a:extLst>
          </p:cNvPr>
          <p:cNvPicPr>
            <a:picLocks noChangeAspect="1"/>
          </p:cNvPicPr>
          <p:nvPr/>
        </p:nvPicPr>
        <p:blipFill>
          <a:blip r:embed="rId7">
            <a:extLst>
              <a:ext uri="{96DAC541-7B7A-43D3-8B79-37D633B846F1}">
                <asvg:svgBlip xmlns:asvg="http://schemas.microsoft.com/office/drawing/2016/SVG/main" xmlns="" r:embed="rId9"/>
              </a:ext>
            </a:extLst>
          </a:blip>
          <a:stretch>
            <a:fillRect/>
          </a:stretch>
        </p:blipFill>
        <p:spPr>
          <a:xfrm>
            <a:off x="71197" y="1514474"/>
            <a:ext cx="2039974" cy="5144283"/>
          </a:xfrm>
          <a:prstGeom prst="rect">
            <a:avLst/>
          </a:prstGeom>
        </p:spPr>
      </p:pic>
      <p:sp>
        <p:nvSpPr>
          <p:cNvPr id="4" name="Rectangle 3"/>
          <p:cNvSpPr/>
          <p:nvPr/>
        </p:nvSpPr>
        <p:spPr>
          <a:xfrm>
            <a:off x="157274" y="1332015"/>
            <a:ext cx="11878629" cy="584775"/>
          </a:xfrm>
          <a:prstGeom prst="rect">
            <a:avLst/>
          </a:prstGeom>
        </p:spPr>
        <p:txBody>
          <a:bodyPr wrap="square">
            <a:spAutoFit/>
          </a:bodyPr>
          <a:lstStyle/>
          <a:p>
            <a:endParaRPr lang="en-US" sz="3200" dirty="0">
              <a:latin typeface="Arial" pitchFamily="34" charset="0"/>
              <a:cs typeface="Arial" pitchFamily="34" charset="0"/>
            </a:endParaRPr>
          </a:p>
        </p:txBody>
      </p:sp>
      <p:sp>
        <p:nvSpPr>
          <p:cNvPr id="2" name="Rectangle 1"/>
          <p:cNvSpPr/>
          <p:nvPr/>
        </p:nvSpPr>
        <p:spPr>
          <a:xfrm>
            <a:off x="2617470" y="325365"/>
            <a:ext cx="184731" cy="707886"/>
          </a:xfrm>
          <a:prstGeom prst="rect">
            <a:avLst/>
          </a:prstGeom>
        </p:spPr>
        <p:txBody>
          <a:bodyPr wrap="none">
            <a:spAutoFit/>
          </a:bodyPr>
          <a:lstStyle/>
          <a:p>
            <a:endParaRPr lang="en-US" sz="4000" b="1" dirty="0">
              <a:latin typeface="Arial" pitchFamily="34" charset="0"/>
              <a:cs typeface="Arial" pitchFamily="34" charset="0"/>
            </a:endParaRPr>
          </a:p>
        </p:txBody>
      </p:sp>
      <p:sp>
        <p:nvSpPr>
          <p:cNvPr id="5" name="Rectangle 4"/>
          <p:cNvSpPr/>
          <p:nvPr/>
        </p:nvSpPr>
        <p:spPr>
          <a:xfrm>
            <a:off x="157274" y="1146272"/>
            <a:ext cx="11878629" cy="4154984"/>
          </a:xfrm>
          <a:prstGeom prst="rect">
            <a:avLst/>
          </a:prstGeom>
        </p:spPr>
        <p:txBody>
          <a:bodyPr wrap="square">
            <a:spAutoFit/>
          </a:bodyPr>
          <a:lstStyle/>
          <a:p>
            <a:pPr lvl="0"/>
            <a:r>
              <a:rPr lang="en-US" sz="4000" b="1" dirty="0" smtClean="0">
                <a:solidFill>
                  <a:prstClr val="black"/>
                </a:solidFill>
                <a:latin typeface="Arial" pitchFamily="34" charset="0"/>
                <a:cs typeface="Arial" pitchFamily="34" charset="0"/>
              </a:rPr>
              <a:t>3. Evaluating </a:t>
            </a:r>
            <a:r>
              <a:rPr lang="en-US" sz="4000" b="1" dirty="0">
                <a:solidFill>
                  <a:prstClr val="black"/>
                </a:solidFill>
                <a:latin typeface="Arial" pitchFamily="34" charset="0"/>
                <a:cs typeface="Arial" pitchFamily="34" charset="0"/>
              </a:rPr>
              <a:t>Solutions:</a:t>
            </a:r>
          </a:p>
          <a:p>
            <a:pPr marL="457200" lvl="0" indent="-457200">
              <a:buFont typeface="Arial" pitchFamily="34" charset="0"/>
              <a:buChar char="•"/>
            </a:pPr>
            <a:r>
              <a:rPr lang="en-US" sz="3200" dirty="0">
                <a:solidFill>
                  <a:prstClr val="black"/>
                </a:solidFill>
                <a:latin typeface="Arial" pitchFamily="34" charset="0"/>
                <a:cs typeface="Arial" pitchFamily="34" charset="0"/>
              </a:rPr>
              <a:t>Assess the feasibility and potential outcomes of each solution.</a:t>
            </a:r>
          </a:p>
          <a:p>
            <a:pPr marL="457200" lvl="0" indent="-457200">
              <a:buFont typeface="Arial" pitchFamily="34" charset="0"/>
              <a:buChar char="•"/>
            </a:pPr>
            <a:r>
              <a:rPr lang="en-US" sz="3200" dirty="0">
                <a:solidFill>
                  <a:prstClr val="black"/>
                </a:solidFill>
                <a:latin typeface="Arial" pitchFamily="34" charset="0"/>
                <a:cs typeface="Arial" pitchFamily="34" charset="0"/>
              </a:rPr>
              <a:t>Consider the pros and cons of each option</a:t>
            </a:r>
            <a:r>
              <a:rPr lang="en-US" sz="3200" dirty="0" smtClean="0">
                <a:solidFill>
                  <a:prstClr val="black"/>
                </a:solidFill>
                <a:latin typeface="Arial" pitchFamily="34" charset="0"/>
                <a:cs typeface="Arial" pitchFamily="34" charset="0"/>
              </a:rPr>
              <a:t>.</a:t>
            </a:r>
          </a:p>
          <a:p>
            <a:pPr lvl="0"/>
            <a:endParaRPr lang="en-US" sz="3200" dirty="0">
              <a:solidFill>
                <a:prstClr val="black"/>
              </a:solidFill>
              <a:latin typeface="Arial" pitchFamily="34" charset="0"/>
              <a:cs typeface="Arial" pitchFamily="34" charset="0"/>
            </a:endParaRPr>
          </a:p>
          <a:p>
            <a:pPr lvl="0"/>
            <a:r>
              <a:rPr lang="en-US" sz="4000" b="1" dirty="0" smtClean="0">
                <a:solidFill>
                  <a:prstClr val="black"/>
                </a:solidFill>
                <a:latin typeface="Arial" pitchFamily="34" charset="0"/>
                <a:cs typeface="Arial" pitchFamily="34" charset="0"/>
              </a:rPr>
              <a:t>4. Selecting </a:t>
            </a:r>
            <a:r>
              <a:rPr lang="en-US" sz="4000" b="1" dirty="0">
                <a:solidFill>
                  <a:prstClr val="black"/>
                </a:solidFill>
                <a:latin typeface="Arial" pitchFamily="34" charset="0"/>
                <a:cs typeface="Arial" pitchFamily="34" charset="0"/>
              </a:rPr>
              <a:t>a Solution:</a:t>
            </a:r>
          </a:p>
          <a:p>
            <a:pPr marL="457200" lvl="0" indent="-457200">
              <a:buFont typeface="Arial" pitchFamily="34" charset="0"/>
              <a:buChar char="•"/>
            </a:pPr>
            <a:r>
              <a:rPr lang="en-US" sz="3200" dirty="0">
                <a:solidFill>
                  <a:prstClr val="black"/>
                </a:solidFill>
                <a:latin typeface="Arial" pitchFamily="34" charset="0"/>
                <a:cs typeface="Arial" pitchFamily="34" charset="0"/>
              </a:rPr>
              <a:t>Choose the most </a:t>
            </a:r>
            <a:r>
              <a:rPr lang="en-US" sz="3200" dirty="0" smtClean="0">
                <a:solidFill>
                  <a:prstClr val="black"/>
                </a:solidFill>
                <a:latin typeface="Arial" pitchFamily="34" charset="0"/>
                <a:cs typeface="Arial" pitchFamily="34" charset="0"/>
              </a:rPr>
              <a:t>valuable </a:t>
            </a:r>
            <a:r>
              <a:rPr lang="en-US" sz="3200" dirty="0">
                <a:solidFill>
                  <a:prstClr val="black"/>
                </a:solidFill>
                <a:latin typeface="Arial" pitchFamily="34" charset="0"/>
                <a:cs typeface="Arial" pitchFamily="34" charset="0"/>
              </a:rPr>
              <a:t>solution based on evaluation.</a:t>
            </a:r>
          </a:p>
          <a:p>
            <a:pPr marL="457200" lvl="0" indent="-457200">
              <a:buFont typeface="Arial" pitchFamily="34" charset="0"/>
              <a:buChar char="•"/>
            </a:pPr>
            <a:r>
              <a:rPr lang="en-US" sz="3200" dirty="0">
                <a:solidFill>
                  <a:prstClr val="black"/>
                </a:solidFill>
                <a:latin typeface="Arial" pitchFamily="34" charset="0"/>
                <a:cs typeface="Arial" pitchFamily="34" charset="0"/>
              </a:rPr>
              <a:t>Ensure the chosen solution aligns with the desired outcomes.</a:t>
            </a:r>
          </a:p>
          <a:p>
            <a:pPr lvl="0"/>
            <a:endParaRPr lang="en-US" sz="2400" dirty="0">
              <a:solidFill>
                <a:prstClr val="black"/>
              </a:solidFill>
              <a:latin typeface="Arial" pitchFamily="34" charset="0"/>
              <a:cs typeface="Arial" pitchFamily="34" charset="0"/>
            </a:endParaRPr>
          </a:p>
        </p:txBody>
      </p:sp>
      <p:sp>
        <p:nvSpPr>
          <p:cNvPr id="6" name="Rectangle 5"/>
          <p:cNvSpPr/>
          <p:nvPr/>
        </p:nvSpPr>
        <p:spPr>
          <a:xfrm>
            <a:off x="1559459" y="239407"/>
            <a:ext cx="8347186" cy="2000548"/>
          </a:xfrm>
          <a:prstGeom prst="rect">
            <a:avLst/>
          </a:prstGeom>
        </p:spPr>
        <p:txBody>
          <a:bodyPr wrap="square">
            <a:spAutoFit/>
          </a:bodyPr>
          <a:lstStyle/>
          <a:p>
            <a:pPr algn="ctr"/>
            <a:r>
              <a:rPr lang="en-US" sz="4000" b="1" dirty="0">
                <a:solidFill>
                  <a:prstClr val="black"/>
                </a:solidFill>
                <a:latin typeface="Arial" panose="020B0604020202020204" pitchFamily="34" charset="0"/>
                <a:cs typeface="Arial" panose="020B0604020202020204" pitchFamily="34" charset="0"/>
              </a:rPr>
              <a:t>Strategies for Problem Solving</a:t>
            </a:r>
          </a:p>
          <a:p>
            <a:pPr lvl="0" algn="ctr"/>
            <a:endParaRPr lang="en-US" sz="4400" b="1" dirty="0" smtClean="0">
              <a:solidFill>
                <a:prstClr val="black"/>
              </a:solidFill>
              <a:latin typeface="Arial" panose="020B0604020202020204" pitchFamily="34" charset="0"/>
              <a:cs typeface="Arial" panose="020B0604020202020204" pitchFamily="34" charset="0"/>
            </a:endParaRPr>
          </a:p>
          <a:p>
            <a:endParaRPr lang="en-US" sz="4000" b="1" dirty="0">
              <a:latin typeface="Arial" pitchFamily="34" charset="0"/>
              <a:cs typeface="Arial" pitchFamily="34" charset="0"/>
            </a:endParaRPr>
          </a:p>
        </p:txBody>
      </p:sp>
      <p:pic>
        <p:nvPicPr>
          <p:cNvPr id="21" name="Picture 20"/>
          <p:cNvPicPr/>
          <p:nvPr/>
        </p:nvPicPr>
        <p:blipFill>
          <a:blip r:embed="rId10" cstate="print">
            <a:extLst>
              <a:ext uri="{28A0092B-C50C-407E-A947-70E740481C1C}">
                <a14:useLocalDpi xmlns:a14="http://schemas.microsoft.com/office/drawing/2010/main" val="0"/>
              </a:ext>
            </a:extLst>
          </a:blip>
          <a:stretch>
            <a:fillRect/>
          </a:stretch>
        </p:blipFill>
        <p:spPr bwMode="auto">
          <a:xfrm>
            <a:off x="0" y="88949"/>
            <a:ext cx="1557655" cy="943610"/>
          </a:xfrm>
          <a:prstGeom prst="rect">
            <a:avLst/>
          </a:prstGeom>
          <a:noFill/>
          <a:ln>
            <a:noFill/>
          </a:ln>
        </p:spPr>
      </p:pic>
    </p:spTree>
    <p:extLst>
      <p:ext uri="{BB962C8B-B14F-4D97-AF65-F5344CB8AC3E}">
        <p14:creationId xmlns:p14="http://schemas.microsoft.com/office/powerpoint/2010/main" val="37426699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34DD2C6-4CC8-4F4C-9615-8F42757A1CE2}"/>
              </a:ext>
            </a:extLst>
          </p:cNvPr>
          <p:cNvGrpSpPr/>
          <p:nvPr/>
        </p:nvGrpSpPr>
        <p:grpSpPr>
          <a:xfrm>
            <a:off x="589" y="-36072"/>
            <a:ext cx="12749348" cy="1115736"/>
            <a:chOff x="0" y="0"/>
            <a:chExt cx="12749348" cy="1115736"/>
          </a:xfrm>
        </p:grpSpPr>
        <p:sp>
          <p:nvSpPr>
            <p:cNvPr id="14" name="Rectangle 13">
              <a:extLst>
                <a:ext uri="{FF2B5EF4-FFF2-40B4-BE49-F238E27FC236}">
                  <a16:creationId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sp>
          <p:nvSpPr>
            <p:cNvPr id="15" name="TextBox 14">
              <a:extLst>
                <a:ext uri="{FF2B5EF4-FFF2-40B4-BE49-F238E27FC236}">
                  <a16:creationId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6" name="Graphic 15">
              <a:extLst>
                <a:ext uri="{FF2B5EF4-FFF2-40B4-BE49-F238E27FC236}">
                  <a16:creationId xmlns:a16="http://schemas.microsoft.com/office/drawing/2014/main" id="{ABF06EB7-5284-4699-8F45-3C74960363D1}"/>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9906056" y="403986"/>
              <a:ext cx="261610" cy="261610"/>
            </a:xfrm>
            <a:prstGeom prst="rect">
              <a:avLst/>
            </a:prstGeom>
          </p:spPr>
        </p:pic>
        <p:sp>
          <p:nvSpPr>
            <p:cNvPr id="17" name="TextBox 16">
              <a:extLst>
                <a:ext uri="{FF2B5EF4-FFF2-40B4-BE49-F238E27FC236}">
                  <a16:creationId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8" name="Graphic 17">
              <a:extLst>
                <a:ext uri="{FF2B5EF4-FFF2-40B4-BE49-F238E27FC236}">
                  <a16:creationId xmlns:a16="http://schemas.microsoft.com/office/drawing/2014/main" id="{10EB8B8D-6004-4AED-A244-C4DC6F8DA657}"/>
                </a:ext>
              </a:extLst>
            </p:cNvPr>
            <p:cNvPicPr>
              <a:picLocks noChangeAspect="1"/>
            </p:cNvPicPr>
            <p:nvPr/>
          </p:nvPicPr>
          <p:blipFill>
            <a:blip r:embed="rId4" cstate="print">
              <a:extLst>
                <a:ext uri="{96DAC541-7B7A-43D3-8B79-37D633B846F1}">
                  <asvg:svgBlip xmlns:asvg="http://schemas.microsoft.com/office/drawing/2016/SVG/main" xmlns="" r:embed="rId5"/>
                </a:ext>
              </a:extLst>
            </a:blip>
            <a:stretch>
              <a:fillRect/>
            </a:stretch>
          </p:blipFill>
          <p:spPr>
            <a:xfrm>
              <a:off x="10591033" y="741997"/>
              <a:ext cx="171450" cy="171450"/>
            </a:xfrm>
            <a:prstGeom prst="rect">
              <a:avLst/>
            </a:prstGeom>
          </p:spPr>
        </p:pic>
        <p:pic>
          <p:nvPicPr>
            <p:cNvPr id="19" name="Picture 18">
              <a:extLst>
                <a:ext uri="{FF2B5EF4-FFF2-40B4-BE49-F238E27FC236}">
                  <a16:creationId xmlns:a16="http://schemas.microsoft.com/office/drawing/2014/main" id="{B90D907E-CA01-4229-92EF-9ABBCFBA1E6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11" name="Graphic 10">
            <a:extLst>
              <a:ext uri="{FF2B5EF4-FFF2-40B4-BE49-F238E27FC236}">
                <a16:creationId xmlns:a16="http://schemas.microsoft.com/office/drawing/2014/main" id="{066FF2A6-21EC-4DCA-B8DA-6528DF993417}"/>
              </a:ext>
            </a:extLst>
          </p:cNvPr>
          <p:cNvPicPr>
            <a:picLocks noChangeAspect="1"/>
          </p:cNvPicPr>
          <p:nvPr/>
        </p:nvPicPr>
        <p:blipFill>
          <a:blip r:embed="rId7">
            <a:extLst>
              <a:ext uri="{96DAC541-7B7A-43D3-8B79-37D633B846F1}">
                <asvg:svgBlip xmlns:asvg="http://schemas.microsoft.com/office/drawing/2016/SVG/main" xmlns="" r:embed="rId9"/>
              </a:ext>
            </a:extLst>
          </a:blip>
          <a:stretch>
            <a:fillRect/>
          </a:stretch>
        </p:blipFill>
        <p:spPr>
          <a:xfrm>
            <a:off x="71197" y="1514474"/>
            <a:ext cx="2039974" cy="5144283"/>
          </a:xfrm>
          <a:prstGeom prst="rect">
            <a:avLst/>
          </a:prstGeom>
        </p:spPr>
      </p:pic>
      <p:sp>
        <p:nvSpPr>
          <p:cNvPr id="4" name="Rectangle 3"/>
          <p:cNvSpPr/>
          <p:nvPr/>
        </p:nvSpPr>
        <p:spPr>
          <a:xfrm>
            <a:off x="157274" y="1332015"/>
            <a:ext cx="11878629" cy="584775"/>
          </a:xfrm>
          <a:prstGeom prst="rect">
            <a:avLst/>
          </a:prstGeom>
        </p:spPr>
        <p:txBody>
          <a:bodyPr wrap="square">
            <a:spAutoFit/>
          </a:bodyPr>
          <a:lstStyle/>
          <a:p>
            <a:endParaRPr lang="en-US" sz="3200" dirty="0">
              <a:latin typeface="Arial" pitchFamily="34" charset="0"/>
              <a:cs typeface="Arial" pitchFamily="34" charset="0"/>
            </a:endParaRPr>
          </a:p>
        </p:txBody>
      </p:sp>
      <p:sp>
        <p:nvSpPr>
          <p:cNvPr id="2" name="Rectangle 1"/>
          <p:cNvSpPr/>
          <p:nvPr/>
        </p:nvSpPr>
        <p:spPr>
          <a:xfrm>
            <a:off x="2617470" y="325365"/>
            <a:ext cx="184731" cy="707886"/>
          </a:xfrm>
          <a:prstGeom prst="rect">
            <a:avLst/>
          </a:prstGeom>
        </p:spPr>
        <p:txBody>
          <a:bodyPr wrap="none">
            <a:spAutoFit/>
          </a:bodyPr>
          <a:lstStyle/>
          <a:p>
            <a:endParaRPr lang="en-US" sz="4000" b="1" dirty="0">
              <a:latin typeface="Arial" pitchFamily="34" charset="0"/>
              <a:cs typeface="Arial" pitchFamily="34" charset="0"/>
            </a:endParaRPr>
          </a:p>
        </p:txBody>
      </p:sp>
      <p:sp>
        <p:nvSpPr>
          <p:cNvPr id="6" name="Rectangle 5"/>
          <p:cNvSpPr/>
          <p:nvPr/>
        </p:nvSpPr>
        <p:spPr>
          <a:xfrm>
            <a:off x="1559459" y="239407"/>
            <a:ext cx="8347186" cy="2000548"/>
          </a:xfrm>
          <a:prstGeom prst="rect">
            <a:avLst/>
          </a:prstGeom>
        </p:spPr>
        <p:txBody>
          <a:bodyPr wrap="square">
            <a:spAutoFit/>
          </a:bodyPr>
          <a:lstStyle/>
          <a:p>
            <a:pPr algn="ctr"/>
            <a:r>
              <a:rPr lang="en-US" sz="4000" b="1" dirty="0">
                <a:solidFill>
                  <a:prstClr val="black"/>
                </a:solidFill>
                <a:latin typeface="Arial" panose="020B0604020202020204" pitchFamily="34" charset="0"/>
                <a:cs typeface="Arial" panose="020B0604020202020204" pitchFamily="34" charset="0"/>
              </a:rPr>
              <a:t>Strategies for Problem Solving</a:t>
            </a:r>
          </a:p>
          <a:p>
            <a:pPr lvl="0" algn="ctr"/>
            <a:endParaRPr lang="en-US" sz="4400" b="1" dirty="0" smtClean="0">
              <a:solidFill>
                <a:prstClr val="black"/>
              </a:solidFill>
              <a:latin typeface="Arial" panose="020B0604020202020204" pitchFamily="34" charset="0"/>
              <a:cs typeface="Arial" panose="020B0604020202020204" pitchFamily="34" charset="0"/>
            </a:endParaRPr>
          </a:p>
          <a:p>
            <a:endParaRPr lang="en-US" sz="4000" b="1" dirty="0">
              <a:latin typeface="Arial" pitchFamily="34" charset="0"/>
              <a:cs typeface="Arial" pitchFamily="34" charset="0"/>
            </a:endParaRPr>
          </a:p>
        </p:txBody>
      </p:sp>
      <p:pic>
        <p:nvPicPr>
          <p:cNvPr id="21" name="Picture 20"/>
          <p:cNvPicPr/>
          <p:nvPr/>
        </p:nvPicPr>
        <p:blipFill>
          <a:blip r:embed="rId10" cstate="print">
            <a:extLst>
              <a:ext uri="{28A0092B-C50C-407E-A947-70E740481C1C}">
                <a14:useLocalDpi xmlns:a14="http://schemas.microsoft.com/office/drawing/2010/main" val="0"/>
              </a:ext>
            </a:extLst>
          </a:blip>
          <a:stretch>
            <a:fillRect/>
          </a:stretch>
        </p:blipFill>
        <p:spPr bwMode="auto">
          <a:xfrm>
            <a:off x="0" y="88949"/>
            <a:ext cx="1557655" cy="943610"/>
          </a:xfrm>
          <a:prstGeom prst="rect">
            <a:avLst/>
          </a:prstGeom>
          <a:noFill/>
          <a:ln>
            <a:noFill/>
          </a:ln>
        </p:spPr>
      </p:pic>
      <p:pic>
        <p:nvPicPr>
          <p:cNvPr id="7" name="Picture 6"/>
          <p:cNvPicPr>
            <a:picLocks noChangeAspect="1"/>
          </p:cNvPicPr>
          <p:nvPr/>
        </p:nvPicPr>
        <p:blipFill>
          <a:blip r:embed="rId11"/>
          <a:stretch>
            <a:fillRect/>
          </a:stretch>
        </p:blipFill>
        <p:spPr>
          <a:xfrm>
            <a:off x="1306285" y="1157580"/>
            <a:ext cx="9823269" cy="5501177"/>
          </a:xfrm>
          <a:prstGeom prst="rect">
            <a:avLst/>
          </a:prstGeom>
        </p:spPr>
      </p:pic>
    </p:spTree>
    <p:extLst>
      <p:ext uri="{BB962C8B-B14F-4D97-AF65-F5344CB8AC3E}">
        <p14:creationId xmlns:p14="http://schemas.microsoft.com/office/powerpoint/2010/main" val="912652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34DD2C6-4CC8-4F4C-9615-8F42757A1CE2}"/>
              </a:ext>
            </a:extLst>
          </p:cNvPr>
          <p:cNvGrpSpPr/>
          <p:nvPr/>
        </p:nvGrpSpPr>
        <p:grpSpPr>
          <a:xfrm>
            <a:off x="589" y="-36072"/>
            <a:ext cx="12749348" cy="1115736"/>
            <a:chOff x="0" y="0"/>
            <a:chExt cx="12749348" cy="1115736"/>
          </a:xfrm>
        </p:grpSpPr>
        <p:sp>
          <p:nvSpPr>
            <p:cNvPr id="14" name="Rectangle 13">
              <a:extLst>
                <a:ext uri="{FF2B5EF4-FFF2-40B4-BE49-F238E27FC236}">
                  <a16:creationId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sp>
          <p:nvSpPr>
            <p:cNvPr id="15" name="TextBox 14">
              <a:extLst>
                <a:ext uri="{FF2B5EF4-FFF2-40B4-BE49-F238E27FC236}">
                  <a16:creationId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6" name="Graphic 15">
              <a:extLst>
                <a:ext uri="{FF2B5EF4-FFF2-40B4-BE49-F238E27FC236}">
                  <a16:creationId xmlns:a16="http://schemas.microsoft.com/office/drawing/2014/main" id="{ABF06EB7-5284-4699-8F45-3C74960363D1}"/>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9906056" y="403986"/>
              <a:ext cx="261610" cy="261610"/>
            </a:xfrm>
            <a:prstGeom prst="rect">
              <a:avLst/>
            </a:prstGeom>
          </p:spPr>
        </p:pic>
        <p:sp>
          <p:nvSpPr>
            <p:cNvPr id="17" name="TextBox 16">
              <a:extLst>
                <a:ext uri="{FF2B5EF4-FFF2-40B4-BE49-F238E27FC236}">
                  <a16:creationId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8" name="Graphic 17">
              <a:extLst>
                <a:ext uri="{FF2B5EF4-FFF2-40B4-BE49-F238E27FC236}">
                  <a16:creationId xmlns:a16="http://schemas.microsoft.com/office/drawing/2014/main" id="{10EB8B8D-6004-4AED-A244-C4DC6F8DA657}"/>
                </a:ext>
              </a:extLst>
            </p:cNvPr>
            <p:cNvPicPr>
              <a:picLocks noChangeAspect="1"/>
            </p:cNvPicPr>
            <p:nvPr/>
          </p:nvPicPr>
          <p:blipFill>
            <a:blip r:embed="rId4" cstate="print">
              <a:extLst>
                <a:ext uri="{96DAC541-7B7A-43D3-8B79-37D633B846F1}">
                  <asvg:svgBlip xmlns:asvg="http://schemas.microsoft.com/office/drawing/2016/SVG/main" xmlns="" r:embed="rId5"/>
                </a:ext>
              </a:extLst>
            </a:blip>
            <a:stretch>
              <a:fillRect/>
            </a:stretch>
          </p:blipFill>
          <p:spPr>
            <a:xfrm>
              <a:off x="10591033" y="741997"/>
              <a:ext cx="171450" cy="171450"/>
            </a:xfrm>
            <a:prstGeom prst="rect">
              <a:avLst/>
            </a:prstGeom>
          </p:spPr>
        </p:pic>
        <p:pic>
          <p:nvPicPr>
            <p:cNvPr id="19" name="Picture 18">
              <a:extLst>
                <a:ext uri="{FF2B5EF4-FFF2-40B4-BE49-F238E27FC236}">
                  <a16:creationId xmlns:a16="http://schemas.microsoft.com/office/drawing/2014/main" id="{B90D907E-CA01-4229-92EF-9ABBCFBA1E6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11" name="Graphic 10">
            <a:extLst>
              <a:ext uri="{FF2B5EF4-FFF2-40B4-BE49-F238E27FC236}">
                <a16:creationId xmlns:a16="http://schemas.microsoft.com/office/drawing/2014/main" id="{066FF2A6-21EC-4DCA-B8DA-6528DF993417}"/>
              </a:ext>
            </a:extLst>
          </p:cNvPr>
          <p:cNvPicPr>
            <a:picLocks noChangeAspect="1"/>
          </p:cNvPicPr>
          <p:nvPr/>
        </p:nvPicPr>
        <p:blipFill>
          <a:blip r:embed="rId7">
            <a:extLst>
              <a:ext uri="{96DAC541-7B7A-43D3-8B79-37D633B846F1}">
                <asvg:svgBlip xmlns:asvg="http://schemas.microsoft.com/office/drawing/2016/SVG/main" xmlns="" r:embed="rId9"/>
              </a:ext>
            </a:extLst>
          </a:blip>
          <a:stretch>
            <a:fillRect/>
          </a:stretch>
        </p:blipFill>
        <p:spPr>
          <a:xfrm>
            <a:off x="157274" y="1478943"/>
            <a:ext cx="2039974" cy="5144283"/>
          </a:xfrm>
          <a:prstGeom prst="rect">
            <a:avLst/>
          </a:prstGeom>
        </p:spPr>
      </p:pic>
      <p:sp>
        <p:nvSpPr>
          <p:cNvPr id="4" name="Rectangle 3"/>
          <p:cNvSpPr/>
          <p:nvPr/>
        </p:nvSpPr>
        <p:spPr>
          <a:xfrm>
            <a:off x="157274" y="1332015"/>
            <a:ext cx="11878629" cy="584775"/>
          </a:xfrm>
          <a:prstGeom prst="rect">
            <a:avLst/>
          </a:prstGeom>
        </p:spPr>
        <p:txBody>
          <a:bodyPr wrap="square">
            <a:spAutoFit/>
          </a:bodyPr>
          <a:lstStyle/>
          <a:p>
            <a:endParaRPr lang="en-US" sz="3200" dirty="0">
              <a:latin typeface="Arial" pitchFamily="34" charset="0"/>
              <a:cs typeface="Arial" pitchFamily="34" charset="0"/>
            </a:endParaRPr>
          </a:p>
        </p:txBody>
      </p:sp>
      <p:sp>
        <p:nvSpPr>
          <p:cNvPr id="2" name="Rectangle 1"/>
          <p:cNvSpPr/>
          <p:nvPr/>
        </p:nvSpPr>
        <p:spPr>
          <a:xfrm>
            <a:off x="2617470" y="325365"/>
            <a:ext cx="184731" cy="707886"/>
          </a:xfrm>
          <a:prstGeom prst="rect">
            <a:avLst/>
          </a:prstGeom>
        </p:spPr>
        <p:txBody>
          <a:bodyPr wrap="none">
            <a:spAutoFit/>
          </a:bodyPr>
          <a:lstStyle/>
          <a:p>
            <a:endParaRPr lang="en-US" sz="4000" b="1" dirty="0">
              <a:latin typeface="Arial" pitchFamily="34" charset="0"/>
              <a:cs typeface="Arial" pitchFamily="34" charset="0"/>
            </a:endParaRPr>
          </a:p>
        </p:txBody>
      </p:sp>
      <p:sp>
        <p:nvSpPr>
          <p:cNvPr id="6" name="Rectangle 5"/>
          <p:cNvSpPr/>
          <p:nvPr/>
        </p:nvSpPr>
        <p:spPr>
          <a:xfrm>
            <a:off x="1559459" y="239407"/>
            <a:ext cx="8347186" cy="2000548"/>
          </a:xfrm>
          <a:prstGeom prst="rect">
            <a:avLst/>
          </a:prstGeom>
        </p:spPr>
        <p:txBody>
          <a:bodyPr wrap="square">
            <a:spAutoFit/>
          </a:bodyPr>
          <a:lstStyle/>
          <a:p>
            <a:pPr algn="ctr"/>
            <a:r>
              <a:rPr lang="en-US" sz="4000" b="1" dirty="0">
                <a:solidFill>
                  <a:prstClr val="black"/>
                </a:solidFill>
                <a:latin typeface="Arial" panose="020B0604020202020204" pitchFamily="34" charset="0"/>
                <a:cs typeface="Arial" panose="020B0604020202020204" pitchFamily="34" charset="0"/>
              </a:rPr>
              <a:t>Strategies for Problem Solving</a:t>
            </a:r>
          </a:p>
          <a:p>
            <a:pPr lvl="0" algn="ctr"/>
            <a:endParaRPr lang="en-US" sz="4400" b="1" dirty="0" smtClean="0">
              <a:solidFill>
                <a:prstClr val="black"/>
              </a:solidFill>
              <a:latin typeface="Arial" panose="020B0604020202020204" pitchFamily="34" charset="0"/>
              <a:cs typeface="Arial" panose="020B0604020202020204" pitchFamily="34" charset="0"/>
            </a:endParaRPr>
          </a:p>
          <a:p>
            <a:endParaRPr lang="en-US" sz="4000" b="1" dirty="0">
              <a:latin typeface="Arial" pitchFamily="34" charset="0"/>
              <a:cs typeface="Arial" pitchFamily="34" charset="0"/>
            </a:endParaRPr>
          </a:p>
        </p:txBody>
      </p:sp>
      <p:pic>
        <p:nvPicPr>
          <p:cNvPr id="21" name="Picture 20"/>
          <p:cNvPicPr/>
          <p:nvPr/>
        </p:nvPicPr>
        <p:blipFill>
          <a:blip r:embed="rId10" cstate="print">
            <a:extLst>
              <a:ext uri="{28A0092B-C50C-407E-A947-70E740481C1C}">
                <a14:useLocalDpi xmlns:a14="http://schemas.microsoft.com/office/drawing/2010/main" val="0"/>
              </a:ext>
            </a:extLst>
          </a:blip>
          <a:stretch>
            <a:fillRect/>
          </a:stretch>
        </p:blipFill>
        <p:spPr bwMode="auto">
          <a:xfrm>
            <a:off x="0" y="88949"/>
            <a:ext cx="1557655" cy="943610"/>
          </a:xfrm>
          <a:prstGeom prst="rect">
            <a:avLst/>
          </a:prstGeom>
          <a:noFill/>
          <a:ln>
            <a:noFill/>
          </a:ln>
        </p:spPr>
      </p:pic>
      <p:pic>
        <p:nvPicPr>
          <p:cNvPr id="5" name="Picture 4"/>
          <p:cNvPicPr>
            <a:picLocks noChangeAspect="1"/>
          </p:cNvPicPr>
          <p:nvPr/>
        </p:nvPicPr>
        <p:blipFill>
          <a:blip r:embed="rId11"/>
          <a:stretch>
            <a:fillRect/>
          </a:stretch>
        </p:blipFill>
        <p:spPr>
          <a:xfrm>
            <a:off x="2553476" y="1332015"/>
            <a:ext cx="8417798" cy="5439767"/>
          </a:xfrm>
          <a:prstGeom prst="rect">
            <a:avLst/>
          </a:prstGeom>
        </p:spPr>
      </p:pic>
    </p:spTree>
    <p:extLst>
      <p:ext uri="{BB962C8B-B14F-4D97-AF65-F5344CB8AC3E}">
        <p14:creationId xmlns:p14="http://schemas.microsoft.com/office/powerpoint/2010/main" val="21098728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34DD2C6-4CC8-4F4C-9615-8F42757A1CE2}"/>
              </a:ext>
            </a:extLst>
          </p:cNvPr>
          <p:cNvGrpSpPr/>
          <p:nvPr/>
        </p:nvGrpSpPr>
        <p:grpSpPr>
          <a:xfrm>
            <a:off x="589" y="-36072"/>
            <a:ext cx="12749348" cy="1115736"/>
            <a:chOff x="0" y="0"/>
            <a:chExt cx="12749348" cy="1115736"/>
          </a:xfrm>
        </p:grpSpPr>
        <p:sp>
          <p:nvSpPr>
            <p:cNvPr id="14" name="Rectangle 13">
              <a:extLst>
                <a:ext uri="{FF2B5EF4-FFF2-40B4-BE49-F238E27FC236}">
                  <a16:creationId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sp>
          <p:nvSpPr>
            <p:cNvPr id="15" name="TextBox 14">
              <a:extLst>
                <a:ext uri="{FF2B5EF4-FFF2-40B4-BE49-F238E27FC236}">
                  <a16:creationId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6" name="Graphic 15">
              <a:extLst>
                <a:ext uri="{FF2B5EF4-FFF2-40B4-BE49-F238E27FC236}">
                  <a16:creationId xmlns:a16="http://schemas.microsoft.com/office/drawing/2014/main" id="{ABF06EB7-5284-4699-8F45-3C74960363D1}"/>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9906056" y="403986"/>
              <a:ext cx="261610" cy="261610"/>
            </a:xfrm>
            <a:prstGeom prst="rect">
              <a:avLst/>
            </a:prstGeom>
          </p:spPr>
        </p:pic>
        <p:sp>
          <p:nvSpPr>
            <p:cNvPr id="17" name="TextBox 16">
              <a:extLst>
                <a:ext uri="{FF2B5EF4-FFF2-40B4-BE49-F238E27FC236}">
                  <a16:creationId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8" name="Graphic 17">
              <a:extLst>
                <a:ext uri="{FF2B5EF4-FFF2-40B4-BE49-F238E27FC236}">
                  <a16:creationId xmlns:a16="http://schemas.microsoft.com/office/drawing/2014/main" id="{10EB8B8D-6004-4AED-A244-C4DC6F8DA657}"/>
                </a:ext>
              </a:extLst>
            </p:cNvPr>
            <p:cNvPicPr>
              <a:picLocks noChangeAspect="1"/>
            </p:cNvPicPr>
            <p:nvPr/>
          </p:nvPicPr>
          <p:blipFill>
            <a:blip r:embed="rId4" cstate="print">
              <a:extLst>
                <a:ext uri="{96DAC541-7B7A-43D3-8B79-37D633B846F1}">
                  <asvg:svgBlip xmlns:asvg="http://schemas.microsoft.com/office/drawing/2016/SVG/main" xmlns="" r:embed="rId5"/>
                </a:ext>
              </a:extLst>
            </a:blip>
            <a:stretch>
              <a:fillRect/>
            </a:stretch>
          </p:blipFill>
          <p:spPr>
            <a:xfrm>
              <a:off x="10591033" y="741997"/>
              <a:ext cx="171450" cy="171450"/>
            </a:xfrm>
            <a:prstGeom prst="rect">
              <a:avLst/>
            </a:prstGeom>
          </p:spPr>
        </p:pic>
        <p:pic>
          <p:nvPicPr>
            <p:cNvPr id="19" name="Picture 18">
              <a:extLst>
                <a:ext uri="{FF2B5EF4-FFF2-40B4-BE49-F238E27FC236}">
                  <a16:creationId xmlns:a16="http://schemas.microsoft.com/office/drawing/2014/main" id="{B90D907E-CA01-4229-92EF-9ABBCFBA1E6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11" name="Graphic 10">
            <a:extLst>
              <a:ext uri="{FF2B5EF4-FFF2-40B4-BE49-F238E27FC236}">
                <a16:creationId xmlns:a16="http://schemas.microsoft.com/office/drawing/2014/main" id="{066FF2A6-21EC-4DCA-B8DA-6528DF993417}"/>
              </a:ext>
            </a:extLst>
          </p:cNvPr>
          <p:cNvPicPr>
            <a:picLocks noChangeAspect="1"/>
          </p:cNvPicPr>
          <p:nvPr/>
        </p:nvPicPr>
        <p:blipFill>
          <a:blip r:embed="rId7">
            <a:extLst>
              <a:ext uri="{96DAC541-7B7A-43D3-8B79-37D633B846F1}">
                <asvg:svgBlip xmlns:asvg="http://schemas.microsoft.com/office/drawing/2016/SVG/main" xmlns="" r:embed="rId9"/>
              </a:ext>
            </a:extLst>
          </a:blip>
          <a:stretch>
            <a:fillRect/>
          </a:stretch>
        </p:blipFill>
        <p:spPr>
          <a:xfrm>
            <a:off x="157274" y="1478943"/>
            <a:ext cx="2039974" cy="5144283"/>
          </a:xfrm>
          <a:prstGeom prst="rect">
            <a:avLst/>
          </a:prstGeom>
        </p:spPr>
      </p:pic>
      <p:sp>
        <p:nvSpPr>
          <p:cNvPr id="4" name="Rectangle 3"/>
          <p:cNvSpPr/>
          <p:nvPr/>
        </p:nvSpPr>
        <p:spPr>
          <a:xfrm>
            <a:off x="157274" y="1332015"/>
            <a:ext cx="11878629" cy="584775"/>
          </a:xfrm>
          <a:prstGeom prst="rect">
            <a:avLst/>
          </a:prstGeom>
        </p:spPr>
        <p:txBody>
          <a:bodyPr wrap="square">
            <a:spAutoFit/>
          </a:bodyPr>
          <a:lstStyle/>
          <a:p>
            <a:endParaRPr lang="en-US" sz="3200" dirty="0">
              <a:latin typeface="Arial" pitchFamily="34" charset="0"/>
              <a:cs typeface="Arial" pitchFamily="34" charset="0"/>
            </a:endParaRPr>
          </a:p>
        </p:txBody>
      </p:sp>
      <p:sp>
        <p:nvSpPr>
          <p:cNvPr id="2" name="Rectangle 1"/>
          <p:cNvSpPr/>
          <p:nvPr/>
        </p:nvSpPr>
        <p:spPr>
          <a:xfrm>
            <a:off x="2617470" y="325365"/>
            <a:ext cx="184731" cy="707886"/>
          </a:xfrm>
          <a:prstGeom prst="rect">
            <a:avLst/>
          </a:prstGeom>
        </p:spPr>
        <p:txBody>
          <a:bodyPr wrap="none">
            <a:spAutoFit/>
          </a:bodyPr>
          <a:lstStyle/>
          <a:p>
            <a:endParaRPr lang="en-US" sz="4000" b="1" dirty="0">
              <a:latin typeface="Arial" pitchFamily="34" charset="0"/>
              <a:cs typeface="Arial" pitchFamily="34" charset="0"/>
            </a:endParaRPr>
          </a:p>
        </p:txBody>
      </p:sp>
      <p:sp>
        <p:nvSpPr>
          <p:cNvPr id="6" name="Rectangle 5"/>
          <p:cNvSpPr/>
          <p:nvPr/>
        </p:nvSpPr>
        <p:spPr>
          <a:xfrm>
            <a:off x="1559459" y="239407"/>
            <a:ext cx="8347186" cy="2000548"/>
          </a:xfrm>
          <a:prstGeom prst="rect">
            <a:avLst/>
          </a:prstGeom>
        </p:spPr>
        <p:txBody>
          <a:bodyPr wrap="square">
            <a:spAutoFit/>
          </a:bodyPr>
          <a:lstStyle/>
          <a:p>
            <a:pPr algn="ctr"/>
            <a:r>
              <a:rPr lang="en-US" sz="4000" b="1" dirty="0">
                <a:solidFill>
                  <a:prstClr val="black"/>
                </a:solidFill>
                <a:latin typeface="Arial" panose="020B0604020202020204" pitchFamily="34" charset="0"/>
                <a:cs typeface="Arial" panose="020B0604020202020204" pitchFamily="34" charset="0"/>
              </a:rPr>
              <a:t>Strategies for Problem Solving</a:t>
            </a:r>
          </a:p>
          <a:p>
            <a:pPr lvl="0" algn="ctr"/>
            <a:endParaRPr lang="en-US" sz="4400" b="1" dirty="0" smtClean="0">
              <a:solidFill>
                <a:prstClr val="black"/>
              </a:solidFill>
              <a:latin typeface="Arial" panose="020B0604020202020204" pitchFamily="34" charset="0"/>
              <a:cs typeface="Arial" panose="020B0604020202020204" pitchFamily="34" charset="0"/>
            </a:endParaRPr>
          </a:p>
          <a:p>
            <a:endParaRPr lang="en-US" sz="4000" b="1" dirty="0">
              <a:latin typeface="Arial" pitchFamily="34" charset="0"/>
              <a:cs typeface="Arial" pitchFamily="34" charset="0"/>
            </a:endParaRPr>
          </a:p>
        </p:txBody>
      </p:sp>
      <p:pic>
        <p:nvPicPr>
          <p:cNvPr id="21" name="Picture 20"/>
          <p:cNvPicPr/>
          <p:nvPr/>
        </p:nvPicPr>
        <p:blipFill>
          <a:blip r:embed="rId10" cstate="print">
            <a:extLst>
              <a:ext uri="{28A0092B-C50C-407E-A947-70E740481C1C}">
                <a14:useLocalDpi xmlns:a14="http://schemas.microsoft.com/office/drawing/2010/main" val="0"/>
              </a:ext>
            </a:extLst>
          </a:blip>
          <a:stretch>
            <a:fillRect/>
          </a:stretch>
        </p:blipFill>
        <p:spPr bwMode="auto">
          <a:xfrm>
            <a:off x="0" y="88949"/>
            <a:ext cx="1557655" cy="943610"/>
          </a:xfrm>
          <a:prstGeom prst="rect">
            <a:avLst/>
          </a:prstGeom>
          <a:noFill/>
          <a:ln>
            <a:noFill/>
          </a:ln>
        </p:spPr>
      </p:pic>
      <p:pic>
        <p:nvPicPr>
          <p:cNvPr id="5" name="Picture 4"/>
          <p:cNvPicPr>
            <a:picLocks noChangeAspect="1"/>
          </p:cNvPicPr>
          <p:nvPr/>
        </p:nvPicPr>
        <p:blipFill>
          <a:blip r:embed="rId11"/>
          <a:stretch>
            <a:fillRect/>
          </a:stretch>
        </p:blipFill>
        <p:spPr>
          <a:xfrm>
            <a:off x="3439886" y="1079665"/>
            <a:ext cx="6008914" cy="5654964"/>
          </a:xfrm>
          <a:prstGeom prst="rect">
            <a:avLst/>
          </a:prstGeom>
        </p:spPr>
      </p:pic>
    </p:spTree>
    <p:extLst>
      <p:ext uri="{BB962C8B-B14F-4D97-AF65-F5344CB8AC3E}">
        <p14:creationId xmlns:p14="http://schemas.microsoft.com/office/powerpoint/2010/main" val="30277844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34DD2C6-4CC8-4F4C-9615-8F42757A1CE2}"/>
              </a:ext>
            </a:extLst>
          </p:cNvPr>
          <p:cNvGrpSpPr/>
          <p:nvPr/>
        </p:nvGrpSpPr>
        <p:grpSpPr>
          <a:xfrm>
            <a:off x="589" y="-36072"/>
            <a:ext cx="12749348" cy="1115736"/>
            <a:chOff x="0" y="0"/>
            <a:chExt cx="12749348" cy="1115736"/>
          </a:xfrm>
        </p:grpSpPr>
        <p:sp>
          <p:nvSpPr>
            <p:cNvPr id="14" name="Rectangle 13">
              <a:extLst>
                <a:ext uri="{FF2B5EF4-FFF2-40B4-BE49-F238E27FC236}">
                  <a16:creationId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sp>
          <p:nvSpPr>
            <p:cNvPr id="15" name="TextBox 14">
              <a:extLst>
                <a:ext uri="{FF2B5EF4-FFF2-40B4-BE49-F238E27FC236}">
                  <a16:creationId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6" name="Graphic 15">
              <a:extLst>
                <a:ext uri="{FF2B5EF4-FFF2-40B4-BE49-F238E27FC236}">
                  <a16:creationId xmlns:a16="http://schemas.microsoft.com/office/drawing/2014/main" id="{ABF06EB7-5284-4699-8F45-3C74960363D1}"/>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9906056" y="403986"/>
              <a:ext cx="261610" cy="261610"/>
            </a:xfrm>
            <a:prstGeom prst="rect">
              <a:avLst/>
            </a:prstGeom>
          </p:spPr>
        </p:pic>
        <p:sp>
          <p:nvSpPr>
            <p:cNvPr id="17" name="TextBox 16">
              <a:extLst>
                <a:ext uri="{FF2B5EF4-FFF2-40B4-BE49-F238E27FC236}">
                  <a16:creationId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8" name="Graphic 17">
              <a:extLst>
                <a:ext uri="{FF2B5EF4-FFF2-40B4-BE49-F238E27FC236}">
                  <a16:creationId xmlns:a16="http://schemas.microsoft.com/office/drawing/2014/main" id="{10EB8B8D-6004-4AED-A244-C4DC6F8DA657}"/>
                </a:ext>
              </a:extLst>
            </p:cNvPr>
            <p:cNvPicPr>
              <a:picLocks noChangeAspect="1"/>
            </p:cNvPicPr>
            <p:nvPr/>
          </p:nvPicPr>
          <p:blipFill>
            <a:blip r:embed="rId4" cstate="print">
              <a:extLst>
                <a:ext uri="{96DAC541-7B7A-43D3-8B79-37D633B846F1}">
                  <asvg:svgBlip xmlns:asvg="http://schemas.microsoft.com/office/drawing/2016/SVG/main" xmlns="" r:embed="rId5"/>
                </a:ext>
              </a:extLst>
            </a:blip>
            <a:stretch>
              <a:fillRect/>
            </a:stretch>
          </p:blipFill>
          <p:spPr>
            <a:xfrm>
              <a:off x="10591033" y="741997"/>
              <a:ext cx="171450" cy="171450"/>
            </a:xfrm>
            <a:prstGeom prst="rect">
              <a:avLst/>
            </a:prstGeom>
          </p:spPr>
        </p:pic>
        <p:pic>
          <p:nvPicPr>
            <p:cNvPr id="19" name="Picture 18">
              <a:extLst>
                <a:ext uri="{FF2B5EF4-FFF2-40B4-BE49-F238E27FC236}">
                  <a16:creationId xmlns:a16="http://schemas.microsoft.com/office/drawing/2014/main" id="{B90D907E-CA01-4229-92EF-9ABBCFBA1E6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11" name="Graphic 10">
            <a:extLst>
              <a:ext uri="{FF2B5EF4-FFF2-40B4-BE49-F238E27FC236}">
                <a16:creationId xmlns:a16="http://schemas.microsoft.com/office/drawing/2014/main" id="{066FF2A6-21EC-4DCA-B8DA-6528DF993417}"/>
              </a:ext>
            </a:extLst>
          </p:cNvPr>
          <p:cNvPicPr>
            <a:picLocks noChangeAspect="1"/>
          </p:cNvPicPr>
          <p:nvPr/>
        </p:nvPicPr>
        <p:blipFill>
          <a:blip r:embed="rId7">
            <a:extLst>
              <a:ext uri="{96DAC541-7B7A-43D3-8B79-37D633B846F1}">
                <asvg:svgBlip xmlns:asvg="http://schemas.microsoft.com/office/drawing/2016/SVG/main" xmlns="" r:embed="rId9"/>
              </a:ext>
            </a:extLst>
          </a:blip>
          <a:stretch>
            <a:fillRect/>
          </a:stretch>
        </p:blipFill>
        <p:spPr>
          <a:xfrm>
            <a:off x="71197" y="1514474"/>
            <a:ext cx="2039974" cy="5144283"/>
          </a:xfrm>
          <a:prstGeom prst="rect">
            <a:avLst/>
          </a:prstGeom>
        </p:spPr>
      </p:pic>
      <p:sp>
        <p:nvSpPr>
          <p:cNvPr id="4" name="Rectangle 3"/>
          <p:cNvSpPr/>
          <p:nvPr/>
        </p:nvSpPr>
        <p:spPr>
          <a:xfrm>
            <a:off x="157274" y="1332015"/>
            <a:ext cx="11878629" cy="584775"/>
          </a:xfrm>
          <a:prstGeom prst="rect">
            <a:avLst/>
          </a:prstGeom>
        </p:spPr>
        <p:txBody>
          <a:bodyPr wrap="square">
            <a:spAutoFit/>
          </a:bodyPr>
          <a:lstStyle/>
          <a:p>
            <a:endParaRPr lang="en-US" sz="3200" dirty="0">
              <a:latin typeface="Arial" pitchFamily="34" charset="0"/>
              <a:cs typeface="Arial" pitchFamily="34" charset="0"/>
            </a:endParaRPr>
          </a:p>
        </p:txBody>
      </p:sp>
      <p:sp>
        <p:nvSpPr>
          <p:cNvPr id="2" name="Rectangle 1"/>
          <p:cNvSpPr/>
          <p:nvPr/>
        </p:nvSpPr>
        <p:spPr>
          <a:xfrm>
            <a:off x="2617470" y="325365"/>
            <a:ext cx="184731" cy="707886"/>
          </a:xfrm>
          <a:prstGeom prst="rect">
            <a:avLst/>
          </a:prstGeom>
        </p:spPr>
        <p:txBody>
          <a:bodyPr wrap="none">
            <a:spAutoFit/>
          </a:bodyPr>
          <a:lstStyle/>
          <a:p>
            <a:endParaRPr lang="en-US" sz="4000" b="1" dirty="0">
              <a:latin typeface="Arial" pitchFamily="34" charset="0"/>
              <a:cs typeface="Arial" pitchFamily="34" charset="0"/>
            </a:endParaRPr>
          </a:p>
        </p:txBody>
      </p:sp>
      <p:sp>
        <p:nvSpPr>
          <p:cNvPr id="5" name="Rectangle 4"/>
          <p:cNvSpPr/>
          <p:nvPr/>
        </p:nvSpPr>
        <p:spPr>
          <a:xfrm>
            <a:off x="157274" y="1146272"/>
            <a:ext cx="11878629" cy="5693866"/>
          </a:xfrm>
          <a:prstGeom prst="rect">
            <a:avLst/>
          </a:prstGeom>
        </p:spPr>
        <p:txBody>
          <a:bodyPr wrap="square">
            <a:spAutoFit/>
          </a:bodyPr>
          <a:lstStyle/>
          <a:p>
            <a:pPr lvl="0"/>
            <a:r>
              <a:rPr lang="en-US" sz="3600" b="1" dirty="0" smtClean="0">
                <a:solidFill>
                  <a:prstClr val="black"/>
                </a:solidFill>
                <a:latin typeface="Arial" pitchFamily="34" charset="0"/>
                <a:cs typeface="Arial" pitchFamily="34" charset="0"/>
              </a:rPr>
              <a:t>5. Collaborative </a:t>
            </a:r>
            <a:r>
              <a:rPr lang="en-US" sz="3600" b="1" dirty="0">
                <a:solidFill>
                  <a:prstClr val="black"/>
                </a:solidFill>
                <a:latin typeface="Arial" pitchFamily="34" charset="0"/>
                <a:cs typeface="Arial" pitchFamily="34" charset="0"/>
              </a:rPr>
              <a:t>Problem Solving:</a:t>
            </a:r>
          </a:p>
          <a:p>
            <a:pPr lvl="0"/>
            <a:r>
              <a:rPr lang="en-US" sz="2400" dirty="0">
                <a:solidFill>
                  <a:prstClr val="black"/>
                </a:solidFill>
                <a:latin typeface="Arial" pitchFamily="34" charset="0"/>
                <a:cs typeface="Arial" pitchFamily="34" charset="0"/>
              </a:rPr>
              <a:t>Engage others to gain different perspectives.</a:t>
            </a:r>
          </a:p>
          <a:p>
            <a:pPr lvl="0"/>
            <a:r>
              <a:rPr lang="en-US" sz="2400" dirty="0">
                <a:solidFill>
                  <a:prstClr val="black"/>
                </a:solidFill>
                <a:latin typeface="Arial" pitchFamily="34" charset="0"/>
                <a:cs typeface="Arial" pitchFamily="34" charset="0"/>
              </a:rPr>
              <a:t>Use group discussions to foster collective problem-solving</a:t>
            </a:r>
            <a:r>
              <a:rPr lang="en-US" sz="2400" dirty="0" smtClean="0">
                <a:solidFill>
                  <a:prstClr val="black"/>
                </a:solidFill>
                <a:latin typeface="Arial" pitchFamily="34" charset="0"/>
                <a:cs typeface="Arial" pitchFamily="34" charset="0"/>
              </a:rPr>
              <a:t>.</a:t>
            </a:r>
          </a:p>
          <a:p>
            <a:pPr lvl="0"/>
            <a:endParaRPr lang="en-US" sz="2400" dirty="0">
              <a:solidFill>
                <a:prstClr val="black"/>
              </a:solidFill>
              <a:latin typeface="Arial" pitchFamily="34" charset="0"/>
              <a:cs typeface="Arial" pitchFamily="34" charset="0"/>
            </a:endParaRPr>
          </a:p>
          <a:p>
            <a:pPr lvl="0"/>
            <a:r>
              <a:rPr lang="en-US" sz="3600" b="1" dirty="0" smtClean="0">
                <a:solidFill>
                  <a:prstClr val="black"/>
                </a:solidFill>
                <a:latin typeface="Arial" pitchFamily="34" charset="0"/>
                <a:cs typeface="Arial" pitchFamily="34" charset="0"/>
              </a:rPr>
              <a:t>6. Using </a:t>
            </a:r>
            <a:r>
              <a:rPr lang="en-US" sz="3600" b="1" dirty="0">
                <a:solidFill>
                  <a:prstClr val="black"/>
                </a:solidFill>
                <a:latin typeface="Arial" pitchFamily="34" charset="0"/>
                <a:cs typeface="Arial" pitchFamily="34" charset="0"/>
              </a:rPr>
              <a:t>Heuristics:</a:t>
            </a:r>
          </a:p>
          <a:p>
            <a:pPr lvl="0"/>
            <a:r>
              <a:rPr lang="en-US" sz="2400" dirty="0">
                <a:solidFill>
                  <a:prstClr val="black"/>
                </a:solidFill>
                <a:latin typeface="Arial" pitchFamily="34" charset="0"/>
                <a:cs typeface="Arial" pitchFamily="34" charset="0"/>
              </a:rPr>
              <a:t>Apply mental shortcuts or rules of thumb to simplify decision-making.</a:t>
            </a:r>
          </a:p>
          <a:p>
            <a:pPr lvl="0"/>
            <a:r>
              <a:rPr lang="en-US" sz="2400" dirty="0">
                <a:solidFill>
                  <a:prstClr val="black"/>
                </a:solidFill>
                <a:latin typeface="Arial" pitchFamily="34" charset="0"/>
                <a:cs typeface="Arial" pitchFamily="34" charset="0"/>
              </a:rPr>
              <a:t>Examples include the availability heuristic and representativeness heuristic</a:t>
            </a:r>
            <a:r>
              <a:rPr lang="en-US" sz="2400" dirty="0" smtClean="0">
                <a:solidFill>
                  <a:prstClr val="black"/>
                </a:solidFill>
                <a:latin typeface="Arial" pitchFamily="34" charset="0"/>
                <a:cs typeface="Arial" pitchFamily="34" charset="0"/>
              </a:rPr>
              <a:t>.</a:t>
            </a:r>
            <a:endParaRPr lang="en-US" sz="2400" dirty="0">
              <a:solidFill>
                <a:prstClr val="black"/>
              </a:solidFill>
              <a:latin typeface="Arial" pitchFamily="34" charset="0"/>
              <a:cs typeface="Arial" pitchFamily="34" charset="0"/>
            </a:endParaRPr>
          </a:p>
          <a:p>
            <a:pPr lvl="0"/>
            <a:r>
              <a:rPr lang="en-US" sz="2800" b="1" dirty="0" smtClean="0">
                <a:solidFill>
                  <a:prstClr val="black"/>
                </a:solidFill>
                <a:latin typeface="Arial" pitchFamily="34" charset="0"/>
                <a:cs typeface="Arial" pitchFamily="34" charset="0"/>
              </a:rPr>
              <a:t>Examples</a:t>
            </a:r>
          </a:p>
          <a:p>
            <a:pPr marL="342900" lvl="0" indent="-342900">
              <a:buFont typeface="Arial" panose="020B0604020202020204" pitchFamily="34" charset="0"/>
              <a:buChar char="•"/>
            </a:pPr>
            <a:r>
              <a:rPr lang="en-US" sz="2400" dirty="0">
                <a:solidFill>
                  <a:prstClr val="black"/>
                </a:solidFill>
                <a:latin typeface="Arial" pitchFamily="34" charset="0"/>
                <a:cs typeface="Arial" pitchFamily="34" charset="0"/>
              </a:rPr>
              <a:t>A person is stuck in traffic and makes an impulsive decision to take the other route even though you don't know the way. </a:t>
            </a:r>
            <a:endParaRPr lang="en-US" sz="2400" dirty="0" smtClean="0">
              <a:solidFill>
                <a:prstClr val="black"/>
              </a:solidFill>
              <a:latin typeface="Arial" pitchFamily="34" charset="0"/>
              <a:cs typeface="Arial" pitchFamily="34" charset="0"/>
            </a:endParaRPr>
          </a:p>
          <a:p>
            <a:pPr marL="342900" lvl="0" indent="-342900">
              <a:buFont typeface="Arial" panose="020B0604020202020204" pitchFamily="34" charset="0"/>
              <a:buChar char="•"/>
            </a:pPr>
            <a:r>
              <a:rPr lang="en-US" sz="2400" dirty="0" smtClean="0">
                <a:solidFill>
                  <a:prstClr val="black"/>
                </a:solidFill>
                <a:latin typeface="Arial" pitchFamily="34" charset="0"/>
                <a:cs typeface="Arial" pitchFamily="34" charset="0"/>
              </a:rPr>
              <a:t>Someone </a:t>
            </a:r>
            <a:r>
              <a:rPr lang="en-US" sz="2400" dirty="0">
                <a:solidFill>
                  <a:prstClr val="black"/>
                </a:solidFill>
                <a:latin typeface="Arial" pitchFamily="34" charset="0"/>
                <a:cs typeface="Arial" pitchFamily="34" charset="0"/>
              </a:rPr>
              <a:t>is offered a job and accepts it without further details</a:t>
            </a:r>
            <a:r>
              <a:rPr lang="en-US" sz="2400" dirty="0" smtClean="0">
                <a:solidFill>
                  <a:prstClr val="black"/>
                </a:solidFill>
                <a:latin typeface="Arial" pitchFamily="34" charset="0"/>
                <a:cs typeface="Arial" pitchFamily="34" charset="0"/>
              </a:rPr>
              <a:t>.</a:t>
            </a:r>
          </a:p>
          <a:p>
            <a:pPr marL="342900" lvl="0" indent="-342900">
              <a:buFont typeface="Arial" panose="020B0604020202020204" pitchFamily="34" charset="0"/>
              <a:buChar char="•"/>
            </a:pPr>
            <a:r>
              <a:rPr lang="en-US" sz="2400" dirty="0" smtClean="0">
                <a:solidFill>
                  <a:prstClr val="black"/>
                </a:solidFill>
                <a:latin typeface="Arial" pitchFamily="34" charset="0"/>
                <a:cs typeface="Arial" pitchFamily="34" charset="0"/>
              </a:rPr>
              <a:t> </a:t>
            </a:r>
            <a:r>
              <a:rPr lang="en-US" sz="2400" dirty="0">
                <a:solidFill>
                  <a:prstClr val="black"/>
                </a:solidFill>
                <a:latin typeface="Arial" pitchFamily="34" charset="0"/>
                <a:cs typeface="Arial" pitchFamily="34" charset="0"/>
              </a:rPr>
              <a:t>A family chooses to move to another country without being familiar with the language, culture or area.</a:t>
            </a:r>
            <a:endParaRPr lang="en-US" sz="2400" dirty="0" smtClean="0">
              <a:solidFill>
                <a:prstClr val="black"/>
              </a:solidFill>
              <a:latin typeface="Arial" pitchFamily="34" charset="0"/>
              <a:cs typeface="Arial" pitchFamily="34" charset="0"/>
            </a:endParaRPr>
          </a:p>
          <a:p>
            <a:pPr lvl="0"/>
            <a:endParaRPr lang="en-US" sz="2400" dirty="0" smtClean="0">
              <a:solidFill>
                <a:prstClr val="black"/>
              </a:solidFill>
              <a:latin typeface="Arial" pitchFamily="34" charset="0"/>
              <a:cs typeface="Arial" pitchFamily="34" charset="0"/>
            </a:endParaRPr>
          </a:p>
        </p:txBody>
      </p:sp>
      <p:sp>
        <p:nvSpPr>
          <p:cNvPr id="6" name="Rectangle 5"/>
          <p:cNvSpPr/>
          <p:nvPr/>
        </p:nvSpPr>
        <p:spPr>
          <a:xfrm>
            <a:off x="1673278" y="18610"/>
            <a:ext cx="8217587" cy="1323439"/>
          </a:xfrm>
          <a:prstGeom prst="rect">
            <a:avLst/>
          </a:prstGeom>
        </p:spPr>
        <p:txBody>
          <a:bodyPr wrap="square">
            <a:spAutoFit/>
          </a:bodyPr>
          <a:lstStyle/>
          <a:p>
            <a:r>
              <a:rPr lang="en-US" sz="4000" b="1" dirty="0">
                <a:solidFill>
                  <a:prstClr val="black"/>
                </a:solidFill>
                <a:latin typeface="Arial" panose="020B0604020202020204" pitchFamily="34" charset="0"/>
                <a:cs typeface="Arial" panose="020B0604020202020204" pitchFamily="34" charset="0"/>
              </a:rPr>
              <a:t>Strategies for Problem Solving</a:t>
            </a:r>
          </a:p>
          <a:p>
            <a:endParaRPr lang="en-US" sz="4000" b="1" dirty="0">
              <a:latin typeface="Arial" pitchFamily="34" charset="0"/>
              <a:cs typeface="Arial" pitchFamily="34" charset="0"/>
            </a:endParaRPr>
          </a:p>
        </p:txBody>
      </p:sp>
      <p:pic>
        <p:nvPicPr>
          <p:cNvPr id="21" name="Picture 20"/>
          <p:cNvPicPr/>
          <p:nvPr/>
        </p:nvPicPr>
        <p:blipFill>
          <a:blip r:embed="rId10" cstate="print">
            <a:extLst>
              <a:ext uri="{28A0092B-C50C-407E-A947-70E740481C1C}">
                <a14:useLocalDpi xmlns:a14="http://schemas.microsoft.com/office/drawing/2010/main" val="0"/>
              </a:ext>
            </a:extLst>
          </a:blip>
          <a:stretch>
            <a:fillRect/>
          </a:stretch>
        </p:blipFill>
        <p:spPr bwMode="auto">
          <a:xfrm>
            <a:off x="0" y="88949"/>
            <a:ext cx="1557655" cy="943610"/>
          </a:xfrm>
          <a:prstGeom prst="rect">
            <a:avLst/>
          </a:prstGeom>
          <a:noFill/>
          <a:ln>
            <a:noFill/>
          </a:ln>
        </p:spPr>
      </p:pic>
    </p:spTree>
    <p:extLst>
      <p:ext uri="{BB962C8B-B14F-4D97-AF65-F5344CB8AC3E}">
        <p14:creationId xmlns:p14="http://schemas.microsoft.com/office/powerpoint/2010/main" val="2434910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34DD2C6-4CC8-4F4C-9615-8F42757A1CE2}"/>
              </a:ext>
            </a:extLst>
          </p:cNvPr>
          <p:cNvGrpSpPr/>
          <p:nvPr/>
        </p:nvGrpSpPr>
        <p:grpSpPr>
          <a:xfrm>
            <a:off x="589" y="-36072"/>
            <a:ext cx="12749348" cy="1115736"/>
            <a:chOff x="0" y="0"/>
            <a:chExt cx="12749348" cy="1115736"/>
          </a:xfrm>
        </p:grpSpPr>
        <p:sp>
          <p:nvSpPr>
            <p:cNvPr id="14" name="Rectangle 13">
              <a:extLst>
                <a:ext uri="{FF2B5EF4-FFF2-40B4-BE49-F238E27FC236}">
                  <a16:creationId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sp>
          <p:nvSpPr>
            <p:cNvPr id="15" name="TextBox 14">
              <a:extLst>
                <a:ext uri="{FF2B5EF4-FFF2-40B4-BE49-F238E27FC236}">
                  <a16:creationId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6" name="Graphic 15">
              <a:extLst>
                <a:ext uri="{FF2B5EF4-FFF2-40B4-BE49-F238E27FC236}">
                  <a16:creationId xmlns:a16="http://schemas.microsoft.com/office/drawing/2014/main" id="{ABF06EB7-5284-4699-8F45-3C74960363D1}"/>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9906056" y="403986"/>
              <a:ext cx="261610" cy="261610"/>
            </a:xfrm>
            <a:prstGeom prst="rect">
              <a:avLst/>
            </a:prstGeom>
          </p:spPr>
        </p:pic>
        <p:sp>
          <p:nvSpPr>
            <p:cNvPr id="17" name="TextBox 16">
              <a:extLst>
                <a:ext uri="{FF2B5EF4-FFF2-40B4-BE49-F238E27FC236}">
                  <a16:creationId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8" name="Graphic 17">
              <a:extLst>
                <a:ext uri="{FF2B5EF4-FFF2-40B4-BE49-F238E27FC236}">
                  <a16:creationId xmlns:a16="http://schemas.microsoft.com/office/drawing/2014/main" id="{10EB8B8D-6004-4AED-A244-C4DC6F8DA657}"/>
                </a:ext>
              </a:extLst>
            </p:cNvPr>
            <p:cNvPicPr>
              <a:picLocks noChangeAspect="1"/>
            </p:cNvPicPr>
            <p:nvPr/>
          </p:nvPicPr>
          <p:blipFill>
            <a:blip r:embed="rId4" cstate="print">
              <a:extLst>
                <a:ext uri="{96DAC541-7B7A-43D3-8B79-37D633B846F1}">
                  <asvg:svgBlip xmlns:asvg="http://schemas.microsoft.com/office/drawing/2016/SVG/main" xmlns="" r:embed="rId5"/>
                </a:ext>
              </a:extLst>
            </a:blip>
            <a:stretch>
              <a:fillRect/>
            </a:stretch>
          </p:blipFill>
          <p:spPr>
            <a:xfrm>
              <a:off x="10591033" y="741997"/>
              <a:ext cx="171450" cy="171450"/>
            </a:xfrm>
            <a:prstGeom prst="rect">
              <a:avLst/>
            </a:prstGeom>
          </p:spPr>
        </p:pic>
        <p:pic>
          <p:nvPicPr>
            <p:cNvPr id="19" name="Picture 18">
              <a:extLst>
                <a:ext uri="{FF2B5EF4-FFF2-40B4-BE49-F238E27FC236}">
                  <a16:creationId xmlns:a16="http://schemas.microsoft.com/office/drawing/2014/main" id="{B90D907E-CA01-4229-92EF-9ABBCFBA1E6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11" name="Graphic 10">
            <a:extLst>
              <a:ext uri="{FF2B5EF4-FFF2-40B4-BE49-F238E27FC236}">
                <a16:creationId xmlns:a16="http://schemas.microsoft.com/office/drawing/2014/main" id="{066FF2A6-21EC-4DCA-B8DA-6528DF993417}"/>
              </a:ext>
            </a:extLst>
          </p:cNvPr>
          <p:cNvPicPr>
            <a:picLocks noChangeAspect="1"/>
          </p:cNvPicPr>
          <p:nvPr/>
        </p:nvPicPr>
        <p:blipFill>
          <a:blip r:embed="rId7">
            <a:extLst>
              <a:ext uri="{96DAC541-7B7A-43D3-8B79-37D633B846F1}">
                <asvg:svgBlip xmlns:asvg="http://schemas.microsoft.com/office/drawing/2016/SVG/main" xmlns="" r:embed="rId9"/>
              </a:ext>
            </a:extLst>
          </a:blip>
          <a:stretch>
            <a:fillRect/>
          </a:stretch>
        </p:blipFill>
        <p:spPr>
          <a:xfrm>
            <a:off x="71197" y="1514474"/>
            <a:ext cx="2039974" cy="5144283"/>
          </a:xfrm>
          <a:prstGeom prst="rect">
            <a:avLst/>
          </a:prstGeom>
        </p:spPr>
      </p:pic>
      <p:sp>
        <p:nvSpPr>
          <p:cNvPr id="4" name="Rectangle 3"/>
          <p:cNvSpPr/>
          <p:nvPr/>
        </p:nvSpPr>
        <p:spPr>
          <a:xfrm>
            <a:off x="157274" y="1332015"/>
            <a:ext cx="11878629" cy="584775"/>
          </a:xfrm>
          <a:prstGeom prst="rect">
            <a:avLst/>
          </a:prstGeom>
        </p:spPr>
        <p:txBody>
          <a:bodyPr wrap="square">
            <a:spAutoFit/>
          </a:bodyPr>
          <a:lstStyle/>
          <a:p>
            <a:endParaRPr lang="en-US" sz="3200" dirty="0">
              <a:latin typeface="Arial" pitchFamily="34" charset="0"/>
              <a:cs typeface="Arial" pitchFamily="34" charset="0"/>
            </a:endParaRPr>
          </a:p>
        </p:txBody>
      </p:sp>
      <p:sp>
        <p:nvSpPr>
          <p:cNvPr id="2" name="Rectangle 1"/>
          <p:cNvSpPr/>
          <p:nvPr/>
        </p:nvSpPr>
        <p:spPr>
          <a:xfrm>
            <a:off x="2617470" y="325365"/>
            <a:ext cx="184731" cy="707886"/>
          </a:xfrm>
          <a:prstGeom prst="rect">
            <a:avLst/>
          </a:prstGeom>
        </p:spPr>
        <p:txBody>
          <a:bodyPr wrap="none">
            <a:spAutoFit/>
          </a:bodyPr>
          <a:lstStyle/>
          <a:p>
            <a:endParaRPr lang="en-US" sz="4000" b="1" dirty="0">
              <a:latin typeface="Arial" pitchFamily="34" charset="0"/>
              <a:cs typeface="Arial" pitchFamily="34" charset="0"/>
            </a:endParaRPr>
          </a:p>
        </p:txBody>
      </p:sp>
      <p:sp>
        <p:nvSpPr>
          <p:cNvPr id="5" name="Rectangle 4"/>
          <p:cNvSpPr/>
          <p:nvPr/>
        </p:nvSpPr>
        <p:spPr>
          <a:xfrm>
            <a:off x="295507" y="1225689"/>
            <a:ext cx="11878629" cy="4647426"/>
          </a:xfrm>
          <a:prstGeom prst="rect">
            <a:avLst/>
          </a:prstGeom>
        </p:spPr>
        <p:txBody>
          <a:bodyPr wrap="square">
            <a:spAutoFit/>
          </a:bodyPr>
          <a:lstStyle/>
          <a:p>
            <a:pPr lvl="0"/>
            <a:r>
              <a:rPr lang="en-US" sz="3600" b="1" dirty="0" smtClean="0">
                <a:solidFill>
                  <a:prstClr val="black"/>
                </a:solidFill>
                <a:latin typeface="Arial" pitchFamily="34" charset="0"/>
                <a:cs typeface="Arial" pitchFamily="34" charset="0"/>
              </a:rPr>
              <a:t>7.Employing </a:t>
            </a:r>
            <a:r>
              <a:rPr lang="en-US" sz="3600" b="1" dirty="0">
                <a:solidFill>
                  <a:prstClr val="black"/>
                </a:solidFill>
                <a:latin typeface="Arial" pitchFamily="34" charset="0"/>
                <a:cs typeface="Arial" pitchFamily="34" charset="0"/>
              </a:rPr>
              <a:t>Algorithms:</a:t>
            </a:r>
          </a:p>
          <a:p>
            <a:pPr lvl="0"/>
            <a:r>
              <a:rPr lang="en-US" sz="2800" dirty="0">
                <a:solidFill>
                  <a:prstClr val="black"/>
                </a:solidFill>
                <a:latin typeface="Arial" pitchFamily="34" charset="0"/>
                <a:cs typeface="Arial" pitchFamily="34" charset="0"/>
              </a:rPr>
              <a:t>Use step-by-step procedures or formulas for systematic problem-solving.</a:t>
            </a:r>
          </a:p>
          <a:p>
            <a:pPr lvl="0"/>
            <a:r>
              <a:rPr lang="en-US" sz="2800" dirty="0">
                <a:solidFill>
                  <a:prstClr val="black"/>
                </a:solidFill>
                <a:latin typeface="Arial" pitchFamily="34" charset="0"/>
                <a:cs typeface="Arial" pitchFamily="34" charset="0"/>
              </a:rPr>
              <a:t>Algorithms are particularly useful in mathematical or logical problems</a:t>
            </a:r>
            <a:r>
              <a:rPr lang="en-US" sz="2800" dirty="0" smtClean="0">
                <a:solidFill>
                  <a:prstClr val="black"/>
                </a:solidFill>
                <a:latin typeface="Arial" pitchFamily="34" charset="0"/>
                <a:cs typeface="Arial" pitchFamily="34" charset="0"/>
              </a:rPr>
              <a:t>.</a:t>
            </a:r>
          </a:p>
          <a:p>
            <a:pPr lvl="0"/>
            <a:r>
              <a:rPr lang="en-US" sz="2800" b="1" dirty="0" smtClean="0">
                <a:solidFill>
                  <a:prstClr val="black"/>
                </a:solidFill>
                <a:latin typeface="Arial" pitchFamily="34" charset="0"/>
                <a:cs typeface="Arial" pitchFamily="34" charset="0"/>
              </a:rPr>
              <a:t>Example</a:t>
            </a:r>
            <a:r>
              <a:rPr lang="en-US" sz="2800" dirty="0" smtClean="0">
                <a:solidFill>
                  <a:prstClr val="black"/>
                </a:solidFill>
                <a:latin typeface="Arial" pitchFamily="34" charset="0"/>
                <a:cs typeface="Arial" pitchFamily="34" charset="0"/>
              </a:rPr>
              <a:t>:</a:t>
            </a:r>
          </a:p>
          <a:p>
            <a:pPr lvl="0"/>
            <a:r>
              <a:rPr lang="en-US" sz="2800" dirty="0">
                <a:solidFill>
                  <a:prstClr val="black"/>
                </a:solidFill>
                <a:latin typeface="Arial" pitchFamily="34" charset="0"/>
                <a:cs typeface="Arial" pitchFamily="34" charset="0"/>
              </a:rPr>
              <a:t>A recipe for cooking a particular dish.</a:t>
            </a:r>
          </a:p>
          <a:p>
            <a:pPr lvl="0"/>
            <a:r>
              <a:rPr lang="en-US" sz="3600" b="1" dirty="0" smtClean="0">
                <a:solidFill>
                  <a:prstClr val="black"/>
                </a:solidFill>
                <a:latin typeface="Arial" pitchFamily="34" charset="0"/>
                <a:cs typeface="Arial" pitchFamily="34" charset="0"/>
              </a:rPr>
              <a:t>8. Adapting </a:t>
            </a:r>
            <a:r>
              <a:rPr lang="en-US" sz="3600" b="1" dirty="0">
                <a:solidFill>
                  <a:prstClr val="black"/>
                </a:solidFill>
                <a:latin typeface="Arial" pitchFamily="34" charset="0"/>
                <a:cs typeface="Arial" pitchFamily="34" charset="0"/>
              </a:rPr>
              <a:t>Cognitive Styles:</a:t>
            </a:r>
          </a:p>
          <a:p>
            <a:pPr lvl="0"/>
            <a:r>
              <a:rPr lang="en-US" sz="2800" dirty="0">
                <a:solidFill>
                  <a:prstClr val="black"/>
                </a:solidFill>
                <a:latin typeface="Arial" pitchFamily="34" charset="0"/>
                <a:cs typeface="Arial" pitchFamily="34" charset="0"/>
              </a:rPr>
              <a:t>Recognize personal cognitive biases and adjust problem-solving approaches accordingly.</a:t>
            </a:r>
          </a:p>
          <a:p>
            <a:pPr lvl="0"/>
            <a:r>
              <a:rPr lang="en-US" sz="2800" dirty="0">
                <a:solidFill>
                  <a:prstClr val="black"/>
                </a:solidFill>
                <a:latin typeface="Arial" pitchFamily="34" charset="0"/>
                <a:cs typeface="Arial" pitchFamily="34" charset="0"/>
              </a:rPr>
              <a:t>Be aware of different thinking styles (e.g., analytical vs. intuitive) and use them effectively.</a:t>
            </a:r>
          </a:p>
        </p:txBody>
      </p:sp>
      <p:sp>
        <p:nvSpPr>
          <p:cNvPr id="6" name="Rectangle 5"/>
          <p:cNvSpPr/>
          <p:nvPr/>
        </p:nvSpPr>
        <p:spPr>
          <a:xfrm>
            <a:off x="1880685" y="129930"/>
            <a:ext cx="7885283" cy="1323439"/>
          </a:xfrm>
          <a:prstGeom prst="rect">
            <a:avLst/>
          </a:prstGeom>
        </p:spPr>
        <p:txBody>
          <a:bodyPr wrap="square">
            <a:spAutoFit/>
          </a:bodyPr>
          <a:lstStyle/>
          <a:p>
            <a:r>
              <a:rPr lang="en-US" sz="4000" b="1" dirty="0">
                <a:solidFill>
                  <a:prstClr val="black"/>
                </a:solidFill>
                <a:latin typeface="Arial" panose="020B0604020202020204" pitchFamily="34" charset="0"/>
                <a:cs typeface="Arial" panose="020B0604020202020204" pitchFamily="34" charset="0"/>
              </a:rPr>
              <a:t>Strategies for Problem Solving</a:t>
            </a:r>
          </a:p>
          <a:p>
            <a:endParaRPr lang="en-US" sz="4000" b="1" dirty="0">
              <a:latin typeface="Arial" pitchFamily="34" charset="0"/>
              <a:cs typeface="Arial" pitchFamily="34" charset="0"/>
            </a:endParaRPr>
          </a:p>
        </p:txBody>
      </p:sp>
      <p:pic>
        <p:nvPicPr>
          <p:cNvPr id="21" name="Picture 20"/>
          <p:cNvPicPr/>
          <p:nvPr/>
        </p:nvPicPr>
        <p:blipFill>
          <a:blip r:embed="rId10" cstate="print">
            <a:extLst>
              <a:ext uri="{28A0092B-C50C-407E-A947-70E740481C1C}">
                <a14:useLocalDpi xmlns:a14="http://schemas.microsoft.com/office/drawing/2010/main" val="0"/>
              </a:ext>
            </a:extLst>
          </a:blip>
          <a:stretch>
            <a:fillRect/>
          </a:stretch>
        </p:blipFill>
        <p:spPr bwMode="auto">
          <a:xfrm>
            <a:off x="0" y="88949"/>
            <a:ext cx="1557655" cy="943610"/>
          </a:xfrm>
          <a:prstGeom prst="rect">
            <a:avLst/>
          </a:prstGeom>
          <a:noFill/>
          <a:ln>
            <a:noFill/>
          </a:ln>
        </p:spPr>
      </p:pic>
    </p:spTree>
    <p:extLst>
      <p:ext uri="{BB962C8B-B14F-4D97-AF65-F5344CB8AC3E}">
        <p14:creationId xmlns:p14="http://schemas.microsoft.com/office/powerpoint/2010/main" val="28435203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34DD2C6-4CC8-4F4C-9615-8F42757A1CE2}"/>
              </a:ext>
            </a:extLst>
          </p:cNvPr>
          <p:cNvGrpSpPr/>
          <p:nvPr/>
        </p:nvGrpSpPr>
        <p:grpSpPr>
          <a:xfrm>
            <a:off x="589" y="-36072"/>
            <a:ext cx="12749348" cy="1115736"/>
            <a:chOff x="0" y="0"/>
            <a:chExt cx="12749348" cy="1115736"/>
          </a:xfrm>
        </p:grpSpPr>
        <p:sp>
          <p:nvSpPr>
            <p:cNvPr id="14" name="Rectangle 13">
              <a:extLst>
                <a:ext uri="{FF2B5EF4-FFF2-40B4-BE49-F238E27FC236}">
                  <a16:creationId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sp>
          <p:nvSpPr>
            <p:cNvPr id="15" name="TextBox 14">
              <a:extLst>
                <a:ext uri="{FF2B5EF4-FFF2-40B4-BE49-F238E27FC236}">
                  <a16:creationId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6" name="Graphic 15">
              <a:extLst>
                <a:ext uri="{FF2B5EF4-FFF2-40B4-BE49-F238E27FC236}">
                  <a16:creationId xmlns:a16="http://schemas.microsoft.com/office/drawing/2014/main" id="{ABF06EB7-5284-4699-8F45-3C74960363D1}"/>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9906056" y="403986"/>
              <a:ext cx="261610" cy="261610"/>
            </a:xfrm>
            <a:prstGeom prst="rect">
              <a:avLst/>
            </a:prstGeom>
          </p:spPr>
        </p:pic>
        <p:sp>
          <p:nvSpPr>
            <p:cNvPr id="17" name="TextBox 16">
              <a:extLst>
                <a:ext uri="{FF2B5EF4-FFF2-40B4-BE49-F238E27FC236}">
                  <a16:creationId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8" name="Graphic 17">
              <a:extLst>
                <a:ext uri="{FF2B5EF4-FFF2-40B4-BE49-F238E27FC236}">
                  <a16:creationId xmlns:a16="http://schemas.microsoft.com/office/drawing/2014/main" id="{10EB8B8D-6004-4AED-A244-C4DC6F8DA657}"/>
                </a:ext>
              </a:extLst>
            </p:cNvPr>
            <p:cNvPicPr>
              <a:picLocks noChangeAspect="1"/>
            </p:cNvPicPr>
            <p:nvPr/>
          </p:nvPicPr>
          <p:blipFill>
            <a:blip r:embed="rId4" cstate="print">
              <a:extLst>
                <a:ext uri="{96DAC541-7B7A-43D3-8B79-37D633B846F1}">
                  <asvg:svgBlip xmlns:asvg="http://schemas.microsoft.com/office/drawing/2016/SVG/main" xmlns="" r:embed="rId5"/>
                </a:ext>
              </a:extLst>
            </a:blip>
            <a:stretch>
              <a:fillRect/>
            </a:stretch>
          </p:blipFill>
          <p:spPr>
            <a:xfrm>
              <a:off x="10591033" y="741997"/>
              <a:ext cx="171450" cy="171450"/>
            </a:xfrm>
            <a:prstGeom prst="rect">
              <a:avLst/>
            </a:prstGeom>
          </p:spPr>
        </p:pic>
        <p:pic>
          <p:nvPicPr>
            <p:cNvPr id="19" name="Picture 18">
              <a:extLst>
                <a:ext uri="{FF2B5EF4-FFF2-40B4-BE49-F238E27FC236}">
                  <a16:creationId xmlns:a16="http://schemas.microsoft.com/office/drawing/2014/main" id="{B90D907E-CA01-4229-92EF-9ABBCFBA1E6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11" name="Graphic 10">
            <a:extLst>
              <a:ext uri="{FF2B5EF4-FFF2-40B4-BE49-F238E27FC236}">
                <a16:creationId xmlns:a16="http://schemas.microsoft.com/office/drawing/2014/main" id="{066FF2A6-21EC-4DCA-B8DA-6528DF993417}"/>
              </a:ext>
            </a:extLst>
          </p:cNvPr>
          <p:cNvPicPr>
            <a:picLocks noChangeAspect="1"/>
          </p:cNvPicPr>
          <p:nvPr/>
        </p:nvPicPr>
        <p:blipFill>
          <a:blip r:embed="rId7">
            <a:extLst>
              <a:ext uri="{96DAC541-7B7A-43D3-8B79-37D633B846F1}">
                <asvg:svgBlip xmlns:asvg="http://schemas.microsoft.com/office/drawing/2016/SVG/main" xmlns="" r:embed="rId9"/>
              </a:ext>
            </a:extLst>
          </a:blip>
          <a:stretch>
            <a:fillRect/>
          </a:stretch>
        </p:blipFill>
        <p:spPr>
          <a:xfrm>
            <a:off x="71197" y="1514474"/>
            <a:ext cx="2039974" cy="5144283"/>
          </a:xfrm>
          <a:prstGeom prst="rect">
            <a:avLst/>
          </a:prstGeom>
        </p:spPr>
      </p:pic>
      <p:sp>
        <p:nvSpPr>
          <p:cNvPr id="4" name="Rectangle 3"/>
          <p:cNvSpPr/>
          <p:nvPr/>
        </p:nvSpPr>
        <p:spPr>
          <a:xfrm>
            <a:off x="157274" y="1332015"/>
            <a:ext cx="11878629" cy="5139869"/>
          </a:xfrm>
          <a:prstGeom prst="rect">
            <a:avLst/>
          </a:prstGeom>
        </p:spPr>
        <p:txBody>
          <a:bodyPr wrap="square">
            <a:spAutoFit/>
          </a:bodyPr>
          <a:lstStyle/>
          <a:p>
            <a:pPr marL="514350" indent="-514350">
              <a:buFont typeface="+mj-lt"/>
              <a:buAutoNum type="arabicPeriod"/>
            </a:pPr>
            <a:r>
              <a:rPr lang="en-US" sz="3200" b="1" dirty="0">
                <a:latin typeface="Arial" pitchFamily="34" charset="0"/>
                <a:cs typeface="Arial" pitchFamily="34" charset="0"/>
              </a:rPr>
              <a:t>Intuitive decision-making </a:t>
            </a:r>
            <a:r>
              <a:rPr lang="en-US" sz="2400" dirty="0">
                <a:latin typeface="Arial" pitchFamily="34" charset="0"/>
                <a:cs typeface="Arial" pitchFamily="34" charset="0"/>
              </a:rPr>
              <a:t>can be efficient, flexible, </a:t>
            </a:r>
            <a:r>
              <a:rPr lang="en-US" sz="2400" dirty="0" smtClean="0">
                <a:latin typeface="Arial" pitchFamily="34" charset="0"/>
                <a:cs typeface="Arial" pitchFamily="34" charset="0"/>
              </a:rPr>
              <a:t>but </a:t>
            </a:r>
            <a:r>
              <a:rPr lang="en-US" sz="2400" dirty="0">
                <a:latin typeface="Arial" pitchFamily="34" charset="0"/>
                <a:cs typeface="Arial" pitchFamily="34" charset="0"/>
              </a:rPr>
              <a:t>it can also be biased, inconsistent, or irrational. </a:t>
            </a:r>
            <a:endParaRPr lang="en-US" sz="2400" dirty="0" smtClean="0">
              <a:latin typeface="Arial" pitchFamily="34" charset="0"/>
              <a:cs typeface="Arial" pitchFamily="34" charset="0"/>
            </a:endParaRPr>
          </a:p>
          <a:p>
            <a:r>
              <a:rPr lang="en-US" sz="3200" b="1" dirty="0" smtClean="0">
                <a:latin typeface="Arial" pitchFamily="34" charset="0"/>
                <a:cs typeface="Arial" pitchFamily="34" charset="0"/>
              </a:rPr>
              <a:t>Example</a:t>
            </a:r>
          </a:p>
          <a:p>
            <a:r>
              <a:rPr lang="en-US" sz="2400" dirty="0">
                <a:latin typeface="Arial" pitchFamily="34" charset="0"/>
                <a:cs typeface="Arial" pitchFamily="34" charset="0"/>
              </a:rPr>
              <a:t>Choosing the same kind of coffee everyday because you are happy with how it tastes is a good example.</a:t>
            </a:r>
            <a:endParaRPr lang="en-US" sz="2400" dirty="0" smtClean="0">
              <a:latin typeface="Arial" pitchFamily="34" charset="0"/>
              <a:cs typeface="Arial" pitchFamily="34" charset="0"/>
            </a:endParaRPr>
          </a:p>
          <a:p>
            <a:endParaRPr lang="en-US" sz="3200" dirty="0" smtClean="0">
              <a:latin typeface="Arial" pitchFamily="34" charset="0"/>
              <a:cs typeface="Arial" pitchFamily="34" charset="0"/>
            </a:endParaRPr>
          </a:p>
          <a:p>
            <a:r>
              <a:rPr lang="en-US" sz="3200" b="1" dirty="0" smtClean="0">
                <a:latin typeface="Arial" pitchFamily="34" charset="0"/>
                <a:cs typeface="Arial" pitchFamily="34" charset="0"/>
              </a:rPr>
              <a:t>2.  Analytical </a:t>
            </a:r>
            <a:r>
              <a:rPr lang="en-US" sz="3200" b="1" dirty="0">
                <a:latin typeface="Arial" pitchFamily="34" charset="0"/>
                <a:cs typeface="Arial" pitchFamily="34" charset="0"/>
              </a:rPr>
              <a:t>decision-making </a:t>
            </a:r>
            <a:r>
              <a:rPr lang="en-US" sz="2400" dirty="0">
                <a:latin typeface="Arial" pitchFamily="34" charset="0"/>
                <a:cs typeface="Arial" pitchFamily="34" charset="0"/>
              </a:rPr>
              <a:t>can be precise, systematic, and logical, but it can also be time-consuming, rigid, or complex</a:t>
            </a:r>
            <a:r>
              <a:rPr lang="en-US" sz="2400" dirty="0" smtClean="0">
                <a:latin typeface="Arial" pitchFamily="34" charset="0"/>
                <a:cs typeface="Arial" pitchFamily="34" charset="0"/>
              </a:rPr>
              <a:t>.</a:t>
            </a:r>
          </a:p>
          <a:p>
            <a:r>
              <a:rPr lang="en-US" sz="3200" b="1" dirty="0" smtClean="0">
                <a:latin typeface="Arial" pitchFamily="34" charset="0"/>
                <a:cs typeface="Arial" pitchFamily="34" charset="0"/>
              </a:rPr>
              <a:t>Example</a:t>
            </a:r>
          </a:p>
          <a:p>
            <a:r>
              <a:rPr lang="en-US" sz="2400" dirty="0" smtClean="0">
                <a:latin typeface="Arial" pitchFamily="34" charset="0"/>
                <a:cs typeface="Arial" pitchFamily="34" charset="0"/>
              </a:rPr>
              <a:t>Analytics </a:t>
            </a:r>
            <a:r>
              <a:rPr lang="en-US" sz="2400" dirty="0">
                <a:latin typeface="Arial" pitchFamily="34" charset="0"/>
                <a:cs typeface="Arial" pitchFamily="34" charset="0"/>
              </a:rPr>
              <a:t>in the legal industry involves collecting and analyzing relevant data, such as case documents, court decisions, and legal precedents. This data is then used to train statistical models and algorithms, which can make predictions based on patterns</a:t>
            </a:r>
          </a:p>
        </p:txBody>
      </p:sp>
      <p:sp>
        <p:nvSpPr>
          <p:cNvPr id="2" name="Rectangle 1"/>
          <p:cNvSpPr/>
          <p:nvPr/>
        </p:nvSpPr>
        <p:spPr>
          <a:xfrm>
            <a:off x="2617470" y="325365"/>
            <a:ext cx="184731" cy="707886"/>
          </a:xfrm>
          <a:prstGeom prst="rect">
            <a:avLst/>
          </a:prstGeom>
        </p:spPr>
        <p:txBody>
          <a:bodyPr wrap="none">
            <a:spAutoFit/>
          </a:bodyPr>
          <a:lstStyle/>
          <a:p>
            <a:endParaRPr lang="en-US" sz="4000" b="1" dirty="0">
              <a:latin typeface="Arial" pitchFamily="34" charset="0"/>
              <a:cs typeface="Arial" pitchFamily="34" charset="0"/>
            </a:endParaRPr>
          </a:p>
        </p:txBody>
      </p:sp>
      <p:sp>
        <p:nvSpPr>
          <p:cNvPr id="6" name="Rectangle 5"/>
          <p:cNvSpPr/>
          <p:nvPr/>
        </p:nvSpPr>
        <p:spPr>
          <a:xfrm>
            <a:off x="1880685" y="129930"/>
            <a:ext cx="7885283" cy="1323439"/>
          </a:xfrm>
          <a:prstGeom prst="rect">
            <a:avLst/>
          </a:prstGeom>
        </p:spPr>
        <p:txBody>
          <a:bodyPr wrap="square">
            <a:spAutoFit/>
          </a:bodyPr>
          <a:lstStyle/>
          <a:p>
            <a:r>
              <a:rPr lang="en-US" sz="4000" b="1" dirty="0">
                <a:solidFill>
                  <a:prstClr val="black"/>
                </a:solidFill>
                <a:latin typeface="Arial" panose="020B0604020202020204" pitchFamily="34" charset="0"/>
                <a:cs typeface="Arial" panose="020B0604020202020204" pitchFamily="34" charset="0"/>
              </a:rPr>
              <a:t>Strategies for Problem Solving</a:t>
            </a:r>
          </a:p>
          <a:p>
            <a:endParaRPr lang="en-US" sz="4000" b="1" dirty="0">
              <a:latin typeface="Arial" pitchFamily="34" charset="0"/>
              <a:cs typeface="Arial" pitchFamily="34" charset="0"/>
            </a:endParaRPr>
          </a:p>
        </p:txBody>
      </p:sp>
      <p:pic>
        <p:nvPicPr>
          <p:cNvPr id="21" name="Picture 20"/>
          <p:cNvPicPr/>
          <p:nvPr/>
        </p:nvPicPr>
        <p:blipFill>
          <a:blip r:embed="rId10" cstate="print">
            <a:extLst>
              <a:ext uri="{28A0092B-C50C-407E-A947-70E740481C1C}">
                <a14:useLocalDpi xmlns:a14="http://schemas.microsoft.com/office/drawing/2010/main" val="0"/>
              </a:ext>
            </a:extLst>
          </a:blip>
          <a:stretch>
            <a:fillRect/>
          </a:stretch>
        </p:blipFill>
        <p:spPr bwMode="auto">
          <a:xfrm>
            <a:off x="0" y="88949"/>
            <a:ext cx="1557655" cy="943610"/>
          </a:xfrm>
          <a:prstGeom prst="rect">
            <a:avLst/>
          </a:prstGeom>
          <a:noFill/>
          <a:ln>
            <a:noFill/>
          </a:ln>
        </p:spPr>
      </p:pic>
    </p:spTree>
    <p:extLst>
      <p:ext uri="{BB962C8B-B14F-4D97-AF65-F5344CB8AC3E}">
        <p14:creationId xmlns:p14="http://schemas.microsoft.com/office/powerpoint/2010/main" val="2202403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34DD2C6-4CC8-4F4C-9615-8F42757A1CE2}"/>
              </a:ext>
            </a:extLst>
          </p:cNvPr>
          <p:cNvGrpSpPr/>
          <p:nvPr/>
        </p:nvGrpSpPr>
        <p:grpSpPr>
          <a:xfrm>
            <a:off x="0" y="2886"/>
            <a:ext cx="12749348" cy="1115736"/>
            <a:chOff x="0" y="0"/>
            <a:chExt cx="12749348" cy="1115736"/>
          </a:xfrm>
        </p:grpSpPr>
        <p:sp>
          <p:nvSpPr>
            <p:cNvPr id="14" name="Rectangle 13">
              <a:extLst>
                <a:ext uri="{FF2B5EF4-FFF2-40B4-BE49-F238E27FC236}">
                  <a16:creationId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sp>
          <p:nvSpPr>
            <p:cNvPr id="15" name="TextBox 14">
              <a:extLst>
                <a:ext uri="{FF2B5EF4-FFF2-40B4-BE49-F238E27FC236}">
                  <a16:creationId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6" name="Graphic 15">
              <a:extLst>
                <a:ext uri="{FF2B5EF4-FFF2-40B4-BE49-F238E27FC236}">
                  <a16:creationId xmlns:a16="http://schemas.microsoft.com/office/drawing/2014/main" id="{ABF06EB7-5284-4699-8F45-3C74960363D1}"/>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9906056" y="403986"/>
              <a:ext cx="261610" cy="261610"/>
            </a:xfrm>
            <a:prstGeom prst="rect">
              <a:avLst/>
            </a:prstGeom>
          </p:spPr>
        </p:pic>
        <p:sp>
          <p:nvSpPr>
            <p:cNvPr id="17" name="TextBox 16">
              <a:extLst>
                <a:ext uri="{FF2B5EF4-FFF2-40B4-BE49-F238E27FC236}">
                  <a16:creationId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8" name="Graphic 17">
              <a:extLst>
                <a:ext uri="{FF2B5EF4-FFF2-40B4-BE49-F238E27FC236}">
                  <a16:creationId xmlns:a16="http://schemas.microsoft.com/office/drawing/2014/main" id="{10EB8B8D-6004-4AED-A244-C4DC6F8DA657}"/>
                </a:ext>
              </a:extLst>
            </p:cNvPr>
            <p:cNvPicPr>
              <a:picLocks noChangeAspect="1"/>
            </p:cNvPicPr>
            <p:nvPr/>
          </p:nvPicPr>
          <p:blipFill>
            <a:blip r:embed="rId4" cstate="print">
              <a:extLst>
                <a:ext uri="{96DAC541-7B7A-43D3-8B79-37D633B846F1}">
                  <asvg:svgBlip xmlns:asvg="http://schemas.microsoft.com/office/drawing/2016/SVG/main" xmlns="" r:embed="rId5"/>
                </a:ext>
              </a:extLst>
            </a:blip>
            <a:stretch>
              <a:fillRect/>
            </a:stretch>
          </p:blipFill>
          <p:spPr>
            <a:xfrm>
              <a:off x="10591033" y="741997"/>
              <a:ext cx="171450" cy="171450"/>
            </a:xfrm>
            <a:prstGeom prst="rect">
              <a:avLst/>
            </a:prstGeom>
          </p:spPr>
        </p:pic>
        <p:pic>
          <p:nvPicPr>
            <p:cNvPr id="19" name="Picture 18">
              <a:extLst>
                <a:ext uri="{FF2B5EF4-FFF2-40B4-BE49-F238E27FC236}">
                  <a16:creationId xmlns:a16="http://schemas.microsoft.com/office/drawing/2014/main" id="{B90D907E-CA01-4229-92EF-9ABBCFBA1E6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11" name="Graphic 10">
            <a:extLst>
              <a:ext uri="{FF2B5EF4-FFF2-40B4-BE49-F238E27FC236}">
                <a16:creationId xmlns:a16="http://schemas.microsoft.com/office/drawing/2014/main" id="{066FF2A6-21EC-4DCA-B8DA-6528DF993417}"/>
              </a:ext>
            </a:extLst>
          </p:cNvPr>
          <p:cNvPicPr>
            <a:picLocks noChangeAspect="1"/>
          </p:cNvPicPr>
          <p:nvPr/>
        </p:nvPicPr>
        <p:blipFill>
          <a:blip r:embed="rId7">
            <a:extLst>
              <a:ext uri="{96DAC541-7B7A-43D3-8B79-37D633B846F1}">
                <asvg:svgBlip xmlns:asvg="http://schemas.microsoft.com/office/drawing/2016/SVG/main" xmlns="" r:embed="rId9"/>
              </a:ext>
            </a:extLst>
          </a:blip>
          <a:stretch>
            <a:fillRect/>
          </a:stretch>
        </p:blipFill>
        <p:spPr>
          <a:xfrm>
            <a:off x="71197" y="1514474"/>
            <a:ext cx="2039974" cy="5144283"/>
          </a:xfrm>
          <a:prstGeom prst="rect">
            <a:avLst/>
          </a:prstGeom>
        </p:spPr>
      </p:pic>
      <p:sp>
        <p:nvSpPr>
          <p:cNvPr id="4" name="Rectangle 3"/>
          <p:cNvSpPr/>
          <p:nvPr/>
        </p:nvSpPr>
        <p:spPr>
          <a:xfrm>
            <a:off x="157274" y="1332015"/>
            <a:ext cx="11878629" cy="461665"/>
          </a:xfrm>
          <a:prstGeom prst="rect">
            <a:avLst/>
          </a:prstGeom>
        </p:spPr>
        <p:txBody>
          <a:bodyPr wrap="square">
            <a:spAutoFit/>
          </a:bodyPr>
          <a:lstStyle/>
          <a:p>
            <a:pPr marL="514350" indent="-514350">
              <a:buFont typeface="+mj-lt"/>
              <a:buAutoNum type="arabicPeriod"/>
            </a:pPr>
            <a:endParaRPr lang="en-US" sz="2400" dirty="0">
              <a:latin typeface="Arial" pitchFamily="34" charset="0"/>
              <a:cs typeface="Arial" pitchFamily="34" charset="0"/>
            </a:endParaRPr>
          </a:p>
        </p:txBody>
      </p:sp>
      <p:sp>
        <p:nvSpPr>
          <p:cNvPr id="2" name="Rectangle 1"/>
          <p:cNvSpPr/>
          <p:nvPr/>
        </p:nvSpPr>
        <p:spPr>
          <a:xfrm>
            <a:off x="2617470" y="325365"/>
            <a:ext cx="184731" cy="707886"/>
          </a:xfrm>
          <a:prstGeom prst="rect">
            <a:avLst/>
          </a:prstGeom>
        </p:spPr>
        <p:txBody>
          <a:bodyPr wrap="none">
            <a:spAutoFit/>
          </a:bodyPr>
          <a:lstStyle/>
          <a:p>
            <a:endParaRPr lang="en-US" sz="4000" b="1" dirty="0">
              <a:latin typeface="Arial" pitchFamily="34" charset="0"/>
              <a:cs typeface="Arial" pitchFamily="34" charset="0"/>
            </a:endParaRPr>
          </a:p>
        </p:txBody>
      </p:sp>
      <p:sp>
        <p:nvSpPr>
          <p:cNvPr id="6" name="Rectangle 5"/>
          <p:cNvSpPr/>
          <p:nvPr/>
        </p:nvSpPr>
        <p:spPr>
          <a:xfrm>
            <a:off x="1880685" y="129930"/>
            <a:ext cx="7885283" cy="1323439"/>
          </a:xfrm>
          <a:prstGeom prst="rect">
            <a:avLst/>
          </a:prstGeom>
        </p:spPr>
        <p:txBody>
          <a:bodyPr wrap="square">
            <a:spAutoFit/>
          </a:bodyPr>
          <a:lstStyle/>
          <a:p>
            <a:pPr algn="ctr"/>
            <a:r>
              <a:rPr lang="en-US" sz="4000" b="1" dirty="0" smtClean="0">
                <a:solidFill>
                  <a:prstClr val="black"/>
                </a:solidFill>
                <a:latin typeface="Arial" panose="020B0604020202020204" pitchFamily="34" charset="0"/>
                <a:cs typeface="Arial" panose="020B0604020202020204" pitchFamily="34" charset="0"/>
              </a:rPr>
              <a:t>Give Caption</a:t>
            </a:r>
            <a:endParaRPr lang="en-US" sz="4000" b="1" dirty="0">
              <a:solidFill>
                <a:prstClr val="black"/>
              </a:solidFill>
              <a:latin typeface="Arial" panose="020B0604020202020204" pitchFamily="34" charset="0"/>
              <a:cs typeface="Arial" panose="020B0604020202020204" pitchFamily="34" charset="0"/>
            </a:endParaRPr>
          </a:p>
          <a:p>
            <a:endParaRPr lang="en-US" sz="4000" b="1" dirty="0">
              <a:latin typeface="Arial" pitchFamily="34" charset="0"/>
              <a:cs typeface="Arial" pitchFamily="34" charset="0"/>
            </a:endParaRPr>
          </a:p>
        </p:txBody>
      </p:sp>
      <p:pic>
        <p:nvPicPr>
          <p:cNvPr id="21" name="Picture 20"/>
          <p:cNvPicPr/>
          <p:nvPr/>
        </p:nvPicPr>
        <p:blipFill>
          <a:blip r:embed="rId10" cstate="print">
            <a:extLst>
              <a:ext uri="{28A0092B-C50C-407E-A947-70E740481C1C}">
                <a14:useLocalDpi xmlns:a14="http://schemas.microsoft.com/office/drawing/2010/main" val="0"/>
              </a:ext>
            </a:extLst>
          </a:blip>
          <a:stretch>
            <a:fillRect/>
          </a:stretch>
        </p:blipFill>
        <p:spPr bwMode="auto">
          <a:xfrm>
            <a:off x="0" y="88949"/>
            <a:ext cx="1557655" cy="943610"/>
          </a:xfrm>
          <a:prstGeom prst="rect">
            <a:avLst/>
          </a:prstGeom>
          <a:noFill/>
          <a:ln>
            <a:noFill/>
          </a:ln>
        </p:spPr>
      </p:pic>
      <p:pic>
        <p:nvPicPr>
          <p:cNvPr id="3" name="Picture 2"/>
          <p:cNvPicPr>
            <a:picLocks noChangeAspect="1"/>
          </p:cNvPicPr>
          <p:nvPr/>
        </p:nvPicPr>
        <p:blipFill>
          <a:blip r:embed="rId11"/>
          <a:stretch>
            <a:fillRect/>
          </a:stretch>
        </p:blipFill>
        <p:spPr>
          <a:xfrm>
            <a:off x="2847956" y="1332015"/>
            <a:ext cx="7184318" cy="5326742"/>
          </a:xfrm>
          <a:prstGeom prst="rect">
            <a:avLst/>
          </a:prstGeom>
        </p:spPr>
      </p:pic>
    </p:spTree>
    <p:extLst>
      <p:ext uri="{BB962C8B-B14F-4D97-AF65-F5344CB8AC3E}">
        <p14:creationId xmlns:p14="http://schemas.microsoft.com/office/powerpoint/2010/main" val="27258537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948</TotalTime>
  <Words>679</Words>
  <Application>Microsoft Office PowerPoint</Application>
  <PresentationFormat>Widescreen</PresentationFormat>
  <Paragraphs>80</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Wingdings</vt:lpstr>
      <vt:lpstr>Office Theme</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Sofia Sultana</dc:creator>
  <cp:lastModifiedBy>Aqsa</cp:lastModifiedBy>
  <cp:revision>242</cp:revision>
  <dcterms:created xsi:type="dcterms:W3CDTF">2024-06-21T09:49:54Z</dcterms:created>
  <dcterms:modified xsi:type="dcterms:W3CDTF">2025-03-13T04:12:44Z</dcterms:modified>
</cp:coreProperties>
</file>