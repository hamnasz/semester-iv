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2"/>
    <p:sldId id="259" r:id="rId3"/>
    <p:sldId id="257" r:id="rId4"/>
    <p:sldId id="267" r:id="rId5"/>
    <p:sldId id="266" r:id="rId6"/>
    <p:sldId id="258" r:id="rId7"/>
    <p:sldId id="262" r:id="rId8"/>
    <p:sldId id="263" r:id="rId9"/>
    <p:sldId id="264" r:id="rId10"/>
    <p:sldId id="265" r:id="rId11"/>
    <p:sldId id="268" r:id="rId12"/>
    <p:sldId id="260" r:id="rId13"/>
    <p:sldId id="274" r:id="rId14"/>
    <p:sldId id="275" r:id="rId15"/>
    <p:sldId id="276" r:id="rId16"/>
    <p:sldId id="269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4939B-EA7D-48EC-B0A1-1A08A10C28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254DB-CAF2-4CA8-9BB7-EE737E2AAC2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7344" y="2448878"/>
            <a:ext cx="6716050" cy="115316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bg1"/>
                </a:solidFill>
              </a:rPr>
              <a:t>Psychology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0224" y="3602038"/>
            <a:ext cx="8955024" cy="1153160"/>
          </a:xfrm>
        </p:spPr>
        <p:txBody>
          <a:bodyPr>
            <a:noAutofit/>
          </a:bodyPr>
          <a:lstStyle/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Memory  </a:t>
            </a:r>
            <a:endParaRPr lang="en-GB" sz="2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1158240" y="5331778"/>
            <a:ext cx="2828544" cy="719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23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460" y="2147888"/>
            <a:ext cx="5640946" cy="3880301"/>
          </a:xfrm>
        </p:spPr>
      </p:pic>
      <p:grpSp>
        <p:nvGrpSpPr>
          <p:cNvPr id="5" name="Group 4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1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33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 a type of information processing, is the capacity to store, encode, and retrieve information.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 the power to retain and recall information and past experiences.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individuals to recall and draw upon past events to frame their understanding of and behavior within the present.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053" y="7733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Encoding: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Initial learning of information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Storing: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Maintaining information over time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/ Retrieving: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Access information when you need it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Memory The persistence of learning over time through the storage and  retrieval of information. - ppt downloa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638" y="85694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major classifications of memory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Sensory memory, short-term memory, and long-term memory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1700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Sensory Memory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4196236" cy="441163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Sensory memories are stored for a few seconds at most. They come from the five senses: hearing, vision, touch, smell, and taste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 a mental representation of how environmental events look, sound, feel, smell and taste.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 descr="https://static.wixstatic.com/media/55bf93_cc995f7ac0094f0b9516b1c02df2a949~mv2_d_3000_3000_s_4_2.jpg/v1/fill/w_350,h_350,al_c,q_80,usm_0.66_1.00_0.01,enc_auto/55bf93_cc995f7ac0094f0b9516b1c02df2a949~mv2_d_3000_3000_s_4_2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412" y="1275008"/>
            <a:ext cx="5390865" cy="459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1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730" y="79974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Term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memory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capacity to store a small amount of information in mind and keep 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available for a short time.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short term memory brain involved in remembering pieces of information for a short period of time, often up to 30 seconds.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you to process and understand the information presented in real-time. 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694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memory is related to short-term memory, but it lasts slightly longer and is involved in the manipulation of information.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that used in the execution of cognitive tasks such as comprehension, problem solving, reasoning, and learning.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memory is important in attention, learning, and memory.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56" y="160270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7" y="1542480"/>
            <a:ext cx="5157787" cy="59933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Term Memory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325353"/>
            <a:ext cx="5157787" cy="386431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short-term memory is important for tasks such as remembering names, phone numbers, and other pieces of information that are needed.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99127"/>
            <a:ext cx="5183188" cy="54269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Memory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25353"/>
            <a:ext cx="5183188" cy="386431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academic and professional settings, working memory is essential for tasks such as problem-solving, decision-making, and multitasking,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3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730" y="82772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Term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Long-term memory refers 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transfer of information from short-term memory into long-term storage in order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creates long lasting memories.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memories can be from an hour ago or several decades ago.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memory can hold an unlimited amount of information for an indefinite period of time.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Long-Term Memory In Psychology: Types, Capacity &amp; Dur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326" y="1018903"/>
            <a:ext cx="6583679" cy="515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memories also known as declarative memories it include all of the memories that are available in consciousness.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memory can be further divided into episodic memory that are specific events and semantic memory known as knowledge about the world.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memory surround all unconscious memories, as well as certain abilities or skills.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implicit memory: procedural and emotional conditioning.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stages of memory - Sensory, Short-term, Long-ter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731" y="2477294"/>
            <a:ext cx="8884693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239169"/>
            <a:ext cx="3810000" cy="3524250"/>
          </a:xfrm>
        </p:spPr>
      </p:pic>
      <p:grpSp>
        <p:nvGrpSpPr>
          <p:cNvPr id="5" name="Group 4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1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652" y="74917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Affecting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Ability to retain: </a:t>
            </a:r>
            <a:r>
              <a:rPr lang="en-US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keep or continue to </a:t>
            </a:r>
            <a:r>
              <a:rPr lang="en-US" b="0" i="0" dirty="0" smtClean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something</a:t>
            </a: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health:</a:t>
            </a:r>
            <a:r>
              <a:rPr lang="en-US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person with good health can retain the learnt material better than a person with poor health.</a:t>
            </a:r>
            <a:endParaRPr lang="en-US" dirty="0">
              <a:solidFill>
                <a:srgbClr val="040C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of the learner:</a:t>
            </a:r>
            <a:r>
              <a:rPr lang="en-US" b="1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Youngsters can remember better than the aged.</a:t>
            </a:r>
            <a:endParaRPr lang="en-US" b="0" i="0" dirty="0">
              <a:solidFill>
                <a:srgbClr val="040C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Maturity:</a:t>
            </a:r>
            <a:r>
              <a:rPr lang="en-US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young children cannot retain and remember complex material.</a:t>
            </a:r>
          </a:p>
          <a:p>
            <a:r>
              <a:rPr lang="en-US" b="1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deprivation: </a:t>
            </a:r>
            <a:r>
              <a:rPr lang="en-US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deprivation can also negatively impact the prefrontal cortex resulting in a lack of focus and attention.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Intelligence:</a:t>
            </a:r>
            <a:r>
              <a:rPr lang="en-US" b="1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intelligent person will have better memory than a dull person.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Interest: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 person has more interest, 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 learn and retain better.</a:t>
            </a: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 learning: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will lead to better memory.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of learning: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Quicker learning leads to better retention.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772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To Improve Memory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 the information</a:t>
            </a:r>
          </a:p>
          <a:p>
            <a:r>
              <a:rPr lang="en-US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associations</a:t>
            </a:r>
            <a:endParaRPr lang="en-US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visual cues</a:t>
            </a:r>
          </a:p>
          <a:p>
            <a:r>
              <a:rPr lang="en-US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it down</a:t>
            </a:r>
            <a:endParaRPr lang="en-US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 it out loud</a:t>
            </a:r>
          </a:p>
          <a:p>
            <a:r>
              <a:rPr lang="en-US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 in active recall</a:t>
            </a:r>
          </a:p>
          <a:p>
            <a:r>
              <a:rPr 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meaningful groups</a:t>
            </a:r>
            <a:endParaRPr lang="en-US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  <a:endParaRPr lang="en-US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Rehearse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67192"/>
              <a:ext cx="1504919" cy="80510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Widescreen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Bahnschrift</vt:lpstr>
      <vt:lpstr>Calibri</vt:lpstr>
      <vt:lpstr>Calibri Light</vt:lpstr>
      <vt:lpstr>Times New Roman</vt:lpstr>
      <vt:lpstr>Office Theme</vt:lpstr>
      <vt:lpstr>Psychology</vt:lpstr>
      <vt:lpstr>Memory</vt:lpstr>
      <vt:lpstr>What is Memory</vt:lpstr>
      <vt:lpstr>Stages of Memory</vt:lpstr>
      <vt:lpstr>PowerPoint Presentation</vt:lpstr>
      <vt:lpstr>Types of Memory</vt:lpstr>
      <vt:lpstr>Sensory Memory</vt:lpstr>
      <vt:lpstr>Short Term Memory</vt:lpstr>
      <vt:lpstr>Working Memory</vt:lpstr>
      <vt:lpstr>PowerPoint Presentation</vt:lpstr>
      <vt:lpstr>Long Term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Factor Affecting Memory</vt:lpstr>
      <vt:lpstr>PowerPoint Presentation</vt:lpstr>
      <vt:lpstr>Method To Improve Memory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</dc:title>
  <dc:creator>SC</dc:creator>
  <cp:lastModifiedBy>Aqsa</cp:lastModifiedBy>
  <cp:revision>39</cp:revision>
  <dcterms:created xsi:type="dcterms:W3CDTF">2023-09-24T10:51:00Z</dcterms:created>
  <dcterms:modified xsi:type="dcterms:W3CDTF">2025-02-28T06:08:34Z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77A5FABF537548E2ADE170E53B7FFAEB_12</vt:lpwstr>
  </property>
  <property fmtid="{D5CDD505-2E9C-101B-9397-08002B2CF9AE}" pid="3" name="KSOProductBuildVer">
    <vt:lpwstr>1033-12.2.0.18586</vt:lpwstr>
  </property>
</Properties>
</file>