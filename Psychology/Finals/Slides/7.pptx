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57" r:id="rId3"/>
    <p:sldId id="258" r:id="rId4"/>
    <p:sldId id="261" r:id="rId5"/>
    <p:sldId id="259" r:id="rId6"/>
    <p:sldId id="262" r:id="rId7"/>
    <p:sldId id="270" r:id="rId8"/>
    <p:sldId id="265" r:id="rId9"/>
    <p:sldId id="260" r:id="rId10"/>
    <p:sldId id="266" r:id="rId11"/>
    <p:sldId id="263" r:id="rId12"/>
    <p:sldId id="264" r:id="rId13"/>
    <p:sldId id="271" r:id="rId14"/>
    <p:sldId id="267" r:id="rId15"/>
    <p:sldId id="268" r:id="rId16"/>
    <p:sldId id="269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79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-42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F6BAB-896E-436B-8247-C03C855764F3}" type="datetimeFigureOut">
              <a:rPr lang="en-US" smtClean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B914-189A-4207-AD7D-76405241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F6BAB-896E-436B-8247-C03C855764F3}" type="datetimeFigureOut">
              <a:rPr lang="en-US" smtClean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B914-189A-4207-AD7D-76405241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09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F6BAB-896E-436B-8247-C03C855764F3}" type="datetimeFigureOut">
              <a:rPr lang="en-US" smtClean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B914-189A-4207-AD7D-76405241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123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F6BAB-896E-436B-8247-C03C855764F3}" type="datetimeFigureOut">
              <a:rPr lang="en-US" smtClean="0"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B914-189A-4207-AD7D-76405241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935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F6BAB-896E-436B-8247-C03C855764F3}" type="datetimeFigureOut">
              <a:rPr lang="en-US" smtClean="0"/>
              <a:t>4/17/2025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B914-189A-4207-AD7D-76405241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86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F6BAB-896E-436B-8247-C03C855764F3}" type="datetimeFigureOut">
              <a:rPr lang="en-US" smtClean="0"/>
              <a:t>4/17/2025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B914-189A-4207-AD7D-76405241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064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F6BAB-896E-436B-8247-C03C855764F3}" type="datetimeFigureOut">
              <a:rPr lang="en-US" smtClean="0"/>
              <a:t>4/17/2025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B914-189A-4207-AD7D-76405241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49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F6BAB-896E-436B-8247-C03C855764F3}" type="datetimeFigureOut">
              <a:rPr lang="en-US" smtClean="0"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B914-189A-4207-AD7D-76405241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114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F6BAB-896E-436B-8247-C03C855764F3}" type="datetimeFigureOut">
              <a:rPr lang="en-US" smtClean="0"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B914-189A-4207-AD7D-76405241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33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F6BAB-896E-436B-8247-C03C855764F3}" type="datetimeFigureOut">
              <a:rPr lang="en-US" smtClean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B914-189A-4207-AD7D-76405241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089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F6BAB-896E-436B-8247-C03C855764F3}" type="datetimeFigureOut">
              <a:rPr lang="en-US" smtClean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6B914-189A-4207-AD7D-76405241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654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F6BAB-896E-436B-8247-C03C855764F3}" type="datetimeFigureOut">
              <a:rPr lang="en-US" smtClean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6B914-189A-4207-AD7D-76405241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30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6CD5F-621C-4899-B8C5-417BE3F1E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629" y="239698"/>
            <a:ext cx="7649653" cy="2408146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/>
            </a:r>
            <a:br>
              <a:rPr lang="en-US" dirty="0" smtClean="0"/>
            </a:b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124" y="3429000"/>
            <a:ext cx="10374923" cy="2901461"/>
          </a:xfrm>
        </p:spPr>
        <p:txBody>
          <a:bodyPr>
            <a:noAutofit/>
          </a:bodyPr>
          <a:lstStyle/>
          <a:p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Fakiha Shoukat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DA394B8-F89E-45AC-9E3F-FEC161BFAFAB}"/>
              </a:ext>
            </a:extLst>
          </p:cNvPr>
          <p:cNvSpPr txBox="1">
            <a:spLocks/>
          </p:cNvSpPr>
          <p:nvPr/>
        </p:nvSpPr>
        <p:spPr>
          <a:xfrm>
            <a:off x="907913" y="6166392"/>
            <a:ext cx="2800905" cy="68358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689324" y="239698"/>
            <a:ext cx="3611690" cy="361169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272716" y="2103835"/>
            <a:ext cx="125737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1"/>
            <a:r>
              <a:rPr lang="en-US" sz="6000" b="1" dirty="0" smtClean="0">
                <a:latin typeface="Arial" pitchFamily="34" charset="0"/>
                <a:cs typeface="Arial" pitchFamily="34" charset="0"/>
              </a:rPr>
              <a:t>Abnormal Psychology</a:t>
            </a:r>
            <a:endParaRPr lang="en-US" sz="60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873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218" name="Picture 2" descr="8 Examples of Abnormal Psychology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891" y="2245577"/>
            <a:ext cx="6019800" cy="331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006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 descr="A chemical imbalance doesn't explain depression. So what does?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144" y="1825625"/>
            <a:ext cx="773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11875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3477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Depression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Depression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common and serious medical illness that negatively affects how you feel, the way you think and how you act.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involves a depressed mood or loss of pleasure or interest in activities for long periods of time.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Depression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different from regular mood changes and feelings about everyday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life.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Depression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feelings of sadness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loss of interest in activities you once enjoyed.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Depression affects how you feel, think, and behave and can interfere with your ability to function and carry on with daily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life.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4962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Depression Types, Causes, Symptoms, Statistics, &amp; Treatmen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746" y="903519"/>
            <a:ext cx="4545720" cy="5829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0391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Depression | Psychology Tool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212" y="2096294"/>
            <a:ext cx="574357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9465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Stress, anxiety and depression – symptoms – dr.kumar psychologis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336797"/>
            <a:ext cx="5417127" cy="518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8446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Causes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3164"/>
            <a:ext cx="10515600" cy="5112327"/>
          </a:xfrm>
        </p:spPr>
        <p:txBody>
          <a:bodyPr>
            <a:no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Family history. </a:t>
            </a:r>
          </a:p>
          <a:p>
            <a:pPr lvl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Depression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run in families and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will be at an increased genetic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Personality.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may be more at risk of depression because of their personality.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Serious medical illness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and alcohol use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 events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in the brain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6312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Severe Depression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704" y="1825625"/>
            <a:ext cx="642659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161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Skills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 Yourself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Writing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Self-Image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Stick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Sleep Well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thinking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realistic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face-time a priority</a:t>
            </a: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0502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 descr="The Connection Between Depression and Anger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496" y="1825625"/>
            <a:ext cx="652700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58207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 descr="How to Cope with Depression | Depression Coping Tips | Priory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3392" y="1825625"/>
            <a:ext cx="604521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3569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Exploring the relationship between anxiety and depression: 3 Overlap of  symptoms between anxiety and depression and comorbidity with other  conditions - OpenLearn - Open University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565" y="1984511"/>
            <a:ext cx="6969176" cy="4423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0125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Schizophrenia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Schizophrenia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 a serious mental illness that affects how a person thinks, feels, and behaves.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People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schizophrenia may seem like they have lost touch with reality, which can be distressing for them and for their family and friends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ymptoms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include delusions, hallucinations, disorganized speech, trouble with thinking and lack of motivation. </a:t>
            </a: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4753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Signs and Symptoms of Schizophreni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830" y="1484385"/>
            <a:ext cx="7184339" cy="4789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3134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Childhood D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isorders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Autism Spectrum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Disorder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Disability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ADHD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Learning Disability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6023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Autism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Spectrum Disorder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Autism spectrum disorder (ASD) is a developmental disability caused by differences in the brain.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People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ASD often have problems with social communication and interaction, and restricted or repetitive behaviors or interests.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People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ASD may also have different ways of learning, moving, or paying attention.</a:t>
            </a: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7970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Signs &amp; Symptoms Of Autism | Early signs, identifying &amp; advice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764" y="767954"/>
            <a:ext cx="4521344" cy="5949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0918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Autism: Coping, Support, and Living Well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493621"/>
            <a:ext cx="7295176" cy="486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2540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Disability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disability is a term used when there are limits to a person's ability to learn at an expected level and function in daily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life.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intellectual disability vary greatly in children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disability can be caused by a problem that starts any time before a child turns 18 years old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birth.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caused by injury, disease, or a problem in the brain.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children, the cause of their intellectual disability is not known. </a:t>
            </a: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717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many signs of intellectual disability. For example, children with intellectual disability may: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up, crawl, or walk later than other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children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talk later, or have trouble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speaking</a:t>
            </a:r>
          </a:p>
          <a:p>
            <a:pPr lvl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hard to remember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things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 understanding social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 seeing the results of their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 solving problems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168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Treatment | Intellectual Disability Mental Health Connec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545" y="772341"/>
            <a:ext cx="6949759" cy="584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74209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ADHD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deficit hyperactivity disorder (ADHD) is one of the most common neurodevelopmental disorders of childhood.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usually first diagnosed in childhood and often lasts into adulthood.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Children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ADHD may have trouble paying attention, controlling impulsive behaviors (may act without thinking about what the result will be), or be overly active.</a:t>
            </a: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349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What Are ADHD Symptoms and How Do They Affects People?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496" y="1825625"/>
            <a:ext cx="652700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8177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Signs and Symptoms of ADHD in Children and Adults - Calmerry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425" y="651355"/>
            <a:ext cx="5123149" cy="6151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9070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ADHD (for Parents) - Nemours KidsHealth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545" y="2080888"/>
            <a:ext cx="7074910" cy="3972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4494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Learning Disabilities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8240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Learning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Disabilities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 to a group of specific lifelong cognitive impairments identified through the unexpected underachievement in a range of learning processes involving the skills of listening, speaking, spelling, written expression, mathematics, understanding, or reading including decoding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comprehension.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39770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signs that a person may have learning disabilities include the following: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reading and/or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writing.</a:t>
            </a:r>
          </a:p>
          <a:p>
            <a:pPr lvl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math.</a:t>
            </a:r>
          </a:p>
          <a:p>
            <a:pPr lvl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Poor memory.</a:t>
            </a:r>
          </a:p>
          <a:p>
            <a:pPr lvl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paying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attention.</a:t>
            </a:r>
          </a:p>
          <a:p>
            <a:pPr lvl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Trouble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directions.</a:t>
            </a:r>
          </a:p>
          <a:p>
            <a:pPr lvl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Trouble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telling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time.</a:t>
            </a:r>
          </a:p>
          <a:p>
            <a:pPr lvl="1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staying organized.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7061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649</Words>
  <Application>Microsoft Office PowerPoint</Application>
  <PresentationFormat>Widescreen</PresentationFormat>
  <Paragraphs>120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Office Theme</vt:lpstr>
      <vt:lpstr> </vt:lpstr>
      <vt:lpstr>PowerPoint Presentation</vt:lpstr>
      <vt:lpstr>PowerPoint Presentation</vt:lpstr>
      <vt:lpstr>Depression</vt:lpstr>
      <vt:lpstr>PowerPoint Presentation</vt:lpstr>
      <vt:lpstr>PowerPoint Presentation</vt:lpstr>
      <vt:lpstr>PowerPoint Presentation</vt:lpstr>
      <vt:lpstr>Causes</vt:lpstr>
      <vt:lpstr>PowerPoint Presentation</vt:lpstr>
      <vt:lpstr>Management Skills</vt:lpstr>
      <vt:lpstr>PowerPoint Presentation</vt:lpstr>
      <vt:lpstr>PowerPoint Presentation</vt:lpstr>
      <vt:lpstr>PowerPoint Presentation</vt:lpstr>
      <vt:lpstr>Schizophrenia</vt:lpstr>
      <vt:lpstr>PowerPoint Presentation</vt:lpstr>
      <vt:lpstr>Childhood Disorders</vt:lpstr>
      <vt:lpstr>Autism Spectrum Disorder</vt:lpstr>
      <vt:lpstr>PowerPoint Presentation</vt:lpstr>
      <vt:lpstr>PowerPoint Presentation</vt:lpstr>
      <vt:lpstr>Intellectual Disability</vt:lpstr>
      <vt:lpstr>PowerPoint Presentation</vt:lpstr>
      <vt:lpstr>PowerPoint Presentation</vt:lpstr>
      <vt:lpstr>ADHD</vt:lpstr>
      <vt:lpstr>PowerPoint Presentation</vt:lpstr>
      <vt:lpstr>PowerPoint Presentation</vt:lpstr>
      <vt:lpstr>PowerPoint Presentation</vt:lpstr>
      <vt:lpstr>Specific Learning Disabilities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Aiman Ejaz</dc:creator>
  <cp:lastModifiedBy>fakiha Shoukat</cp:lastModifiedBy>
  <cp:revision>30</cp:revision>
  <dcterms:created xsi:type="dcterms:W3CDTF">2023-11-01T09:47:50Z</dcterms:created>
  <dcterms:modified xsi:type="dcterms:W3CDTF">2025-04-17T06:43:05Z</dcterms:modified>
</cp:coreProperties>
</file>