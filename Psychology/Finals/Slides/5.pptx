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9" r:id="rId2"/>
    <p:sldId id="258" r:id="rId3"/>
    <p:sldId id="259" r:id="rId4"/>
    <p:sldId id="262" r:id="rId5"/>
    <p:sldId id="265" r:id="rId6"/>
    <p:sldId id="263" r:id="rId7"/>
    <p:sldId id="260" r:id="rId8"/>
    <p:sldId id="264" r:id="rId9"/>
    <p:sldId id="261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-42" y="4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4552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397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15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211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69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719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080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040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710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4483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0266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27B88E-9E0F-4986-A604-08774F0F9422}" type="datetimeFigureOut">
              <a:rPr lang="en-US" smtClean="0"/>
              <a:t>4/17/2025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EB7FA7-430F-4870-9F8F-10A49D7A7C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02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../media/image4.png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BEF21E1-2D98-4671-AEAF-A201BC9C40D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46CD5F-621C-4899-B8C5-417BE3F1EC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629" y="239698"/>
            <a:ext cx="7649653" cy="2408146"/>
          </a:xfrm>
        </p:spPr>
        <p:txBody>
          <a:bodyPr>
            <a:normAutofit/>
          </a:bodyPr>
          <a:lstStyle/>
          <a:p>
            <a:pPr lvl="0"/>
            <a:r>
              <a:rPr lang="en-US" dirty="0" smtClean="0"/>
              <a:t/>
            </a:r>
            <a:br>
              <a:rPr lang="en-US" dirty="0" smtClean="0"/>
            </a:br>
            <a:endParaRPr lang="en-GB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06DBB-5AF5-48F8-9377-D0A0ACE9B1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5124" y="3429000"/>
            <a:ext cx="10374923" cy="2901461"/>
          </a:xfrm>
        </p:spPr>
        <p:txBody>
          <a:bodyPr>
            <a:noAutofit/>
          </a:bodyPr>
          <a:lstStyle/>
          <a:p>
            <a:r>
              <a:rPr lang="en-US" sz="1800" b="1" dirty="0" err="1" smtClean="0">
                <a:latin typeface="Arial" panose="020B0604020202020204" pitchFamily="34" charset="0"/>
                <a:cs typeface="Arial" panose="020B0604020202020204" pitchFamily="34" charset="0"/>
              </a:rPr>
              <a:t>Ms</a:t>
            </a:r>
            <a:r>
              <a:rPr lang="en-US" sz="1800" b="1" dirty="0" smtClean="0">
                <a:latin typeface="Arial" panose="020B0604020202020204" pitchFamily="34" charset="0"/>
                <a:cs typeface="Arial" panose="020B0604020202020204" pitchFamily="34" charset="0"/>
              </a:rPr>
              <a:t> Fakiha Shoukat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DA394B8-F89E-45AC-9E3F-FEC161BFAFAB}"/>
              </a:ext>
            </a:extLst>
          </p:cNvPr>
          <p:cNvSpPr txBox="1">
            <a:spLocks/>
          </p:cNvSpPr>
          <p:nvPr/>
        </p:nvSpPr>
        <p:spPr>
          <a:xfrm>
            <a:off x="907913" y="6166392"/>
            <a:ext cx="2800905" cy="683582"/>
          </a:xfrm>
          <a:prstGeom prst="rect">
            <a:avLst/>
          </a:prstGeom>
          <a:noFill/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en-GB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1C869FE1-C1C4-48A8-AA9E-99CAE025BE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689324" y="239698"/>
            <a:ext cx="3611690" cy="361169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-272716" y="2103835"/>
            <a:ext cx="1257372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1"/>
            <a:r>
              <a:rPr lang="en-US" sz="6000" b="1" dirty="0" smtClean="0">
                <a:latin typeface="Arial" pitchFamily="34" charset="0"/>
                <a:cs typeface="Arial" pitchFamily="34" charset="0"/>
              </a:rPr>
              <a:t>Stress </a:t>
            </a:r>
            <a:endParaRPr lang="en-US" sz="6000" b="1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1404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 descr="Dealing with Stress: Know the Hidden Symptoms | Cedars-Sinai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0918" y="1588007"/>
            <a:ext cx="7890163" cy="4931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89349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can be defined as a state of worry or mental tension caused by a difficult situation.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natural human response that prompts us to address challenges and threats in our lives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Stress is how we react when we feel under pressure or threatened.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usually happens when we are in a situation that we don't feel we can manage or control.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When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experience stress, it can be as: An individual, for example when you have lots of responsibilities that you are struggling to manage.</a:t>
            </a: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325669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Symptoms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breathing.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Panic attacks.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Blurred eyesight or sore eyes.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Sleep problems.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Fatigue.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Muscle aches and headaches.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Chest pains and high blood pressure.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Indigestion or heartburn.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018544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Signs and symptoms of stress | Royal College of Nursing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3200" y="817419"/>
            <a:ext cx="6248399" cy="6040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260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ypes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stress results from your body’s reaction to a new or challenging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situation.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Acute stress is classified as short-term. Usually, emotions and the body return to their normal state relatively soon.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Episodic acute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Episodic acute stress is when acute stresses happen on a frequent basis. This can be because of repeatedly tight work deadlines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stress: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Chronic stress is the result of stressors that continue for a long period of time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type of stress feels never-ending. We often have difficulty seeing any way to improve or change the situation that is the cause of our chronic stress.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971127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Causes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Feel under lots of pressure.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 big changes in your life.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worried about something.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have much or any control over the outcome of a situation.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Have responsibilities that you find overwhelming.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Don't have enough work, activities or change in your life.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Experience discrimination, hate or abuse.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38408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8" name="Picture 4" descr="Stress Management Techniques to Control Eczema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5108" y="1825625"/>
            <a:ext cx="580178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86367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tress </a:t>
            </a:r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sz="4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anagement</a:t>
            </a:r>
            <a:endParaRPr lang="en-US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mindfulness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Try therapy and coaching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management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 time in nature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Eat healthily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Spend time with friends and family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5384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20 Stress Management Techniques: Your Guide to Stress-Management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290959" y="1825625"/>
            <a:ext cx="7610082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8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10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43832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 descr="Stress &amp; Anxiety: Understanding the Difference – Pure Essence Labs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6346" y="628361"/>
            <a:ext cx="8328251" cy="59012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671995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What Is Stress Or Anxiety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8727" y="650696"/>
            <a:ext cx="5805100" cy="59973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Title 3">
            <a:extLst>
              <a:ext uri="{FF2B5EF4-FFF2-40B4-BE49-F238E27FC236}">
                <a16:creationId xmlns:a16="http://schemas.microsoft.com/office/drawing/2014/main" id="{2CF01162-D0B6-4CEC-B999-30B23E8FE853}"/>
              </a:ext>
            </a:extLst>
          </p:cNvPr>
          <p:cNvGrpSpPr>
            <a:grpSpLocks noGrp="1"/>
          </p:cNvGrpSpPr>
          <p:nvPr/>
        </p:nvGrpSpPr>
        <p:grpSpPr>
          <a:xfrm>
            <a:off x="0" y="0"/>
            <a:ext cx="12730349" cy="784611"/>
            <a:chOff x="0" y="0"/>
            <a:chExt cx="12749348" cy="1115736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CE332D8-FEE8-4AD2-B9E4-EC25C85A6F47}"/>
                </a:ext>
              </a:extLst>
            </p:cNvPr>
            <p:cNvSpPr/>
            <p:nvPr/>
          </p:nvSpPr>
          <p:spPr>
            <a:xfrm>
              <a:off x="0" y="0"/>
              <a:ext cx="12192000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x-none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F868DCA-0E35-467D-A281-E7D4A2A332BD}"/>
                </a:ext>
              </a:extLst>
            </p:cNvPr>
            <p:cNvSpPr txBox="1"/>
            <p:nvPr/>
          </p:nvSpPr>
          <p:spPr>
            <a:xfrm>
              <a:off x="10719753" y="696917"/>
              <a:ext cx="1619033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dirty="0" err="1">
                  <a:solidFill>
                    <a:schemeClr val="bg1"/>
                  </a:solidFill>
                </a:rPr>
                <a:t>unioffaisalabad</a:t>
              </a:r>
              <a:endParaRPr lang="x-none" sz="1100" dirty="0">
                <a:solidFill>
                  <a:schemeClr val="bg1"/>
                </a:solidFill>
              </a:endParaRPr>
            </a:p>
          </p:txBody>
        </p:sp>
        <p:pic>
          <p:nvPicPr>
            <p:cNvPr id="7" name="Graphic 14">
              <a:extLst>
                <a:ext uri="{FF2B5EF4-FFF2-40B4-BE49-F238E27FC236}">
                  <a16:creationId xmlns:a16="http://schemas.microsoft.com/office/drawing/2014/main" id="{71F90180-E346-4AF9-B3BC-F4B7007B4E0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9906056" y="403986"/>
              <a:ext cx="261610" cy="26161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0627AB0-0949-4DC3-9D55-6721F0EAD02C}"/>
                </a:ext>
              </a:extLst>
            </p:cNvPr>
            <p:cNvSpPr txBox="1"/>
            <p:nvPr/>
          </p:nvSpPr>
          <p:spPr>
            <a:xfrm>
              <a:off x="10142944" y="350125"/>
              <a:ext cx="260640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x-none" dirty="0">
                  <a:solidFill>
                    <a:schemeClr val="bg1"/>
                  </a:solidFill>
                </a:rPr>
                <a:t>w</a:t>
              </a:r>
              <a:r>
                <a:rPr lang="en-US" dirty="0">
                  <a:solidFill>
                    <a:schemeClr val="bg1"/>
                  </a:solidFill>
                </a:rPr>
                <a:t>w</a:t>
              </a:r>
              <a:r>
                <a:rPr lang="x-none" dirty="0">
                  <a:solidFill>
                    <a:schemeClr val="bg1"/>
                  </a:solidFill>
                </a:rPr>
                <a:t>w.</a:t>
              </a:r>
              <a:r>
                <a:rPr lang="en-US" dirty="0">
                  <a:solidFill>
                    <a:schemeClr val="bg1"/>
                  </a:solidFill>
                </a:rPr>
                <a:t>t</a:t>
              </a:r>
              <a:r>
                <a:rPr lang="x-none" dirty="0">
                  <a:solidFill>
                    <a:schemeClr val="bg1"/>
                  </a:solidFill>
                </a:rPr>
                <a:t>u</a:t>
              </a:r>
              <a:r>
                <a:rPr lang="en-US" dirty="0">
                  <a:solidFill>
                    <a:schemeClr val="bg1"/>
                  </a:solidFill>
                </a:rPr>
                <a:t>f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e</a:t>
              </a:r>
              <a:r>
                <a:rPr lang="x-none" dirty="0">
                  <a:solidFill>
                    <a:schemeClr val="bg1"/>
                  </a:solidFill>
                </a:rPr>
                <a:t>d</a:t>
              </a:r>
              <a:r>
                <a:rPr lang="en-US" dirty="0">
                  <a:solidFill>
                    <a:schemeClr val="bg1"/>
                  </a:solidFill>
                </a:rPr>
                <a:t>u</a:t>
              </a:r>
              <a:r>
                <a:rPr lang="x-none" dirty="0">
                  <a:solidFill>
                    <a:schemeClr val="bg1"/>
                  </a:solidFill>
                </a:rPr>
                <a:t>.</a:t>
              </a:r>
              <a:r>
                <a:rPr lang="en-US" dirty="0">
                  <a:solidFill>
                    <a:schemeClr val="bg1"/>
                  </a:solidFill>
                </a:rPr>
                <a:t>p</a:t>
              </a:r>
              <a:r>
                <a:rPr lang="x-none" dirty="0">
                  <a:solidFill>
                    <a:schemeClr val="bg1"/>
                  </a:solidFill>
                </a:rPr>
                <a:t>k</a:t>
              </a:r>
            </a:p>
          </p:txBody>
        </p:sp>
        <p:pic>
          <p:nvPicPr>
            <p:cNvPr id="9" name="Graphic 16">
              <a:extLst>
                <a:ext uri="{FF2B5EF4-FFF2-40B4-BE49-F238E27FC236}">
                  <a16:creationId xmlns:a16="http://schemas.microsoft.com/office/drawing/2014/main" id="{A532177C-F5A5-41C6-B8EF-E6DA142B5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lc="http://schemas.openxmlformats.org/drawingml/2006/lockedCanvas"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10591033" y="741997"/>
              <a:ext cx="171450" cy="17145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85A7425-75D1-4518-8891-A639DA0C4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53170" y="749176"/>
              <a:ext cx="171451" cy="171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623559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348</Words>
  <Application>Microsoft Office PowerPoint</Application>
  <PresentationFormat>Widescreen</PresentationFormat>
  <Paragraphs>60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Office Theme</vt:lpstr>
      <vt:lpstr> </vt:lpstr>
      <vt:lpstr>PowerPoint Presentation</vt:lpstr>
      <vt:lpstr>PowerPoint Presentation</vt:lpstr>
      <vt:lpstr>Symptoms</vt:lpstr>
      <vt:lpstr>PowerPoint Presentation</vt:lpstr>
      <vt:lpstr>Types</vt:lpstr>
      <vt:lpstr>Causes</vt:lpstr>
      <vt:lpstr>PowerPoint Presentation</vt:lpstr>
      <vt:lpstr>Stress Management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Aiman Ejaz</dc:creator>
  <cp:lastModifiedBy>fakiha Shoukat</cp:lastModifiedBy>
  <cp:revision>14</cp:revision>
  <dcterms:created xsi:type="dcterms:W3CDTF">2023-11-01T09:47:05Z</dcterms:created>
  <dcterms:modified xsi:type="dcterms:W3CDTF">2025-04-17T06:51:17Z</dcterms:modified>
</cp:coreProperties>
</file>