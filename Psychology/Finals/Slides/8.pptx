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-4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420F-2B56-4410-81F2-84929824917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A1F8-1E38-405B-889A-2D1656CCA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455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420F-2B56-4410-81F2-84929824917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A1F8-1E38-405B-889A-2D1656CCA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798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420F-2B56-4410-81F2-84929824917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A1F8-1E38-405B-889A-2D1656CCA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420F-2B56-4410-81F2-84929824917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A1F8-1E38-405B-889A-2D1656CCA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65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420F-2B56-4410-81F2-84929824917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A1F8-1E38-405B-889A-2D1656CCA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51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420F-2B56-4410-81F2-84929824917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A1F8-1E38-405B-889A-2D1656CCA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07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420F-2B56-4410-81F2-84929824917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A1F8-1E38-405B-889A-2D1656CCA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52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420F-2B56-4410-81F2-84929824917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A1F8-1E38-405B-889A-2D1656CCA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49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420F-2B56-4410-81F2-84929824917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A1F8-1E38-405B-889A-2D1656CCA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740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420F-2B56-4410-81F2-84929824917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A1F8-1E38-405B-889A-2D1656CCA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42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420F-2B56-4410-81F2-84929824917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A1F8-1E38-405B-889A-2D1656CCA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16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3420F-2B56-4410-81F2-84929824917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3A1F8-1E38-405B-889A-2D1656CCA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629" y="239698"/>
            <a:ext cx="7649653" cy="2408146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124" y="3429000"/>
            <a:ext cx="10374923" cy="2901461"/>
          </a:xfrm>
        </p:spPr>
        <p:txBody>
          <a:bodyPr>
            <a:noAutofit/>
          </a:bodyPr>
          <a:lstStyle/>
          <a:p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Fakiha Shoukat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DA394B8-F89E-45AC-9E3F-FEC161BFAFAB}"/>
              </a:ext>
            </a:extLst>
          </p:cNvPr>
          <p:cNvSpPr txBox="1">
            <a:spLocks/>
          </p:cNvSpPr>
          <p:nvPr/>
        </p:nvSpPr>
        <p:spPr>
          <a:xfrm>
            <a:off x="907913" y="6166392"/>
            <a:ext cx="2800905" cy="68358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689324" y="239698"/>
            <a:ext cx="3611690" cy="36116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272716" y="2103835"/>
            <a:ext cx="125737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1"/>
            <a:r>
              <a:rPr lang="en-US" sz="6000" b="1" dirty="0" smtClean="0">
                <a:latin typeface="Arial" pitchFamily="34" charset="0"/>
                <a:cs typeface="Arial" pitchFamily="34" charset="0"/>
              </a:rPr>
              <a:t>Therapy  </a:t>
            </a:r>
            <a:endParaRPr lang="en-US" sz="60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6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What is Therapy? | Your Guide to Psychotherapy | TherapyRout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272" y="2000250"/>
            <a:ext cx="5461739" cy="408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0578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Behavioral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herapy (CBT)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therapy (CBT) is a type of psychotherapy.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help you to change unhelpful or unhealthy ways of thinking, feeling and behaving.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CBT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practical self-help strategies.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designed to immediately improve your quality of life. CBT can be an effective way to treat depression and anxiety.</a:t>
            </a: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5765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What is CBT? | McGovern Medical School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0396" y="1835610"/>
            <a:ext cx="7231207" cy="437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6002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Easy Steps to Changing Your Thinking Using Cognitive Behavioral Therapy (CBT)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One – Make A List.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Two – Record Unproductive Thoughts.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Three – Create Replacement Thoughts.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Four – Read Your List Often.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Five – Notice And Replace.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596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Therapy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therapy is an umbrella term for types of therapy that treat mental health disorders.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It's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idea that all behaviors are learned and that behaviors can be changed.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of therapy looks to identify and help change potentially self-destructive or unhealthy behaviors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“3 C's” which is a formalized process for doing both the above techniques (Catch it, Check it, Change it).</a:t>
            </a: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9578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problem.</a:t>
            </a: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investigating what the problem is and its history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Techniques.</a:t>
            </a: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identifying and developing strategies that will assist in the change process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the Plan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Progress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the Process.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8737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Psychodrama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Psychodrama is a structured form of therapy in which a person dramatizes a personal problem or conflict, usually in front of a group of other therapy participants.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participants usually take part in the drama, though each performance focuses on a single person's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concerns.</a:t>
            </a:r>
          </a:p>
          <a:p>
            <a:r>
              <a:rPr lang="en-US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basic components of a psychodrama session: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Warm-Up Phase.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Action Phase.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Sharing Phase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0081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Family Therapy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therapy is a form of talk therapy that focuses on the improvement of relationships among family members.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also help treat specific mental health or behavioral conditions, such as substance use disorder or oppositional defiant disorder.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therapy can involve any combination of family members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 goals of family therapy are improving the communication, solving family problems, understanding and handling special family situations, and creating a better functioning home environment. </a:t>
            </a: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4961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235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 </vt:lpstr>
      <vt:lpstr>PowerPoint Presentation</vt:lpstr>
      <vt:lpstr>Cognitive Behavioral Therapy (CBT)</vt:lpstr>
      <vt:lpstr>PowerPoint Presentation</vt:lpstr>
      <vt:lpstr>PowerPoint Presentation</vt:lpstr>
      <vt:lpstr>Behavioral Therapy</vt:lpstr>
      <vt:lpstr>PowerPoint Presentation</vt:lpstr>
      <vt:lpstr>Psychodrama</vt:lpstr>
      <vt:lpstr>Family Therapy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Aiman Ejaz</dc:creator>
  <cp:lastModifiedBy>fakiha Shoukat</cp:lastModifiedBy>
  <cp:revision>7</cp:revision>
  <dcterms:created xsi:type="dcterms:W3CDTF">2023-12-04T03:26:46Z</dcterms:created>
  <dcterms:modified xsi:type="dcterms:W3CDTF">2025-04-17T06:50:59Z</dcterms:modified>
</cp:coreProperties>
</file>