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5" r:id="rId2"/>
    <p:sldId id="258" r:id="rId3"/>
    <p:sldId id="273" r:id="rId4"/>
    <p:sldId id="259" r:id="rId5"/>
    <p:sldId id="274" r:id="rId6"/>
    <p:sldId id="264" r:id="rId7"/>
    <p:sldId id="260" r:id="rId8"/>
    <p:sldId id="272" r:id="rId9"/>
    <p:sldId id="271" r:id="rId10"/>
    <p:sldId id="261" r:id="rId11"/>
    <p:sldId id="268" r:id="rId12"/>
    <p:sldId id="267" r:id="rId13"/>
    <p:sldId id="270" r:id="rId14"/>
    <p:sldId id="26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-42" y="4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D4DE998-8A9B-4A60-9A27-DC1180A1362A}" type="doc">
      <dgm:prSet loTypeId="urn:microsoft.com/office/officeart/2005/8/layout/hList6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85E7112-969A-4935-9FDA-B980AE5B7D2D}">
      <dgm:prSet phldrT="[Text]" custT="1"/>
      <dgm:spPr/>
      <dgm:t>
        <a:bodyPr/>
        <a:lstStyle/>
        <a:p>
          <a:r>
            <a:rPr lang="en-US" sz="2400" b="1" i="0" dirty="0">
              <a:latin typeface="Times New Roman" panose="02020603050405020304" pitchFamily="18" charset="0"/>
              <a:cs typeface="Times New Roman" panose="02020603050405020304" pitchFamily="18" charset="0"/>
            </a:rPr>
            <a:t>Achievement</a:t>
          </a:r>
          <a:endParaRPr lang="en-US" sz="1800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306B63E-1918-44DB-B336-4B35664A7B85}" type="parTrans" cxnId="{99B206D5-5954-45D2-8A89-CE1BABA91F46}">
      <dgm:prSet/>
      <dgm:spPr/>
      <dgm:t>
        <a:bodyPr/>
        <a:lstStyle/>
        <a:p>
          <a:endParaRPr lang="en-US"/>
        </a:p>
      </dgm:t>
    </dgm:pt>
    <dgm:pt modelId="{B9636FAB-5784-4408-8F69-4FD458450B71}" type="sibTrans" cxnId="{99B206D5-5954-45D2-8A89-CE1BABA91F46}">
      <dgm:prSet/>
      <dgm:spPr/>
      <dgm:t>
        <a:bodyPr/>
        <a:lstStyle/>
        <a:p>
          <a:endParaRPr lang="en-US"/>
        </a:p>
      </dgm:t>
    </dgm:pt>
    <dgm:pt modelId="{1F6757EB-A277-4215-9F3D-5C6774DD832D}">
      <dgm:prSet phldrT="[Text]" custT="1"/>
      <dgm:spPr/>
      <dgm:t>
        <a:bodyPr/>
        <a:lstStyle/>
        <a:p>
          <a:r>
            <a:rPr lang="en-US" sz="1800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Has a strong need to set and accomplish challenging goals.</a:t>
          </a:r>
          <a:endParaRPr lang="en-US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BDE8CBB-2C47-4110-9E4B-450D13136329}" type="parTrans" cxnId="{77B511FC-77A6-4E55-BC78-3A6217D0AB05}">
      <dgm:prSet/>
      <dgm:spPr/>
      <dgm:t>
        <a:bodyPr/>
        <a:lstStyle/>
        <a:p>
          <a:endParaRPr lang="en-US"/>
        </a:p>
      </dgm:t>
    </dgm:pt>
    <dgm:pt modelId="{57C6578B-3343-4CF4-9C84-4DEF27674BD6}" type="sibTrans" cxnId="{77B511FC-77A6-4E55-BC78-3A6217D0AB05}">
      <dgm:prSet/>
      <dgm:spPr/>
      <dgm:t>
        <a:bodyPr/>
        <a:lstStyle/>
        <a:p>
          <a:endParaRPr lang="en-US"/>
        </a:p>
      </dgm:t>
    </dgm:pt>
    <dgm:pt modelId="{BB49AA30-5DC6-4BEE-AF9D-21A899CBEE06}">
      <dgm:prSet phldrT="[Text]" custT="1"/>
      <dgm:spPr/>
      <dgm:t>
        <a:bodyPr/>
        <a:lstStyle/>
        <a:p>
          <a:r>
            <a:rPr lang="en-US" sz="2400" b="1" i="0" dirty="0">
              <a:latin typeface="Times New Roman" panose="02020603050405020304" pitchFamily="18" charset="0"/>
              <a:cs typeface="Times New Roman" panose="02020603050405020304" pitchFamily="18" charset="0"/>
            </a:rPr>
            <a:t>Affiliation</a:t>
          </a:r>
          <a:endParaRPr lang="en-US" sz="2200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7CF4317-D7E7-4011-8C04-0CCEFD2D56FB}" type="parTrans" cxnId="{E13AD16E-2C85-4862-BDAD-00362F7FA6B1}">
      <dgm:prSet/>
      <dgm:spPr/>
      <dgm:t>
        <a:bodyPr/>
        <a:lstStyle/>
        <a:p>
          <a:endParaRPr lang="en-US"/>
        </a:p>
      </dgm:t>
    </dgm:pt>
    <dgm:pt modelId="{D4B42DB7-0583-42EE-89C9-55D1A82B691F}" type="sibTrans" cxnId="{E13AD16E-2C85-4862-BDAD-00362F7FA6B1}">
      <dgm:prSet/>
      <dgm:spPr/>
      <dgm:t>
        <a:bodyPr/>
        <a:lstStyle/>
        <a:p>
          <a:endParaRPr lang="en-US"/>
        </a:p>
      </dgm:t>
    </dgm:pt>
    <dgm:pt modelId="{CDE37A79-497C-4B85-A8CF-F710F03493C6}">
      <dgm:prSet phldrT="[Text]" custT="1"/>
      <dgm:spPr/>
      <dgm:t>
        <a:bodyPr/>
        <a:lstStyle/>
        <a:p>
          <a:r>
            <a:rPr lang="en-US" sz="1800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Wants to belong to the group.</a:t>
          </a:r>
          <a:endParaRPr lang="en-US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5E35554-1B9E-4626-9D2A-7C32CA748756}" type="parTrans" cxnId="{F7C191D6-4A5D-4FED-82D6-E66C89751901}">
      <dgm:prSet/>
      <dgm:spPr/>
      <dgm:t>
        <a:bodyPr/>
        <a:lstStyle/>
        <a:p>
          <a:endParaRPr lang="en-US"/>
        </a:p>
      </dgm:t>
    </dgm:pt>
    <dgm:pt modelId="{69D7CBA7-1054-45E4-A0FB-EFD971588530}" type="sibTrans" cxnId="{F7C191D6-4A5D-4FED-82D6-E66C89751901}">
      <dgm:prSet/>
      <dgm:spPr/>
      <dgm:t>
        <a:bodyPr/>
        <a:lstStyle/>
        <a:p>
          <a:endParaRPr lang="en-US"/>
        </a:p>
      </dgm:t>
    </dgm:pt>
    <dgm:pt modelId="{0838531A-8627-4736-8BC4-1E26F9773CFA}">
      <dgm:prSet phldrT="[Text]" custT="1"/>
      <dgm:spPr/>
      <dgm:t>
        <a:bodyPr/>
        <a:lstStyle/>
        <a:p>
          <a:r>
            <a:rPr lang="en-US" sz="2400" b="1" i="0" dirty="0">
              <a:latin typeface="Times New Roman" panose="02020603050405020304" pitchFamily="18" charset="0"/>
              <a:cs typeface="Times New Roman" panose="02020603050405020304" pitchFamily="18" charset="0"/>
            </a:rPr>
            <a:t>Power</a:t>
          </a:r>
          <a:endParaRPr lang="en-US" sz="2400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4CE9E76-1228-481A-B186-09157B6C91B9}" type="parTrans" cxnId="{106611B6-BE95-41B2-918C-F026A5BEFCD9}">
      <dgm:prSet/>
      <dgm:spPr/>
      <dgm:t>
        <a:bodyPr/>
        <a:lstStyle/>
        <a:p>
          <a:endParaRPr lang="en-US"/>
        </a:p>
      </dgm:t>
    </dgm:pt>
    <dgm:pt modelId="{2D572E47-346D-4F16-A000-5228042D691A}" type="sibTrans" cxnId="{106611B6-BE95-41B2-918C-F026A5BEFCD9}">
      <dgm:prSet/>
      <dgm:spPr/>
      <dgm:t>
        <a:bodyPr/>
        <a:lstStyle/>
        <a:p>
          <a:endParaRPr lang="en-US"/>
        </a:p>
      </dgm:t>
    </dgm:pt>
    <dgm:pt modelId="{65A50B07-35B1-48C2-8B5C-671C57727375}">
      <dgm:prSet phldrT="[Text]" custT="1"/>
      <dgm:spPr/>
      <dgm:t>
        <a:bodyPr/>
        <a:lstStyle/>
        <a:p>
          <a:r>
            <a:rPr lang="en-US" sz="1800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Wants to control and influence others.</a:t>
          </a:r>
          <a:endParaRPr lang="en-US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3840D3C-E075-448F-A973-CD698A09C5C8}" type="parTrans" cxnId="{701FF030-1879-44DC-9258-A3723030EABB}">
      <dgm:prSet/>
      <dgm:spPr/>
      <dgm:t>
        <a:bodyPr/>
        <a:lstStyle/>
        <a:p>
          <a:endParaRPr lang="en-US"/>
        </a:p>
      </dgm:t>
    </dgm:pt>
    <dgm:pt modelId="{F6179E79-747D-43AD-BA23-26C4C3040EE5}" type="sibTrans" cxnId="{701FF030-1879-44DC-9258-A3723030EABB}">
      <dgm:prSet/>
      <dgm:spPr/>
      <dgm:t>
        <a:bodyPr/>
        <a:lstStyle/>
        <a:p>
          <a:endParaRPr lang="en-US"/>
        </a:p>
      </dgm:t>
    </dgm:pt>
    <dgm:pt modelId="{A0410F27-C847-43D7-80A5-394A5262E1C9}">
      <dgm:prSet custT="1"/>
      <dgm:spPr/>
      <dgm:t>
        <a:bodyPr/>
        <a:lstStyle/>
        <a:p>
          <a:r>
            <a:rPr lang="en-US" sz="1800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Takes calculated risks to accomplish their goals.</a:t>
          </a:r>
        </a:p>
      </dgm:t>
    </dgm:pt>
    <dgm:pt modelId="{9C939570-C7CE-4B4F-996E-8EC4261D23E6}" type="parTrans" cxnId="{C8849A50-9C4E-43CB-8801-93453D98575E}">
      <dgm:prSet/>
      <dgm:spPr/>
      <dgm:t>
        <a:bodyPr/>
        <a:lstStyle/>
        <a:p>
          <a:endParaRPr lang="en-US"/>
        </a:p>
      </dgm:t>
    </dgm:pt>
    <dgm:pt modelId="{A5B07E74-30E0-46AA-B942-2920679DBB1E}" type="sibTrans" cxnId="{C8849A50-9C4E-43CB-8801-93453D98575E}">
      <dgm:prSet/>
      <dgm:spPr/>
      <dgm:t>
        <a:bodyPr/>
        <a:lstStyle/>
        <a:p>
          <a:endParaRPr lang="en-US"/>
        </a:p>
      </dgm:t>
    </dgm:pt>
    <dgm:pt modelId="{392DCFAC-3413-4B33-BEBD-C2D7C3301BA0}">
      <dgm:prSet custT="1"/>
      <dgm:spPr/>
      <dgm:t>
        <a:bodyPr/>
        <a:lstStyle/>
        <a:p>
          <a:r>
            <a:rPr lang="en-US" sz="1800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Likes to receive regular feedback on their progress and achievements.</a:t>
          </a:r>
        </a:p>
      </dgm:t>
    </dgm:pt>
    <dgm:pt modelId="{0303243A-84C9-47DF-9D84-AABC62864903}" type="parTrans" cxnId="{E1B6DEAA-38D8-4079-831B-14FE4755C90D}">
      <dgm:prSet/>
      <dgm:spPr/>
      <dgm:t>
        <a:bodyPr/>
        <a:lstStyle/>
        <a:p>
          <a:endParaRPr lang="en-US"/>
        </a:p>
      </dgm:t>
    </dgm:pt>
    <dgm:pt modelId="{9D16D2E3-80CC-4E30-B5E0-2B9F0D35F783}" type="sibTrans" cxnId="{E1B6DEAA-38D8-4079-831B-14FE4755C90D}">
      <dgm:prSet/>
      <dgm:spPr/>
      <dgm:t>
        <a:bodyPr/>
        <a:lstStyle/>
        <a:p>
          <a:endParaRPr lang="en-US"/>
        </a:p>
      </dgm:t>
    </dgm:pt>
    <dgm:pt modelId="{401022B4-78F0-40EA-99FF-AAA27C0D2904}">
      <dgm:prSet custT="1"/>
      <dgm:spPr/>
      <dgm:t>
        <a:bodyPr/>
        <a:lstStyle/>
        <a:p>
          <a:r>
            <a:rPr lang="en-US" sz="1800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Often likes to work alone.</a:t>
          </a:r>
        </a:p>
      </dgm:t>
    </dgm:pt>
    <dgm:pt modelId="{88E8CD53-8D10-4D00-8143-CC8FBA4E5E5B}" type="parTrans" cxnId="{DCD8223C-25B1-4C0C-A86B-5A9723B2B643}">
      <dgm:prSet/>
      <dgm:spPr/>
      <dgm:t>
        <a:bodyPr/>
        <a:lstStyle/>
        <a:p>
          <a:endParaRPr lang="en-US"/>
        </a:p>
      </dgm:t>
    </dgm:pt>
    <dgm:pt modelId="{0A6FE3F1-F605-4A2F-A352-51D39658B8BF}" type="sibTrans" cxnId="{DCD8223C-25B1-4C0C-A86B-5A9723B2B643}">
      <dgm:prSet/>
      <dgm:spPr/>
      <dgm:t>
        <a:bodyPr/>
        <a:lstStyle/>
        <a:p>
          <a:endParaRPr lang="en-US"/>
        </a:p>
      </dgm:t>
    </dgm:pt>
    <dgm:pt modelId="{F537667F-47C5-45A5-B94B-00A81CAEFE0C}">
      <dgm:prSet custT="1"/>
      <dgm:spPr/>
      <dgm:t>
        <a:bodyPr/>
        <a:lstStyle/>
        <a:p>
          <a:r>
            <a:rPr lang="en-US" sz="1800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Wants to be liked, and will often go along with whatever the rest of the group wants to do.</a:t>
          </a:r>
        </a:p>
      </dgm:t>
    </dgm:pt>
    <dgm:pt modelId="{952CC697-E6A6-4C5B-9933-9BC170A43C80}" type="parTrans" cxnId="{D4F0C912-1AA8-4D6B-9490-1C5AF081C085}">
      <dgm:prSet/>
      <dgm:spPr/>
      <dgm:t>
        <a:bodyPr/>
        <a:lstStyle/>
        <a:p>
          <a:endParaRPr lang="en-US"/>
        </a:p>
      </dgm:t>
    </dgm:pt>
    <dgm:pt modelId="{E0D05A28-6CD1-4D6F-8A17-33B68EA97379}" type="sibTrans" cxnId="{D4F0C912-1AA8-4D6B-9490-1C5AF081C085}">
      <dgm:prSet/>
      <dgm:spPr/>
      <dgm:t>
        <a:bodyPr/>
        <a:lstStyle/>
        <a:p>
          <a:endParaRPr lang="en-US"/>
        </a:p>
      </dgm:t>
    </dgm:pt>
    <dgm:pt modelId="{BFC9E66B-DA54-4A69-976F-E1E2F3BB93C3}">
      <dgm:prSet custT="1"/>
      <dgm:spPr/>
      <dgm:t>
        <a:bodyPr/>
        <a:lstStyle/>
        <a:p>
          <a:r>
            <a:rPr lang="en-US" sz="1800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Favors collaboration over competition.</a:t>
          </a:r>
        </a:p>
      </dgm:t>
    </dgm:pt>
    <dgm:pt modelId="{FA326A09-12A1-4047-B65A-F22885CA11E6}" type="parTrans" cxnId="{D3655C84-517E-4FE7-BC45-57DBC35041F8}">
      <dgm:prSet/>
      <dgm:spPr/>
      <dgm:t>
        <a:bodyPr/>
        <a:lstStyle/>
        <a:p>
          <a:endParaRPr lang="en-US"/>
        </a:p>
      </dgm:t>
    </dgm:pt>
    <dgm:pt modelId="{CCB4FE4B-AD7A-44C4-88BE-2CF4D958F89F}" type="sibTrans" cxnId="{D3655C84-517E-4FE7-BC45-57DBC35041F8}">
      <dgm:prSet/>
      <dgm:spPr/>
      <dgm:t>
        <a:bodyPr/>
        <a:lstStyle/>
        <a:p>
          <a:endParaRPr lang="en-US"/>
        </a:p>
      </dgm:t>
    </dgm:pt>
    <dgm:pt modelId="{19F40A89-2CCC-4013-A032-41B31F90C960}">
      <dgm:prSet custT="1"/>
      <dgm:spPr/>
      <dgm:t>
        <a:bodyPr/>
        <a:lstStyle/>
        <a:p>
          <a:r>
            <a:rPr lang="en-US" sz="1800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Doesn't like high risk or uncertainty.</a:t>
          </a:r>
        </a:p>
      </dgm:t>
    </dgm:pt>
    <dgm:pt modelId="{6F93A959-268C-46F7-8B51-F010686DF92D}" type="parTrans" cxnId="{C29D5822-E27B-447A-B019-5F65C64B00F0}">
      <dgm:prSet/>
      <dgm:spPr/>
      <dgm:t>
        <a:bodyPr/>
        <a:lstStyle/>
        <a:p>
          <a:endParaRPr lang="en-US"/>
        </a:p>
      </dgm:t>
    </dgm:pt>
    <dgm:pt modelId="{D029FD81-CD34-44BF-8C43-207115807665}" type="sibTrans" cxnId="{C29D5822-E27B-447A-B019-5F65C64B00F0}">
      <dgm:prSet/>
      <dgm:spPr/>
      <dgm:t>
        <a:bodyPr/>
        <a:lstStyle/>
        <a:p>
          <a:endParaRPr lang="en-US"/>
        </a:p>
      </dgm:t>
    </dgm:pt>
    <dgm:pt modelId="{F2BA360E-FC66-4BF7-BDE1-2DDF228330EB}">
      <dgm:prSet custT="1"/>
      <dgm:spPr/>
      <dgm:t>
        <a:bodyPr/>
        <a:lstStyle/>
        <a:p>
          <a:r>
            <a:rPr lang="en-US" sz="1800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Likes to win arguments.</a:t>
          </a:r>
        </a:p>
      </dgm:t>
    </dgm:pt>
    <dgm:pt modelId="{6E1B0923-C16F-4BFD-A1FA-E21BBD5F00DA}" type="parTrans" cxnId="{F4741980-3EE1-48EF-9FD7-9C51F522471D}">
      <dgm:prSet/>
      <dgm:spPr/>
      <dgm:t>
        <a:bodyPr/>
        <a:lstStyle/>
        <a:p>
          <a:endParaRPr lang="en-US"/>
        </a:p>
      </dgm:t>
    </dgm:pt>
    <dgm:pt modelId="{1922F473-F1EB-48B4-ACBF-F9CB83D2A173}" type="sibTrans" cxnId="{F4741980-3EE1-48EF-9FD7-9C51F522471D}">
      <dgm:prSet/>
      <dgm:spPr/>
      <dgm:t>
        <a:bodyPr/>
        <a:lstStyle/>
        <a:p>
          <a:endParaRPr lang="en-US"/>
        </a:p>
      </dgm:t>
    </dgm:pt>
    <dgm:pt modelId="{827C9AF5-AFED-43D0-A57C-59BB34A2F96C}">
      <dgm:prSet custT="1"/>
      <dgm:spPr/>
      <dgm:t>
        <a:bodyPr/>
        <a:lstStyle/>
        <a:p>
          <a:r>
            <a:rPr lang="en-US" sz="1800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Enjoys competition and winning.</a:t>
          </a:r>
        </a:p>
      </dgm:t>
    </dgm:pt>
    <dgm:pt modelId="{C943AF3C-BDAF-42E6-96C5-93B3B198CE1B}" type="parTrans" cxnId="{241E655B-C619-49AE-8523-45DB32D1CA86}">
      <dgm:prSet/>
      <dgm:spPr/>
      <dgm:t>
        <a:bodyPr/>
        <a:lstStyle/>
        <a:p>
          <a:endParaRPr lang="en-US"/>
        </a:p>
      </dgm:t>
    </dgm:pt>
    <dgm:pt modelId="{AD60749A-356F-4952-BD30-B0A6F0F63976}" type="sibTrans" cxnId="{241E655B-C619-49AE-8523-45DB32D1CA86}">
      <dgm:prSet/>
      <dgm:spPr/>
      <dgm:t>
        <a:bodyPr/>
        <a:lstStyle/>
        <a:p>
          <a:endParaRPr lang="en-US"/>
        </a:p>
      </dgm:t>
    </dgm:pt>
    <dgm:pt modelId="{7D3E2AAD-6C6D-43D8-B955-C3AD3651D6F8}">
      <dgm:prSet custT="1"/>
      <dgm:spPr/>
      <dgm:t>
        <a:bodyPr/>
        <a:lstStyle/>
        <a:p>
          <a:r>
            <a:rPr lang="en-US" sz="1800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Enjoys status and recognition.</a:t>
          </a:r>
        </a:p>
      </dgm:t>
    </dgm:pt>
    <dgm:pt modelId="{E986D132-ED76-41F9-9AD0-CDCA9179FC17}" type="parTrans" cxnId="{A59B58F1-8D1A-4FA0-8020-5116154812B7}">
      <dgm:prSet/>
      <dgm:spPr/>
      <dgm:t>
        <a:bodyPr/>
        <a:lstStyle/>
        <a:p>
          <a:endParaRPr lang="en-US"/>
        </a:p>
      </dgm:t>
    </dgm:pt>
    <dgm:pt modelId="{28E05968-B9FB-4331-9464-D4B13B55E180}" type="sibTrans" cxnId="{A59B58F1-8D1A-4FA0-8020-5116154812B7}">
      <dgm:prSet/>
      <dgm:spPr/>
      <dgm:t>
        <a:bodyPr/>
        <a:lstStyle/>
        <a:p>
          <a:endParaRPr lang="en-US"/>
        </a:p>
      </dgm:t>
    </dgm:pt>
    <dgm:pt modelId="{4BC7DD09-3200-48C3-B047-558972B40D7C}" type="pres">
      <dgm:prSet presAssocID="{8D4DE998-8A9B-4A60-9A27-DC1180A1362A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5C328FC-51AC-4FFC-AE51-8FBF893C852E}" type="pres">
      <dgm:prSet presAssocID="{385E7112-969A-4935-9FDA-B980AE5B7D2D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F94943C-DD91-44BB-A33D-D5F7F2061F3E}" type="pres">
      <dgm:prSet presAssocID="{B9636FAB-5784-4408-8F69-4FD458450B71}" presName="sibTrans" presStyleCnt="0"/>
      <dgm:spPr/>
    </dgm:pt>
    <dgm:pt modelId="{D25FFBD5-BB46-40A0-BB1D-09006987D436}" type="pres">
      <dgm:prSet presAssocID="{BB49AA30-5DC6-4BEE-AF9D-21A899CBEE06}" presName="node" presStyleLbl="node1" presStyleIdx="1" presStyleCnt="3" custLinFactNeighborY="-1833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98807D7-6D74-45F1-9CED-754471E18902}" type="pres">
      <dgm:prSet presAssocID="{D4B42DB7-0583-42EE-89C9-55D1A82B691F}" presName="sibTrans" presStyleCnt="0"/>
      <dgm:spPr/>
    </dgm:pt>
    <dgm:pt modelId="{F6818C00-615B-462E-86F8-D3332F9F1C4D}" type="pres">
      <dgm:prSet presAssocID="{0838531A-8627-4736-8BC4-1E26F9773CFA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01FF030-1879-44DC-9258-A3723030EABB}" srcId="{0838531A-8627-4736-8BC4-1E26F9773CFA}" destId="{65A50B07-35B1-48C2-8B5C-671C57727375}" srcOrd="0" destOrd="0" parTransId="{B3840D3C-E075-448F-A973-CD698A09C5C8}" sibTransId="{F6179E79-747D-43AD-BA23-26C4C3040EE5}"/>
    <dgm:cxn modelId="{BC4A8A18-221E-41F3-A0CF-03A672DAB6CE}" type="presOf" srcId="{CDE37A79-497C-4B85-A8CF-F710F03493C6}" destId="{D25FFBD5-BB46-40A0-BB1D-09006987D436}" srcOrd="0" destOrd="1" presId="urn:microsoft.com/office/officeart/2005/8/layout/hList6"/>
    <dgm:cxn modelId="{E9B019E3-E7E9-493D-AB3E-EC69D1F27518}" type="presOf" srcId="{827C9AF5-AFED-43D0-A57C-59BB34A2F96C}" destId="{F6818C00-615B-462E-86F8-D3332F9F1C4D}" srcOrd="0" destOrd="3" presId="urn:microsoft.com/office/officeart/2005/8/layout/hList6"/>
    <dgm:cxn modelId="{C29D5822-E27B-447A-B019-5F65C64B00F0}" srcId="{BB49AA30-5DC6-4BEE-AF9D-21A899CBEE06}" destId="{19F40A89-2CCC-4013-A032-41B31F90C960}" srcOrd="3" destOrd="0" parTransId="{6F93A959-268C-46F7-8B51-F010686DF92D}" sibTransId="{D029FD81-CD34-44BF-8C43-207115807665}"/>
    <dgm:cxn modelId="{F4741980-3EE1-48EF-9FD7-9C51F522471D}" srcId="{0838531A-8627-4736-8BC4-1E26F9773CFA}" destId="{F2BA360E-FC66-4BF7-BDE1-2DDF228330EB}" srcOrd="1" destOrd="0" parTransId="{6E1B0923-C16F-4BFD-A1FA-E21BBD5F00DA}" sibTransId="{1922F473-F1EB-48B4-ACBF-F9CB83D2A173}"/>
    <dgm:cxn modelId="{F7C191D6-4A5D-4FED-82D6-E66C89751901}" srcId="{BB49AA30-5DC6-4BEE-AF9D-21A899CBEE06}" destId="{CDE37A79-497C-4B85-A8CF-F710F03493C6}" srcOrd="0" destOrd="0" parTransId="{D5E35554-1B9E-4626-9D2A-7C32CA748756}" sibTransId="{69D7CBA7-1054-45E4-A0FB-EFD971588530}"/>
    <dgm:cxn modelId="{A59B58F1-8D1A-4FA0-8020-5116154812B7}" srcId="{0838531A-8627-4736-8BC4-1E26F9773CFA}" destId="{7D3E2AAD-6C6D-43D8-B955-C3AD3651D6F8}" srcOrd="3" destOrd="0" parTransId="{E986D132-ED76-41F9-9AD0-CDCA9179FC17}" sibTransId="{28E05968-B9FB-4331-9464-D4B13B55E180}"/>
    <dgm:cxn modelId="{8C4A0F86-4D0E-42AD-82F9-AA0AEFC2C6F1}" type="presOf" srcId="{0838531A-8627-4736-8BC4-1E26F9773CFA}" destId="{F6818C00-615B-462E-86F8-D3332F9F1C4D}" srcOrd="0" destOrd="0" presId="urn:microsoft.com/office/officeart/2005/8/layout/hList6"/>
    <dgm:cxn modelId="{918BD12D-F043-4DBA-A152-212A726C1DF1}" type="presOf" srcId="{7D3E2AAD-6C6D-43D8-B955-C3AD3651D6F8}" destId="{F6818C00-615B-462E-86F8-D3332F9F1C4D}" srcOrd="0" destOrd="4" presId="urn:microsoft.com/office/officeart/2005/8/layout/hList6"/>
    <dgm:cxn modelId="{939919C5-7692-40AD-8682-1B3E59ACC0DA}" type="presOf" srcId="{F2BA360E-FC66-4BF7-BDE1-2DDF228330EB}" destId="{F6818C00-615B-462E-86F8-D3332F9F1C4D}" srcOrd="0" destOrd="2" presId="urn:microsoft.com/office/officeart/2005/8/layout/hList6"/>
    <dgm:cxn modelId="{14258374-CF91-433D-85AC-28D20EECE9D7}" type="presOf" srcId="{A0410F27-C847-43D7-80A5-394A5262E1C9}" destId="{35C328FC-51AC-4FFC-AE51-8FBF893C852E}" srcOrd="0" destOrd="2" presId="urn:microsoft.com/office/officeart/2005/8/layout/hList6"/>
    <dgm:cxn modelId="{E13AD16E-2C85-4862-BDAD-00362F7FA6B1}" srcId="{8D4DE998-8A9B-4A60-9A27-DC1180A1362A}" destId="{BB49AA30-5DC6-4BEE-AF9D-21A899CBEE06}" srcOrd="1" destOrd="0" parTransId="{B7CF4317-D7E7-4011-8C04-0CCEFD2D56FB}" sibTransId="{D4B42DB7-0583-42EE-89C9-55D1A82B691F}"/>
    <dgm:cxn modelId="{F2841607-A940-42B4-AD44-82AF103997E2}" type="presOf" srcId="{1F6757EB-A277-4215-9F3D-5C6774DD832D}" destId="{35C328FC-51AC-4FFC-AE51-8FBF893C852E}" srcOrd="0" destOrd="1" presId="urn:microsoft.com/office/officeart/2005/8/layout/hList6"/>
    <dgm:cxn modelId="{187360C7-A351-4E36-97FE-5A94F529E1D2}" type="presOf" srcId="{8D4DE998-8A9B-4A60-9A27-DC1180A1362A}" destId="{4BC7DD09-3200-48C3-B047-558972B40D7C}" srcOrd="0" destOrd="0" presId="urn:microsoft.com/office/officeart/2005/8/layout/hList6"/>
    <dgm:cxn modelId="{F7EC8EAD-AA53-40DB-A6A8-EB6654CFEDA1}" type="presOf" srcId="{19F40A89-2CCC-4013-A032-41B31F90C960}" destId="{D25FFBD5-BB46-40A0-BB1D-09006987D436}" srcOrd="0" destOrd="4" presId="urn:microsoft.com/office/officeart/2005/8/layout/hList6"/>
    <dgm:cxn modelId="{241E655B-C619-49AE-8523-45DB32D1CA86}" srcId="{0838531A-8627-4736-8BC4-1E26F9773CFA}" destId="{827C9AF5-AFED-43D0-A57C-59BB34A2F96C}" srcOrd="2" destOrd="0" parTransId="{C943AF3C-BDAF-42E6-96C5-93B3B198CE1B}" sibTransId="{AD60749A-356F-4952-BD30-B0A6F0F63976}"/>
    <dgm:cxn modelId="{E1B6DEAA-38D8-4079-831B-14FE4755C90D}" srcId="{385E7112-969A-4935-9FDA-B980AE5B7D2D}" destId="{392DCFAC-3413-4B33-BEBD-C2D7C3301BA0}" srcOrd="2" destOrd="0" parTransId="{0303243A-84C9-47DF-9D84-AABC62864903}" sibTransId="{9D16D2E3-80CC-4E30-B5E0-2B9F0D35F783}"/>
    <dgm:cxn modelId="{B5D4F75D-487F-45E5-A77D-63C501707CA0}" type="presOf" srcId="{BFC9E66B-DA54-4A69-976F-E1E2F3BB93C3}" destId="{D25FFBD5-BB46-40A0-BB1D-09006987D436}" srcOrd="0" destOrd="3" presId="urn:microsoft.com/office/officeart/2005/8/layout/hList6"/>
    <dgm:cxn modelId="{1A728281-559B-4934-B097-D3BCEB77648A}" type="presOf" srcId="{401022B4-78F0-40EA-99FF-AAA27C0D2904}" destId="{35C328FC-51AC-4FFC-AE51-8FBF893C852E}" srcOrd="0" destOrd="4" presId="urn:microsoft.com/office/officeart/2005/8/layout/hList6"/>
    <dgm:cxn modelId="{631E173D-39F7-4B50-ADD9-6F13DD0ADDD8}" type="presOf" srcId="{65A50B07-35B1-48C2-8B5C-671C57727375}" destId="{F6818C00-615B-462E-86F8-D3332F9F1C4D}" srcOrd="0" destOrd="1" presId="urn:microsoft.com/office/officeart/2005/8/layout/hList6"/>
    <dgm:cxn modelId="{B33DDA97-8EF6-404B-9C46-5D5C5C575D95}" type="presOf" srcId="{392DCFAC-3413-4B33-BEBD-C2D7C3301BA0}" destId="{35C328FC-51AC-4FFC-AE51-8FBF893C852E}" srcOrd="0" destOrd="3" presId="urn:microsoft.com/office/officeart/2005/8/layout/hList6"/>
    <dgm:cxn modelId="{C8849A50-9C4E-43CB-8801-93453D98575E}" srcId="{385E7112-969A-4935-9FDA-B980AE5B7D2D}" destId="{A0410F27-C847-43D7-80A5-394A5262E1C9}" srcOrd="1" destOrd="0" parTransId="{9C939570-C7CE-4B4F-996E-8EC4261D23E6}" sibTransId="{A5B07E74-30E0-46AA-B942-2920679DBB1E}"/>
    <dgm:cxn modelId="{77B511FC-77A6-4E55-BC78-3A6217D0AB05}" srcId="{385E7112-969A-4935-9FDA-B980AE5B7D2D}" destId="{1F6757EB-A277-4215-9F3D-5C6774DD832D}" srcOrd="0" destOrd="0" parTransId="{DBDE8CBB-2C47-4110-9E4B-450D13136329}" sibTransId="{57C6578B-3343-4CF4-9C84-4DEF27674BD6}"/>
    <dgm:cxn modelId="{99B206D5-5954-45D2-8A89-CE1BABA91F46}" srcId="{8D4DE998-8A9B-4A60-9A27-DC1180A1362A}" destId="{385E7112-969A-4935-9FDA-B980AE5B7D2D}" srcOrd="0" destOrd="0" parTransId="{8306B63E-1918-44DB-B336-4B35664A7B85}" sibTransId="{B9636FAB-5784-4408-8F69-4FD458450B71}"/>
    <dgm:cxn modelId="{A50CFFB6-4C42-4908-8AC4-FFA0AE58E956}" type="presOf" srcId="{BB49AA30-5DC6-4BEE-AF9D-21A899CBEE06}" destId="{D25FFBD5-BB46-40A0-BB1D-09006987D436}" srcOrd="0" destOrd="0" presId="urn:microsoft.com/office/officeart/2005/8/layout/hList6"/>
    <dgm:cxn modelId="{A6CAD2F4-156C-487F-BF32-B5A6B19DCE04}" type="presOf" srcId="{F537667F-47C5-45A5-B94B-00A81CAEFE0C}" destId="{D25FFBD5-BB46-40A0-BB1D-09006987D436}" srcOrd="0" destOrd="2" presId="urn:microsoft.com/office/officeart/2005/8/layout/hList6"/>
    <dgm:cxn modelId="{18AA58C6-6B6F-40F5-A0A6-BAE46DDB2284}" type="presOf" srcId="{385E7112-969A-4935-9FDA-B980AE5B7D2D}" destId="{35C328FC-51AC-4FFC-AE51-8FBF893C852E}" srcOrd="0" destOrd="0" presId="urn:microsoft.com/office/officeart/2005/8/layout/hList6"/>
    <dgm:cxn modelId="{D3655C84-517E-4FE7-BC45-57DBC35041F8}" srcId="{BB49AA30-5DC6-4BEE-AF9D-21A899CBEE06}" destId="{BFC9E66B-DA54-4A69-976F-E1E2F3BB93C3}" srcOrd="2" destOrd="0" parTransId="{FA326A09-12A1-4047-B65A-F22885CA11E6}" sibTransId="{CCB4FE4B-AD7A-44C4-88BE-2CF4D958F89F}"/>
    <dgm:cxn modelId="{D4F0C912-1AA8-4D6B-9490-1C5AF081C085}" srcId="{BB49AA30-5DC6-4BEE-AF9D-21A899CBEE06}" destId="{F537667F-47C5-45A5-B94B-00A81CAEFE0C}" srcOrd="1" destOrd="0" parTransId="{952CC697-E6A6-4C5B-9933-9BC170A43C80}" sibTransId="{E0D05A28-6CD1-4D6F-8A17-33B68EA97379}"/>
    <dgm:cxn modelId="{106611B6-BE95-41B2-918C-F026A5BEFCD9}" srcId="{8D4DE998-8A9B-4A60-9A27-DC1180A1362A}" destId="{0838531A-8627-4736-8BC4-1E26F9773CFA}" srcOrd="2" destOrd="0" parTransId="{B4CE9E76-1228-481A-B186-09157B6C91B9}" sibTransId="{2D572E47-346D-4F16-A000-5228042D691A}"/>
    <dgm:cxn modelId="{DCD8223C-25B1-4C0C-A86B-5A9723B2B643}" srcId="{385E7112-969A-4935-9FDA-B980AE5B7D2D}" destId="{401022B4-78F0-40EA-99FF-AAA27C0D2904}" srcOrd="3" destOrd="0" parTransId="{88E8CD53-8D10-4D00-8143-CC8FBA4E5E5B}" sibTransId="{0A6FE3F1-F605-4A2F-A352-51D39658B8BF}"/>
    <dgm:cxn modelId="{DE28A25C-8FF3-4C16-9F6F-DF2D6D05E28E}" type="presParOf" srcId="{4BC7DD09-3200-48C3-B047-558972B40D7C}" destId="{35C328FC-51AC-4FFC-AE51-8FBF893C852E}" srcOrd="0" destOrd="0" presId="urn:microsoft.com/office/officeart/2005/8/layout/hList6"/>
    <dgm:cxn modelId="{C41CCD0E-D440-42CB-8AD8-5C0A08F2E866}" type="presParOf" srcId="{4BC7DD09-3200-48C3-B047-558972B40D7C}" destId="{DF94943C-DD91-44BB-A33D-D5F7F2061F3E}" srcOrd="1" destOrd="0" presId="urn:microsoft.com/office/officeart/2005/8/layout/hList6"/>
    <dgm:cxn modelId="{913FF9B4-0D01-4D15-8BC5-2433A850E186}" type="presParOf" srcId="{4BC7DD09-3200-48C3-B047-558972B40D7C}" destId="{D25FFBD5-BB46-40A0-BB1D-09006987D436}" srcOrd="2" destOrd="0" presId="urn:microsoft.com/office/officeart/2005/8/layout/hList6"/>
    <dgm:cxn modelId="{EEE495C6-2C63-45B4-B817-08F7DF622079}" type="presParOf" srcId="{4BC7DD09-3200-48C3-B047-558972B40D7C}" destId="{E98807D7-6D74-45F1-9CED-754471E18902}" srcOrd="3" destOrd="0" presId="urn:microsoft.com/office/officeart/2005/8/layout/hList6"/>
    <dgm:cxn modelId="{5A4FBD0C-E8B7-48D4-A03D-48B442BB366B}" type="presParOf" srcId="{4BC7DD09-3200-48C3-B047-558972B40D7C}" destId="{F6818C00-615B-462E-86F8-D3332F9F1C4D}" srcOrd="4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C328FC-51AC-4FFC-AE51-8FBF893C852E}">
      <dsp:nvSpPr>
        <dsp:cNvPr id="0" name=""/>
        <dsp:cNvSpPr/>
      </dsp:nvSpPr>
      <dsp:spPr>
        <a:xfrm rot="16200000">
          <a:off x="-505650" y="506933"/>
          <a:ext cx="4351338" cy="3337470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0" rIns="152400" bIns="0" numCol="1" spcCol="1270" anchor="t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Achievement</a:t>
          </a:r>
          <a:endParaRPr lang="en-US" sz="18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Has a strong need to set and accomplish challenging goals.</a:t>
          </a:r>
          <a:endParaRPr lang="en-US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Takes calculated risks to accomplish their goals.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Likes to receive regular feedback on their progress and achievements.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Often likes to work alone.</a:t>
          </a:r>
        </a:p>
      </dsp:txBody>
      <dsp:txXfrm rot="5400000">
        <a:off x="1284" y="870267"/>
        <a:ext cx="3337470" cy="2610802"/>
      </dsp:txXfrm>
    </dsp:sp>
    <dsp:sp modelId="{D25FFBD5-BB46-40A0-BB1D-09006987D436}">
      <dsp:nvSpPr>
        <dsp:cNvPr id="0" name=""/>
        <dsp:cNvSpPr/>
      </dsp:nvSpPr>
      <dsp:spPr>
        <a:xfrm rot="16200000">
          <a:off x="3082131" y="506933"/>
          <a:ext cx="4351338" cy="3337470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0" rIns="152400" bIns="0" numCol="1" spcCol="1270" anchor="t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Affiliation</a:t>
          </a:r>
          <a:endParaRPr lang="en-US" sz="22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Wants to belong to the group.</a:t>
          </a:r>
          <a:endParaRPr lang="en-US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Wants to be liked, and will often go along with whatever the rest of the group wants to do.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Favors collaboration over competition.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Doesn't like high risk or uncertainty.</a:t>
          </a:r>
        </a:p>
      </dsp:txBody>
      <dsp:txXfrm rot="5400000">
        <a:off x="3589065" y="870267"/>
        <a:ext cx="3337470" cy="2610802"/>
      </dsp:txXfrm>
    </dsp:sp>
    <dsp:sp modelId="{F6818C00-615B-462E-86F8-D3332F9F1C4D}">
      <dsp:nvSpPr>
        <dsp:cNvPr id="0" name=""/>
        <dsp:cNvSpPr/>
      </dsp:nvSpPr>
      <dsp:spPr>
        <a:xfrm rot="16200000">
          <a:off x="6669912" y="506933"/>
          <a:ext cx="4351338" cy="3337470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0" rIns="152400" bIns="0" numCol="1" spcCol="1270" anchor="t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Power</a:t>
          </a:r>
          <a:endParaRPr lang="en-US" sz="24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Wants to control and influence others.</a:t>
          </a:r>
          <a:endParaRPr lang="en-US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Likes to win arguments.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Enjoys competition and winning.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Enjoys status and recognition.</a:t>
          </a:r>
        </a:p>
      </dsp:txBody>
      <dsp:txXfrm rot="5400000">
        <a:off x="7176846" y="870267"/>
        <a:ext cx="3337470" cy="26108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42A7B-0377-4C8E-A85C-FA25668117B3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AEE77-6767-4F2F-A18E-9E21021FB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024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42A7B-0377-4C8E-A85C-FA25668117B3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AEE77-6767-4F2F-A18E-9E21021FB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955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42A7B-0377-4C8E-A85C-FA25668117B3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AEE77-6767-4F2F-A18E-9E21021FB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821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42A7B-0377-4C8E-A85C-FA25668117B3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AEE77-6767-4F2F-A18E-9E21021FB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692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42A7B-0377-4C8E-A85C-FA25668117B3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AEE77-6767-4F2F-A18E-9E21021FB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295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42A7B-0377-4C8E-A85C-FA25668117B3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AEE77-6767-4F2F-A18E-9E21021FB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542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42A7B-0377-4C8E-A85C-FA25668117B3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AEE77-6767-4F2F-A18E-9E21021FB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979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42A7B-0377-4C8E-A85C-FA25668117B3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AEE77-6767-4F2F-A18E-9E21021FB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281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42A7B-0377-4C8E-A85C-FA25668117B3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AEE77-6767-4F2F-A18E-9E21021FB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661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42A7B-0377-4C8E-A85C-FA25668117B3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AEE77-6767-4F2F-A18E-9E21021FB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061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42A7B-0377-4C8E-A85C-FA25668117B3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AEE77-6767-4F2F-A18E-9E21021FB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77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C42A7B-0377-4C8E-A85C-FA25668117B3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FAEE77-6767-4F2F-A18E-9E21021FB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108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3.pn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3.pn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3.pn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3.png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svg"/><Relationship Id="rId5" Type="http://schemas.openxmlformats.org/officeDocument/2006/relationships/image" Target="../media/image3.png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3.png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3.png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3.png"/><Relationship Id="rId4" Type="http://schemas.openxmlformats.org/officeDocument/2006/relationships/image" Target="../media/image5.sv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3.png"/><Relationship Id="rId4" Type="http://schemas.openxmlformats.org/officeDocument/2006/relationships/image" Target="../media/image5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7.svg"/><Relationship Id="rId5" Type="http://schemas.openxmlformats.org/officeDocument/2006/relationships/image" Target="../media/image3.png"/><Relationship Id="rId4" Type="http://schemas.openxmlformats.org/officeDocument/2006/relationships/image" Target="../media/image5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openxmlformats.org/officeDocument/2006/relationships/image" Target="../media/image4.png"/><Relationship Id="rId5" Type="http://schemas.openxmlformats.org/officeDocument/2006/relationships/diagramColors" Target="../diagrams/colors1.xml"/><Relationship Id="rId10" Type="http://schemas.openxmlformats.org/officeDocument/2006/relationships/image" Target="../media/image7.sv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3.png"/><Relationship Id="rId4" Type="http://schemas.openxmlformats.org/officeDocument/2006/relationships/image" Target="../media/image5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3.png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BEF21E1-2D98-4671-AEAF-A201BC9C40D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32A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46CD5F-621C-4899-B8C5-417BE3F1EC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2629" y="239698"/>
            <a:ext cx="7649653" cy="2408146"/>
          </a:xfrm>
        </p:spPr>
        <p:txBody>
          <a:bodyPr>
            <a:normAutofit/>
          </a:bodyPr>
          <a:lstStyle/>
          <a:p>
            <a:pPr lvl="0"/>
            <a:r>
              <a:rPr lang="en-US" dirty="0" smtClean="0"/>
              <a:t/>
            </a:r>
            <a:br>
              <a:rPr lang="en-US" dirty="0" smtClean="0"/>
            </a:b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406DBB-5AF5-48F8-9377-D0A0ACE9B1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5124" y="3429000"/>
            <a:ext cx="10374923" cy="2901461"/>
          </a:xfrm>
        </p:spPr>
        <p:txBody>
          <a:bodyPr>
            <a:noAutofit/>
          </a:bodyPr>
          <a:lstStyle/>
          <a:p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Fakiha Shoukat</a:t>
            </a:r>
            <a:endParaRPr lang="en-US" sz="18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DA394B8-F89E-45AC-9E3F-FEC161BFAFAB}"/>
              </a:ext>
            </a:extLst>
          </p:cNvPr>
          <p:cNvSpPr txBox="1">
            <a:spLocks/>
          </p:cNvSpPr>
          <p:nvPr/>
        </p:nvSpPr>
        <p:spPr>
          <a:xfrm>
            <a:off x="907913" y="6166392"/>
            <a:ext cx="2800905" cy="683582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GB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C869FE1-C1C4-48A8-AA9E-99CAE025BE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89324" y="239698"/>
            <a:ext cx="3611690" cy="361169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28251" y="2103835"/>
            <a:ext cx="996412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latinLnBrk="1"/>
            <a:r>
              <a:rPr lang="en-US" sz="9600" b="1" dirty="0" smtClean="0">
                <a:latin typeface="Arial" pitchFamily="34" charset="0"/>
                <a:cs typeface="Arial" pitchFamily="34" charset="0"/>
              </a:rPr>
              <a:t>Motivation</a:t>
            </a:r>
            <a:endParaRPr lang="en-US" sz="9600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8716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word Motivation comes from ‘Mover’ the Latin word meaning ‘To Move’.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Psychologists who study motivation focus on internal and external influence that might move a person.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means a need or desire that energizes and directs the behavior towards a goal.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is the general term for process of starting, directing and maintaining physical and psychological activities.</a:t>
            </a:r>
          </a:p>
        </p:txBody>
      </p:sp>
      <p:grpSp>
        <p:nvGrpSpPr>
          <p:cNvPr id="4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7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9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71152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Extrinsic vs. Intrinsic Motivation: What's the Difference?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5272" y="1392021"/>
            <a:ext cx="7115067" cy="4743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7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9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71741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is a broad concept that collects all internal mechanisms involved in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Preference for one activity over another</a:t>
            </a:r>
          </a:p>
          <a:p>
            <a:pPr lvl="1"/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Vigour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/Stamina of responses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Persistence of organized patterns of action towards relevant goal.</a:t>
            </a:r>
          </a:p>
          <a:p>
            <a:pPr lvl="1"/>
            <a:endParaRPr lang="en-US" dirty="0"/>
          </a:p>
        </p:txBody>
      </p:sp>
      <p:grpSp>
        <p:nvGrpSpPr>
          <p:cNvPr id="4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7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9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14308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1-2 Analyze External Motivations in Games - Video Game Project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7346" y="1297232"/>
            <a:ext cx="7947613" cy="5364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7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9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017148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Biological Motive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Hunger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Thirst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Regulation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Pain Reduction</a:t>
            </a:r>
          </a:p>
          <a:p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Secondary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4"/>
            <a:ext cx="5183188" cy="4158961"/>
          </a:xfrm>
        </p:spPr>
        <p:txBody>
          <a:bodyPr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Motives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Approval/Comparison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Psychological Motives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Affiliation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 Esteem/Actualization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Motives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Aggression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Achievement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Exploration/Manipulation</a:t>
            </a:r>
          </a:p>
        </p:txBody>
      </p:sp>
      <p:grpSp>
        <p:nvGrpSpPr>
          <p:cNvPr id="7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0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2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8018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Principles of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basic principles of motivation are a sense of purpose, belonging, a positive work environment, autonomy, growth, and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recognition.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These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principles can guide leaders in implementing strategies that help people meet their needs, reach their full potential, and deliver superior performance. </a:t>
            </a:r>
          </a:p>
        </p:txBody>
      </p:sp>
      <p:grpSp>
        <p:nvGrpSpPr>
          <p:cNvPr id="4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7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9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596101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Humans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have an innate need to seek out meaning in their lives even their work lives. Helping yourself and others to see a bigger purpose in their work, find meaning in their day-to-day duties, and see the impact of the work they do can have a positive effect on motivation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Belonging:</a:t>
            </a:r>
          </a:p>
          <a:p>
            <a:pPr lvl="1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sense of belonging at work keeps morale high, improves cohesion, helps collaboration, and is linked to higher motivation. It also prevents work environments from becoming toxic. Creating a sense of belonging requires a psychologically safe work environment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7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9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510749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1E7C7-BA94-B611-2275-5C191243A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88438-C145-345B-CE18-15497E1DF0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Positive </a:t>
            </a: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 </a:t>
            </a:r>
            <a:r>
              <a:rPr lang="en-US" sz="2400" b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Environment:</a:t>
            </a:r>
            <a:endParaRPr lang="en-US" sz="24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positive work environment facilitates teamwork and keeps morale high.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Autonomy</a:t>
            </a:r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Autonomy </a:t>
            </a: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gives employees the flexibility they want, increases accountability,  and builds trust.</a:t>
            </a:r>
          </a:p>
          <a:p>
            <a:r>
              <a:rPr lang="en-US" sz="2400" b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Growth:</a:t>
            </a:r>
          </a:p>
          <a:p>
            <a:pPr lvl="1"/>
            <a:r>
              <a:rPr lang="en-US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Growth </a:t>
            </a: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employees achieve their professional goals, develop their skills, and perform better. 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7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9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579858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Theories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McClelland theory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Achievement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Cognitive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Maslow’s Hierarchy</a:t>
            </a:r>
          </a:p>
        </p:txBody>
      </p:sp>
      <p:grpSp>
        <p:nvGrpSpPr>
          <p:cNvPr id="4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7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9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85593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771303" cy="121920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McClelland Theory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McClelland's Human Motivation Theory states that every person has one of three main driving motivators: the needs for achievement, affiliation, or power.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people are motivated by different drivers, so understanding what specifically motivates a person to complete a task can vastly improve the likelihood that they'll complete the assignment and do it well.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2" descr="Explanation of McClelland's Achievement Motivation Theory"/>
          <p:cNvPicPr>
            <a:picLocks noGrp="1" noChangeAspect="1" noChangeArrowheads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78" r="7178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9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1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575231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16505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5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0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018794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Maslow’s 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Maslow's hierarchy of needs is a theory of psychology explaining human motivation based on the pursuit of different levels of needs.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theory states that humans are motivated to fulfill their needs in a hierarchical order.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order begins with the most basic needs before moving on to more advanced needs.</a:t>
            </a:r>
          </a:p>
          <a:p>
            <a:endParaRPr lang="en-US" dirty="0"/>
          </a:p>
        </p:txBody>
      </p:sp>
      <p:grpSp>
        <p:nvGrpSpPr>
          <p:cNvPr id="4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7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9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789669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2054" name="Picture 6" descr="Maslow's Hierarchy of Needs – Project Maslow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3165" y="1451551"/>
            <a:ext cx="8562108" cy="4769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7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9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396399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614</Words>
  <Application>Microsoft Office PowerPoint</Application>
  <PresentationFormat>Widescreen</PresentationFormat>
  <Paragraphs>96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Office Theme</vt:lpstr>
      <vt:lpstr> </vt:lpstr>
      <vt:lpstr>Motivation</vt:lpstr>
      <vt:lpstr>PowerPoint Presentation</vt:lpstr>
      <vt:lpstr>PowerPoint Presentation</vt:lpstr>
      <vt:lpstr>PowerPoint Presentation</vt:lpstr>
      <vt:lpstr>Motives</vt:lpstr>
      <vt:lpstr>Principles of Motivation</vt:lpstr>
      <vt:lpstr>PowerPoint Presentation</vt:lpstr>
      <vt:lpstr>PowerPoint Presentation</vt:lpstr>
      <vt:lpstr>Theories </vt:lpstr>
      <vt:lpstr>McClelland Theory</vt:lpstr>
      <vt:lpstr>PowerPoint Presentation</vt:lpstr>
      <vt:lpstr>Maslow’s Theory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Aiman Ejaz</dc:creator>
  <cp:lastModifiedBy>fakiha Shoukat</cp:lastModifiedBy>
  <cp:revision>29</cp:revision>
  <dcterms:created xsi:type="dcterms:W3CDTF">2023-10-30T06:43:28Z</dcterms:created>
  <dcterms:modified xsi:type="dcterms:W3CDTF">2025-04-17T06:31:57Z</dcterms:modified>
</cp:coreProperties>
</file>