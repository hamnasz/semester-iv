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66" r:id="rId3"/>
    <p:sldId id="258" r:id="rId4"/>
    <p:sldId id="259" r:id="rId5"/>
    <p:sldId id="268" r:id="rId6"/>
    <p:sldId id="271" r:id="rId7"/>
    <p:sldId id="272" r:id="rId8"/>
    <p:sldId id="260" r:id="rId9"/>
    <p:sldId id="267" r:id="rId10"/>
    <p:sldId id="265" r:id="rId11"/>
    <p:sldId id="261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-4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322C-94DE-4A3A-8996-CFA59670C8A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C7FE-9F17-4643-9B0F-F3D55156B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322C-94DE-4A3A-8996-CFA59670C8A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C7FE-9F17-4643-9B0F-F3D55156B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5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322C-94DE-4A3A-8996-CFA59670C8A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C7FE-9F17-4643-9B0F-F3D55156B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2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322C-94DE-4A3A-8996-CFA59670C8A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C7FE-9F17-4643-9B0F-F3D55156B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0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322C-94DE-4A3A-8996-CFA59670C8A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C7FE-9F17-4643-9B0F-F3D55156B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41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322C-94DE-4A3A-8996-CFA59670C8A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C7FE-9F17-4643-9B0F-F3D55156B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77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322C-94DE-4A3A-8996-CFA59670C8A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C7FE-9F17-4643-9B0F-F3D55156B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55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322C-94DE-4A3A-8996-CFA59670C8A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C7FE-9F17-4643-9B0F-F3D55156B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2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322C-94DE-4A3A-8996-CFA59670C8A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C7FE-9F17-4643-9B0F-F3D55156B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4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322C-94DE-4A3A-8996-CFA59670C8A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C7FE-9F17-4643-9B0F-F3D55156B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5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322C-94DE-4A3A-8996-CFA59670C8A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C7FE-9F17-4643-9B0F-F3D55156B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3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1322C-94DE-4A3A-8996-CFA59670C8A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7C7FE-9F17-4643-9B0F-F3D55156B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2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629" y="239698"/>
            <a:ext cx="7649653" cy="2408146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124" y="3429000"/>
            <a:ext cx="10374923" cy="2901461"/>
          </a:xfrm>
        </p:spPr>
        <p:txBody>
          <a:bodyPr>
            <a:noAutofit/>
          </a:bodyPr>
          <a:lstStyle/>
          <a:p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Fakiha Shoukat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DA394B8-F89E-45AC-9E3F-FEC161BFAFAB}"/>
              </a:ext>
            </a:extLst>
          </p:cNvPr>
          <p:cNvSpPr txBox="1">
            <a:spLocks/>
          </p:cNvSpPr>
          <p:nvPr/>
        </p:nvSpPr>
        <p:spPr>
          <a:xfrm>
            <a:off x="907913" y="6166392"/>
            <a:ext cx="2800905" cy="6835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689324" y="239698"/>
            <a:ext cx="3611690" cy="36116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272716" y="2103835"/>
            <a:ext cx="125737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1"/>
            <a:r>
              <a:rPr lang="en-US" sz="6000" b="1" dirty="0" smtClean="0">
                <a:latin typeface="Arial" pitchFamily="34" charset="0"/>
                <a:cs typeface="Arial" pitchFamily="34" charset="0"/>
              </a:rPr>
              <a:t>Intelligence </a:t>
            </a:r>
            <a:endParaRPr lang="en-US" sz="6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76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35" y="1690688"/>
            <a:ext cx="7647709" cy="4336039"/>
          </a:xfrm>
        </p:spPr>
      </p:pic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9535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derive information, learn from experience, adapt to the environment,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correctly utilize thought and reason.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solve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problems or make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decisions.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Capacity to adapt and learn from experiences.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1579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83" y="903520"/>
            <a:ext cx="7495308" cy="5954480"/>
          </a:xfrm>
        </p:spPr>
      </p:pic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7516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Q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uotient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ntelligence </a:t>
            </a:r>
            <a:r>
              <a:rPr lang="en-US" dirty="0"/>
              <a:t>quotient and, in short, it is a measure of a person's reasoning ability.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other words, an IQ test is supposed to gauge how well someone can use information and logic to answer questions or make predictions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629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Improve Intelligence Quotient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your relational skills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language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more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“I did” list</a:t>
            </a:r>
          </a:p>
          <a:p>
            <a:pPr fontAlgn="auto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Quality Sleep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memory activities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your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healthy lifestyle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 in Regular Mental Exercise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1695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ow to Increase Your IQ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027906"/>
            <a:ext cx="7041951" cy="5549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8422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understand, use, and manage your own emotions in positive ways to relieve stress, communicate effectively, empathize with others, overcome challenges and defuse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conflict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manage both your own emotions and understand the emotions of people around you.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five key elements to EI: self-awareness, self-regulation,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empathy, and social skills.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647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382" y="903520"/>
            <a:ext cx="7744691" cy="5954479"/>
          </a:xfrm>
        </p:spPr>
      </p:pic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3742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273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Improve Emotional Intelligence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7855"/>
            <a:ext cx="5181600" cy="4639108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your emotions and name them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observing how you feel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 attention to how you behave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your own opinions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 responsibility for your feelings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Listen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 to look at yourself objectively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Keep a diary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what motivates you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 your emotional triggers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7855"/>
            <a:ext cx="5181600" cy="4502727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 how you will feel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Trust your intuition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goals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 time to celebrate the positive But don’t ignore the negative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prepared to leave your comfort zone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 to be approachable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realistic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 what people are saying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Wear somebody else’s shoes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Ask for feedback</a:t>
            </a:r>
          </a:p>
        </p:txBody>
      </p:sp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2829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037" y="1867189"/>
            <a:ext cx="5541818" cy="4351338"/>
          </a:xfrm>
        </p:spPr>
      </p:pic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7157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70" y="1825625"/>
            <a:ext cx="9996660" cy="4351338"/>
          </a:xfrm>
        </p:spPr>
      </p:pic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549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349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 </vt:lpstr>
      <vt:lpstr>PowerPoint Presentation</vt:lpstr>
      <vt:lpstr>PowerPoint Presentation</vt:lpstr>
      <vt:lpstr>PowerPoint Presentation</vt:lpstr>
      <vt:lpstr>Intelligence Quotient</vt:lpstr>
      <vt:lpstr>How to Improve Intelligence Quotient</vt:lpstr>
      <vt:lpstr>PowerPoint Presentation</vt:lpstr>
      <vt:lpstr>Emotional Intelligence</vt:lpstr>
      <vt:lpstr>PowerPoint Presentation</vt:lpstr>
      <vt:lpstr>How to Improve Emotional Intelligence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Aiman Ejaz</dc:creator>
  <cp:lastModifiedBy>fakiha Shoukat</cp:lastModifiedBy>
  <cp:revision>21</cp:revision>
  <dcterms:created xsi:type="dcterms:W3CDTF">2023-10-31T04:53:34Z</dcterms:created>
  <dcterms:modified xsi:type="dcterms:W3CDTF">2025-04-17T06:49:38Z</dcterms:modified>
</cp:coreProperties>
</file>