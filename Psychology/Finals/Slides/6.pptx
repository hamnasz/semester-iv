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0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0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1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7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6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3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3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15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9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5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2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DB4BE-E499-405E-8FBA-1850D56E509F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05B25-7777-4F20-B7F5-0906ADFA9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8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2716" y="2103835"/>
            <a:ext cx="12573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6000" b="1" dirty="0" err="1" smtClean="0">
                <a:latin typeface="Arial" pitchFamily="34" charset="0"/>
                <a:cs typeface="Arial" pitchFamily="34" charset="0"/>
              </a:rPr>
              <a:t>Defence</a:t>
            </a:r>
            <a:r>
              <a:rPr lang="en-US" sz="6000" b="1" dirty="0" smtClean="0">
                <a:latin typeface="Arial" pitchFamily="34" charset="0"/>
                <a:cs typeface="Arial" pitchFamily="34" charset="0"/>
              </a:rPr>
              <a:t> Mechanism</a:t>
            </a:r>
            <a:endParaRPr lang="en-US" sz="6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436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s your defence mechanism keeping you in second place?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2700" y="2096294"/>
            <a:ext cx="7086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571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mechanisms are psychological strategies that are unconsciously used to protect a person from anxiety arising from unacceptable thoughts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feelings.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mechanisms operate at an unconscious level and help ward off unpleasant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feelings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make good things feel better for the individual.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833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of defense mechanisms comes from psychoanalytic theory, a psychological perspective of personality that sees personality as the interaction between three components: id, ego, and super-ego.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strategies may help people put distance between themselves and threats or unwanted feelings, such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guilt 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shame.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790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Psychoanalytic Theory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27564"/>
            <a:ext cx="3932237" cy="354142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 is the inherited part of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personality, basic need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self and how we react to event / condition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Superego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governed by morals and societal compasses.</a:t>
            </a:r>
          </a:p>
        </p:txBody>
      </p:sp>
      <p:pic>
        <p:nvPicPr>
          <p:cNvPr id="5" name="Picture 2" descr="Id, Ego and Superego – Passion Blo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2057399"/>
            <a:ext cx="6172200" cy="38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1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678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M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echanisms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Repression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Rationalization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Sublimation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Compartmentalization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Intellectualization</a:t>
            </a:r>
          </a:p>
          <a:p>
            <a:endParaRPr lang="en-US" b="1" dirty="0"/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975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Denial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Denial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existence of specific feelings, thoughts, or even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cknowledge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facts about a particular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unexpected death of a loved one, a person might refuse to accept the reality of the death and deny that anything has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happened.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or think things that may be threatening, they may choose to repress them instead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Subconsciously blocking ideas or impulses that are undesirable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child, who faced abuse by a parent, later has no memory of the events but has trouble forming relationships.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5692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nwanted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feelings are displaced onto another person, where they then appear as a threat from the external world.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thoughts or feelings you have about another person may make you uncomfortable.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may project unfulfilled ambitions onto their child.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Displacement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one's emotional burden or emotional reaction from one entity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direct strong emotions and frustrations toward a person or object that doesn’t feel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threatening.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angry at their boss may “take out” their anger on a family member.</a:t>
            </a:r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016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cope with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stressors by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acting in a childish, immature, or age-inappropriate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may be seen at any stage of development in both adults and children when someone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not behaves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 appropriate way.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individual doesn’t take responsibilities and behave immaturely.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Rationalization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eaction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 might have after they make a decision, have a thought, or engage in a specific behavior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person finds a situation difficult to accept, they will make up a logical reason why it has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happened.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omeone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didn’t get a promotion at work might say they didn’t want the promotion anyways.</a:t>
            </a:r>
            <a:endParaRPr lang="en-US" sz="3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076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Sublimation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edirects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from an unacceptable impulse or emotion into a more socially acceptable one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seen as a mature form of behavior and is used to cope with difficult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omeone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anger issues may channel their aggressive urges into sports instead of lashing out at others physically or verbally.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 formation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erson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unconsciously replaces an unwanted or anxiety-provoking impulse with its opposite, often expressed in an exaggerated or showy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ecognize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feel, but they choose to behave in the opposite manner of their instincts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Acting like you hate someone but actually you don’t.</a:t>
            </a:r>
          </a:p>
          <a:p>
            <a:endParaRPr lang="en-US" dirty="0"/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1418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Compartmentalization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anxiety that arises from the clash of contradictory values or emotions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houghts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feelings that seem to conflict are kept separated or isolated from each other in the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you recognize that you are dealing with heavy emotions, you still manage to show up every day and perform well at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Intellectualization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using reason and logic to avoid uncomfortable or anxiety-provoking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Intellectualization can be a useful way of explaining and understanding negative </a:t>
            </a:r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events.</a:t>
            </a:r>
          </a:p>
          <a:p>
            <a:r>
              <a:rPr 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individual is rude to you, you may think about possible reasons for such behavior.</a:t>
            </a:r>
          </a:p>
        </p:txBody>
      </p:sp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375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695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PowerPoint Presentation</vt:lpstr>
      <vt:lpstr>PowerPoint Presentation</vt:lpstr>
      <vt:lpstr>Psychoanalytic Theory</vt:lpstr>
      <vt:lpstr>Defense Mechanisms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fakiha Shoukat</cp:lastModifiedBy>
  <cp:revision>29</cp:revision>
  <dcterms:created xsi:type="dcterms:W3CDTF">2023-10-07T07:57:52Z</dcterms:created>
  <dcterms:modified xsi:type="dcterms:W3CDTF">2025-04-17T06:47:53Z</dcterms:modified>
</cp:coreProperties>
</file>