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</p:sldIdLst>
  <p:sldSz cx="12192000" cy="91440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63" userDrawn="1">
          <p15:clr>
            <a:srgbClr val="A4A3A4"/>
          </p15:clr>
        </p15:guide>
        <p15:guide id="2" pos="34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434" y="84"/>
      </p:cViewPr>
      <p:guideLst>
        <p:guide orient="horz" pos="2463"/>
        <p:guide pos="34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168" y="2834643"/>
            <a:ext cx="103719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338" y="5120643"/>
            <a:ext cx="85415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114" y="2103123"/>
            <a:ext cx="53079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4157" y="2103123"/>
            <a:ext cx="53079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115" y="365763"/>
            <a:ext cx="109820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115" y="2103123"/>
            <a:ext cx="109820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8765" y="8503923"/>
            <a:ext cx="39047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113" y="8503923"/>
            <a:ext cx="280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5620" y="8503923"/>
            <a:ext cx="280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80550">
        <a:defRPr>
          <a:latin typeface="+mn-lt"/>
          <a:ea typeface="+mn-ea"/>
          <a:cs typeface="+mn-cs"/>
        </a:defRPr>
      </a:lvl2pPr>
      <a:lvl3pPr marL="1161101">
        <a:defRPr>
          <a:latin typeface="+mn-lt"/>
          <a:ea typeface="+mn-ea"/>
          <a:cs typeface="+mn-cs"/>
        </a:defRPr>
      </a:lvl3pPr>
      <a:lvl4pPr marL="1741651">
        <a:defRPr>
          <a:latin typeface="+mn-lt"/>
          <a:ea typeface="+mn-ea"/>
          <a:cs typeface="+mn-cs"/>
        </a:defRPr>
      </a:lvl4pPr>
      <a:lvl5pPr marL="2322201">
        <a:defRPr>
          <a:latin typeface="+mn-lt"/>
          <a:ea typeface="+mn-ea"/>
          <a:cs typeface="+mn-cs"/>
        </a:defRPr>
      </a:lvl5pPr>
      <a:lvl6pPr marL="2902753">
        <a:defRPr>
          <a:latin typeface="+mn-lt"/>
          <a:ea typeface="+mn-ea"/>
          <a:cs typeface="+mn-cs"/>
        </a:defRPr>
      </a:lvl6pPr>
      <a:lvl7pPr marL="3483303">
        <a:defRPr>
          <a:latin typeface="+mn-lt"/>
          <a:ea typeface="+mn-ea"/>
          <a:cs typeface="+mn-cs"/>
        </a:defRPr>
      </a:lvl7pPr>
      <a:lvl8pPr marL="4063853">
        <a:defRPr>
          <a:latin typeface="+mn-lt"/>
          <a:ea typeface="+mn-ea"/>
          <a:cs typeface="+mn-cs"/>
        </a:defRPr>
      </a:lvl8pPr>
      <a:lvl9pPr marL="464440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80550">
        <a:defRPr>
          <a:latin typeface="+mn-lt"/>
          <a:ea typeface="+mn-ea"/>
          <a:cs typeface="+mn-cs"/>
        </a:defRPr>
      </a:lvl2pPr>
      <a:lvl3pPr marL="1161101">
        <a:defRPr>
          <a:latin typeface="+mn-lt"/>
          <a:ea typeface="+mn-ea"/>
          <a:cs typeface="+mn-cs"/>
        </a:defRPr>
      </a:lvl3pPr>
      <a:lvl4pPr marL="1741651">
        <a:defRPr>
          <a:latin typeface="+mn-lt"/>
          <a:ea typeface="+mn-ea"/>
          <a:cs typeface="+mn-cs"/>
        </a:defRPr>
      </a:lvl4pPr>
      <a:lvl5pPr marL="2322201">
        <a:defRPr>
          <a:latin typeface="+mn-lt"/>
          <a:ea typeface="+mn-ea"/>
          <a:cs typeface="+mn-cs"/>
        </a:defRPr>
      </a:lvl5pPr>
      <a:lvl6pPr marL="2902753">
        <a:defRPr>
          <a:latin typeface="+mn-lt"/>
          <a:ea typeface="+mn-ea"/>
          <a:cs typeface="+mn-cs"/>
        </a:defRPr>
      </a:lvl6pPr>
      <a:lvl7pPr marL="3483303">
        <a:defRPr>
          <a:latin typeface="+mn-lt"/>
          <a:ea typeface="+mn-ea"/>
          <a:cs typeface="+mn-cs"/>
        </a:defRPr>
      </a:lvl7pPr>
      <a:lvl8pPr marL="4063853">
        <a:defRPr>
          <a:latin typeface="+mn-lt"/>
          <a:ea typeface="+mn-ea"/>
          <a:cs typeface="+mn-cs"/>
        </a:defRPr>
      </a:lvl8pPr>
      <a:lvl9pPr marL="464440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7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3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8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2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2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38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2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38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7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3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97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0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178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1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10297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2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4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0"/>
            <a:ext cx="12188952" cy="913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6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3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7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7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7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9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0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5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3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" y="0"/>
            <a:ext cx="1220475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4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0</Words>
  <Application>Microsoft Office PowerPoint</Application>
  <PresentationFormat>Custom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Selected Images</dc:title>
  <cp:lastModifiedBy>Muhammad Ejaz Bashir</cp:lastModifiedBy>
  <cp:revision>48</cp:revision>
  <dcterms:created xsi:type="dcterms:W3CDTF">2024-01-23T07:19:05Z</dcterms:created>
  <dcterms:modified xsi:type="dcterms:W3CDTF">2025-02-13T02:58:33Z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2024-01-23T00:00:00Z</vt:filetime>
  </property>
  <property fmtid="{D5CDD505-2E9C-101B-9397-08002B2CF9AE}" pid="3" name="Creator">
    <vt:lpwstr>Your Name</vt:lpwstr>
  </property>
  <property fmtid="{D5CDD505-2E9C-101B-9397-08002B2CF9AE}" pid="4" name="LastSaved">
    <vt:filetime>2024-01-23T00:00:00Z</vt:filetime>
  </property>
</Properties>
</file>