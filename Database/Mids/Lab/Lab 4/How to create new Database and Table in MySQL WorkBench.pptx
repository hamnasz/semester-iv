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Layouts/slideLayout8.xml" ContentType="application/vnd.openxmlformats-officedocument.presentationml.slideLayout+xml"/>
  <Default Extension="svg" ContentType="image/svg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3" r:id="rId2"/>
    <p:sldId id="259" r:id="rId3"/>
    <p:sldId id="258" r:id="rId4"/>
    <p:sldId id="260" r:id="rId5"/>
    <p:sldId id="261" r:id="rId6"/>
    <p:sldId id="262" r:id="rId7"/>
    <p:sldId id="263" r:id="rId8"/>
    <p:sldId id="265" r:id="rId9"/>
    <p:sldId id="266" r:id="rId10"/>
    <p:sldId id="267" r:id="rId11"/>
    <p:sldId id="268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81" r:id="rId20"/>
    <p:sldId id="282" r:id="rId21"/>
    <p:sldId id="283" r:id="rId22"/>
    <p:sldId id="284" r:id="rId23"/>
    <p:sldId id="285" r:id="rId24"/>
    <p:sldId id="286" r:id="rId25"/>
    <p:sldId id="287" r:id="rId26"/>
    <p:sldId id="288" r:id="rId27"/>
    <p:sldId id="289" r:id="rId28"/>
    <p:sldId id="290" r:id="rId29"/>
    <p:sldId id="291" r:id="rId30"/>
    <p:sldId id="292" r:id="rId31"/>
    <p:sldId id="293" r:id="rId32"/>
    <p:sldId id="294" r:id="rId33"/>
    <p:sldId id="295" r:id="rId34"/>
    <p:sldId id="296" r:id="rId35"/>
    <p:sldId id="297" r:id="rId36"/>
    <p:sldId id="298" r:id="rId37"/>
    <p:sldId id="299" r:id="rId38"/>
    <p:sldId id="300" r:id="rId39"/>
    <p:sldId id="301" r:id="rId40"/>
    <p:sldId id="302" r:id="rId41"/>
    <p:sldId id="303" r:id="rId42"/>
    <p:sldId id="304" r:id="rId43"/>
    <p:sldId id="305" r:id="rId44"/>
    <p:sldId id="306" r:id="rId45"/>
    <p:sldId id="307" r:id="rId46"/>
    <p:sldId id="308" r:id="rId47"/>
    <p:sldId id="309" r:id="rId48"/>
    <p:sldId id="310" r:id="rId49"/>
    <p:sldId id="311" r:id="rId50"/>
    <p:sldId id="312" r:id="rId51"/>
  </p:sldIdLst>
  <p:sldSz cx="12192000" cy="6858000"/>
  <p:notesSz cx="6858000" cy="9144000"/>
  <p:defaultTextStyle>
    <a:defPPr>
      <a:defRPr lang="x-non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32A2A"/>
    <a:srgbClr val="C00000"/>
    <a:srgbClr val="FFFFFF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987" autoAdjust="0"/>
    <p:restoredTop sz="94660"/>
  </p:normalViewPr>
  <p:slideViewPr>
    <p:cSldViewPr snapToGrid="0">
      <p:cViewPr>
        <p:scale>
          <a:sx n="53" d="100"/>
          <a:sy n="53" d="100"/>
        </p:scale>
        <p:origin x="-1068" y="-3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18F304D-9FBF-4B4D-AB5C-790149BB44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000C0F5D-325B-4660-8632-EBB9EC084D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FBC7CD5-CB98-4F1C-8F4E-14A8F9EE1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pPr/>
              <a:t>07-Oct-24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DA69AAB-D032-4740-999C-6FECB3BEC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1F2CE2C-3FF8-4ED5-9A0F-6E35B87E8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xmlns="" val="1683214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BD11BF5-D802-48A8-8681-E64C843E4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D563E54-C420-46A7-95A3-D26D99CE95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9E21E6C-72DA-4925-94EE-0D245623B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pPr/>
              <a:t>07-Oct-24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316D8A9-019D-413B-8A1E-F14D6EE35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050099F-8C38-444A-A7F8-21336A623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xmlns="" val="3175964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0B43EB3-C47B-49A1-BB67-347B61A6D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1CE9B96-3C04-415D-86F4-32630CB36F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F7AA9B9-E771-49B5-9E2D-06EAF24C1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pPr/>
              <a:t>07-Oct-24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AE7F1A7-FFC1-4BDE-908E-7A849372F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BE47FAB-5890-41CE-8DA9-CB5788221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xmlns="" val="3464982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C398E66-B67C-4351-89B6-A169553C0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C791AA4-B785-4E02-B612-05E57B25A9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E410E598-0767-477D-B9E8-2BCCF5C511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86D8C23-6B26-4B19-BEEB-7AEFC2A18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pPr/>
              <a:t>07-Oct-24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E8CB8FE9-ABD0-4AA5-986C-BC29ECC4F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147F8042-F61C-495E-8C35-E7989AA7E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xmlns="" val="2561973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6E21205-E47B-4E88-8DFD-1C6071B7A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7C64C0F1-91A6-4158-8855-0C72083701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54AB615B-6DBF-4632-94D0-3791085A6C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B7CB3133-8FE9-4883-B870-D642C1DF03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A98078B5-E153-4D81-A163-C758FDB897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D5D200C8-3958-4AE2-85B4-16A6511DD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pPr/>
              <a:t>07-Oct-24</a:t>
            </a:fld>
            <a:endParaRPr lang="x-non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6A253149-4D4C-46D5-8100-4A3D9F41B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65B7D50A-B373-419E-9BDA-973DC1118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xmlns="" val="2276628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D13C455-2666-47C6-BF3E-44EE0A290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2BCDB8A3-54C9-4DF0-AF58-847CC781E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pPr/>
              <a:t>07-Oct-24</a:t>
            </a:fld>
            <a:endParaRPr lang="x-non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B3A80F5-1CBF-45BD-A6AD-6BE98C141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67E03123-314A-4412-8618-E5C45344E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xmlns="" val="3214327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CEFC5179-D82F-40FA-BF21-7AA507CE0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pPr/>
              <a:t>07-Oct-24</a:t>
            </a:fld>
            <a:endParaRPr lang="x-non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C1CC15DB-F842-49C3-B55B-A16E38843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38FDBBF2-4194-4BEA-AC76-A5704F3BB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xmlns="" val="3140227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DB38F8C-D3DE-403C-AF37-746C3367B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8DF2B9D-4546-43D6-91C9-FFB86CF4EA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BF656608-3C52-495D-A214-A55C36D003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F898E0AF-DD29-4C26-82C8-ACF8330BE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pPr/>
              <a:t>07-Oct-24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5BC35345-7A18-4D42-9681-50058B9D5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BCB22563-5A9D-4035-99DC-A96787B7B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xmlns="" val="4221264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6AE83F7-E36A-48E5-8DCA-087E21BBE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822A8EBF-99DA-4706-BCCE-9EBA54596A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124EF8FC-B1A6-401C-9069-13842D8C8A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45A73258-FD4E-43EE-BF6C-3DADDEA90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pPr/>
              <a:t>07-Oct-24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170AB588-D788-4246-8BC5-FC3FB7485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E7FFFD2F-0AC3-4390-8990-6C3DDE552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xmlns="" val="916293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CC9B165-E271-4702-AC6D-63BC723EA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1555CA41-5CBD-4E65-95AA-B3EFB8BD3B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19ACED0-31DD-4C4F-B63A-02250626E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pPr/>
              <a:t>07-Oct-24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995553D-FD7D-4432-BC5C-F78462D73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1E46CDF-12B4-4900-A154-E219D22E9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xmlns="" val="57631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7B29BF1E-BE8B-4353-B936-AE8071F91C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DB322873-176A-4EA9-9941-DC9941F475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D35E231-43A9-48DA-833A-A8750A6CA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pPr/>
              <a:t>07-Oct-24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0B07A8C-6932-4260-BAAA-DBE1B1288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AFE6F17-3B9F-4C75-98BF-F79F5D018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xmlns="" val="4210841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74339B51-54CA-49F5-8966-F46D83C42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519CFAA-AD75-4697-91AC-85CEC6C6B2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4127230-2512-4F28-A281-14854D1474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37A82C-AEEE-48DB-A866-3B1CA0AC9D5D}" type="datetimeFigureOut">
              <a:rPr lang="x-none" smtClean="0"/>
              <a:pPr/>
              <a:t>07-Oct-24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FD06234-7A7A-4EED-8F6D-3D8EBC2D1F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A549BF4-1286-4C31-9FB5-ED9DDFE1E6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9F7D7-3C9C-4146-9FA1-B77DEB44278D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xmlns="" val="4013388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5.svg"/><Relationship Id="rId9" Type="http://schemas.openxmlformats.org/officeDocument/2006/relationships/image" Target="../media/image10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5.svg"/><Relationship Id="rId7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7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3.png"/><Relationship Id="rId7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10" Type="http://schemas.openxmlformats.org/officeDocument/2006/relationships/image" Target="../media/image16.png"/><Relationship Id="rId9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FBEF21E1-2D98-4671-AEAF-A201BC9C40D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32A2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5946CD5F-621C-4899-B8C5-417BE3F1EC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7343" y="2448878"/>
            <a:ext cx="11075951" cy="1153160"/>
          </a:xfrm>
        </p:spPr>
        <p:txBody>
          <a:bodyPr>
            <a:normAutofit/>
          </a:bodyPr>
          <a:lstStyle/>
          <a:p>
            <a:r>
              <a:rPr lang="en-GB" sz="6000" b="1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Database Management System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EC406DBB-5AF5-48F8-9377-D0A0ACE9B1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30224" y="3602038"/>
            <a:ext cx="10459934" cy="1153160"/>
          </a:xfrm>
        </p:spPr>
        <p:txBody>
          <a:bodyPr>
            <a:no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</a:rPr>
              <a:t>How to create new Database and Table in </a:t>
            </a:r>
            <a:r>
              <a:rPr lang="en-US" sz="2800" b="1" dirty="0" err="1" smtClean="0">
                <a:solidFill>
                  <a:schemeClr val="bg1"/>
                </a:solidFill>
              </a:rPr>
              <a:t>MySQL</a:t>
            </a:r>
            <a:r>
              <a:rPr lang="en-US" sz="2800" b="1" dirty="0" smtClean="0">
                <a:solidFill>
                  <a:schemeClr val="bg1"/>
                </a:solidFill>
              </a:rPr>
              <a:t> </a:t>
            </a:r>
            <a:r>
              <a:rPr lang="en-US" sz="2800" b="1" dirty="0" err="1" smtClean="0">
                <a:solidFill>
                  <a:schemeClr val="bg1"/>
                </a:solidFill>
              </a:rPr>
              <a:t>WorkBench</a:t>
            </a:r>
            <a:endParaRPr lang="en-US" sz="2800" b="1" dirty="0">
              <a:solidFill>
                <a:schemeClr val="bg1"/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xmlns="" id="{1C869FE1-C1C4-48A8-AA9E-99CAE025BE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62283" y="0"/>
            <a:ext cx="3611690" cy="3611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524796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BAEFE420-0C07-4D1B-9094-F2C452FF1011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6FBB4837-678E-4FCE-A1B7-2AE1B9432890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xmlns="" id="{D279BBF0-3F01-4944-AF8F-73A34B5B9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650112A7-3B60-423A-8682-3EC1CCAA7ABE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xmlns="" id="{75FFEA7F-8809-458D-BE80-99F7CFB965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B3F075CD-8CB0-4BD0-B756-BA559BF9DF2D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xmlns="" id="{ACED766F-A0E3-4D45-8A6E-86CCFAFA5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xmlns="" id="{F83660F3-45D1-4CA0-BE2A-E7E6C1B79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17" name="Content Placeholder 16" descr="Screenshot (48).png"/>
          <p:cNvPicPr>
            <a:picLocks noGrp="1" noChangeAspect="1"/>
          </p:cNvPicPr>
          <p:nvPr>
            <p:ph idx="1"/>
          </p:nvPr>
        </p:nvPicPr>
        <p:blipFill>
          <a:blip r:embed="rId8"/>
          <a:stretch>
            <a:fillRect/>
          </a:stretch>
        </p:blipFill>
        <p:spPr>
          <a:xfrm>
            <a:off x="385011" y="1106904"/>
            <a:ext cx="11405936" cy="5751095"/>
          </a:xfrm>
        </p:spPr>
      </p:pic>
    </p:spTree>
    <p:extLst>
      <p:ext uri="{BB962C8B-B14F-4D97-AF65-F5344CB8AC3E}">
        <p14:creationId xmlns:p14="http://schemas.microsoft.com/office/powerpoint/2010/main" xmlns="" val="14385840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xmlns="" id="{2CF01162-D0B6-4CEC-B999-30B23E8FE853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xmlns="" id="{DCE332D8-FEE8-4AD2-B9E4-EC25C85A6F47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xmlns="" id="{876FD797-A00B-49D8-A888-67D34967BA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xmlns="" id="{6F868DCA-0E35-467D-A281-E7D4A2A332BD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xmlns="" id="{71F90180-E346-4AF9-B3BC-F4B7007B4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xmlns="" id="{70627AB0-0949-4DC3-9D55-6721F0EAD02C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xmlns="" id="{A532177C-F5A5-41C6-B8EF-E6DA142B5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xmlns="" id="{085A7425-75D1-4518-8891-A639DA0C4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6" name="Graphic 5">
            <a:extLst>
              <a:ext uri="{FF2B5EF4-FFF2-40B4-BE49-F238E27FC236}">
                <a16:creationId xmlns:a16="http://schemas.microsoft.com/office/drawing/2014/main" xmlns="" id="{19B401B7-B613-4C06-A492-7A706824954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9847252" y="1519722"/>
            <a:ext cx="2039974" cy="5144283"/>
          </a:xfrm>
          <a:prstGeom prst="rect">
            <a:avLst/>
          </a:prstGeom>
        </p:spPr>
      </p:pic>
      <p:pic>
        <p:nvPicPr>
          <p:cNvPr id="20" name="Content Placeholder 19" descr="Screenshot (50).png"/>
          <p:cNvPicPr>
            <a:picLocks noGrp="1" noChangeAspect="1"/>
          </p:cNvPicPr>
          <p:nvPr>
            <p:ph idx="1"/>
          </p:nvPr>
        </p:nvPicPr>
        <p:blipFill>
          <a:blip r:embed="rId10"/>
          <a:stretch>
            <a:fillRect/>
          </a:stretch>
        </p:blipFill>
        <p:spPr>
          <a:xfrm>
            <a:off x="974558" y="1155032"/>
            <a:ext cx="9601200" cy="5342021"/>
          </a:xfrm>
        </p:spPr>
      </p:pic>
    </p:spTree>
    <p:extLst>
      <p:ext uri="{BB962C8B-B14F-4D97-AF65-F5344CB8AC3E}">
        <p14:creationId xmlns:p14="http://schemas.microsoft.com/office/powerpoint/2010/main" xmlns="" val="3239341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xmlns="" id="{034DD2C6-4CC8-4F4C-9615-8F42757A1CE2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xmlns="" id="{4B7C661D-5448-402F-AD37-037DDA89EAE8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xmlns="" id="{97AA08FC-35FB-44F1-BB8F-399F019CBF4F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xmlns="" id="{ABF06EB7-5284-4699-8F45-3C74960363D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xmlns="" id="{FDFE4515-6F2B-4BB8-8018-36AFB06BA194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xmlns="" id="{10EB8B8D-6004-4AED-A244-C4DC6F8DA65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xmlns="" id="{B90D907E-CA01-4229-92EF-9ABBCFBA1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xmlns="" id="{3CE084BF-DF82-4A63-A9CB-4F517A8FDE9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45394" y="153305"/>
            <a:ext cx="1443969" cy="828208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xmlns="" id="{066FF2A6-21EC-4DCA-B8DA-6528DF99341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71197" y="1514474"/>
            <a:ext cx="2039974" cy="5144283"/>
          </a:xfrm>
          <a:prstGeom prst="rect">
            <a:avLst/>
          </a:prstGeom>
        </p:spPr>
      </p:pic>
      <p:pic>
        <p:nvPicPr>
          <p:cNvPr id="12" name="Picture 11" descr="Screenshot (51)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1191126"/>
            <a:ext cx="12192000" cy="5666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674394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3DB829FF-4C37-46B6-B4E2-5F205C614DC1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67866F03-AB28-4076-A101-C05ED2916839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xmlns="" id="{CFF2093B-3FF1-45E4-8236-0C753316AD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9BF863EB-B7C4-4845-A157-7BB371E924B3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xmlns="" id="{86F0B4C8-CC62-4891-9C99-B146F4A850B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818007ED-0B2B-42D8-9394-014EC0497A35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xmlns="" id="{26482E21-91A3-466E-88F0-0149ECFB73F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xmlns="" id="{7BBDC86F-ED38-4A71-B98D-BFBFB34B9A3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17" name="Content Placeholder 16" descr="Screenshot (52).png"/>
          <p:cNvPicPr>
            <a:picLocks noGrp="1" noChangeAspect="1"/>
          </p:cNvPicPr>
          <p:nvPr>
            <p:ph idx="1"/>
          </p:nvPr>
        </p:nvPicPr>
        <p:blipFill>
          <a:blip r:embed="rId8"/>
          <a:stretch>
            <a:fillRect/>
          </a:stretch>
        </p:blipFill>
        <p:spPr>
          <a:xfrm>
            <a:off x="709863" y="1215188"/>
            <a:ext cx="10311063" cy="5642811"/>
          </a:xfrm>
        </p:spPr>
      </p:pic>
    </p:spTree>
    <p:extLst>
      <p:ext uri="{BB962C8B-B14F-4D97-AF65-F5344CB8AC3E}">
        <p14:creationId xmlns:p14="http://schemas.microsoft.com/office/powerpoint/2010/main" xmlns="" val="777974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xmlns="" id="{71001890-2D27-4C06-8608-762CAE8C86A2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xmlns="" id="{C44EECAA-E328-47D6-ACBC-7B6045FFBA9E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xmlns="" id="{BB310BC6-D369-40F7-9134-CA1AF26C14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xmlns="" id="{1C4A534A-AF61-4A94-9BBB-ECD9B5E8BF56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xmlns="" id="{7FD3E16B-B08C-424B-B4E0-5F9C11D045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xmlns="" id="{1FF2B077-D3DF-4751-8D55-BD3BDAEDAB0F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xmlns="" id="{B35BA541-C933-4EB5-A6B6-39E31DDF92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xmlns="" id="{99D81B47-A520-4FD2-B153-D43C470F825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19" name="Picture 18" descr="Screenshot (53).png"/>
          <p:cNvPicPr>
            <a:picLocks noChangeAspect="1"/>
          </p:cNvPicPr>
          <p:nvPr/>
        </p:nvPicPr>
        <p:blipFill>
          <a:blip r:embed="rId8"/>
          <a:srcRect t="7895" b="9474"/>
          <a:stretch>
            <a:fillRect/>
          </a:stretch>
        </p:blipFill>
        <p:spPr>
          <a:xfrm>
            <a:off x="0" y="1191149"/>
            <a:ext cx="12192000" cy="5666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7241798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xmlns="" id="{1EBEA25A-199D-4D78-B795-C46C85A52E0B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xmlns="" id="{670D3031-B614-4825-9EBF-C1E73C4E9DBB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xmlns="" id="{D74C19F5-C6B4-4428-89D1-EB6EC79A5E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xmlns="" id="{CA2AD84F-7748-4055-8715-3197B2C846C7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xmlns="" id="{C28E98CA-7A21-4AA3-9B8F-1799DD34823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xmlns="" id="{ACDD3783-E879-4E85-BB51-871A7A8018E0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xmlns="" id="{E5C669A3-D490-4746-8542-0EDF14F741F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xmlns="" id="{8F309829-A49F-4E58-8019-7A5F6A26DDC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13" name="Picture 12" descr="Screenshot (54).png"/>
          <p:cNvPicPr>
            <a:picLocks noChangeAspect="1"/>
          </p:cNvPicPr>
          <p:nvPr/>
        </p:nvPicPr>
        <p:blipFill>
          <a:blip r:embed="rId8"/>
          <a:srcRect t="7719" b="16140"/>
          <a:stretch>
            <a:fillRect/>
          </a:stretch>
        </p:blipFill>
        <p:spPr>
          <a:xfrm>
            <a:off x="0" y="1335533"/>
            <a:ext cx="12192000" cy="5221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1406326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116CB3A1-2F0C-4B2E-B7CA-A23AA016B82A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xmlns="" id="{399DF749-C1DE-44F1-A0AE-4706451F9DC0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xmlns="" id="{D9D7FAC1-C050-44C3-A520-F7E0452EAE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5A6F26BF-93C2-4599-8B3A-583CD8A06DE8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xmlns="" id="{8181E826-520B-42BD-8798-DFC87C7271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xmlns="" id="{5FDE77C3-8284-43D1-8BB9-0E1FE03DB50B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xmlns="" id="{5905B5D0-B635-43DA-AFAC-C24406CF3BB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xmlns="" id="{D51AB74C-8A70-4C3E-A650-D7E8022D40F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18" name="Picture 17" descr="Screenshot (55).png"/>
          <p:cNvPicPr>
            <a:picLocks noChangeAspect="1"/>
          </p:cNvPicPr>
          <p:nvPr/>
        </p:nvPicPr>
        <p:blipFill>
          <a:blip r:embed="rId8"/>
          <a:srcRect t="8070" b="15614"/>
          <a:stretch>
            <a:fillRect/>
          </a:stretch>
        </p:blipFill>
        <p:spPr>
          <a:xfrm>
            <a:off x="0" y="1347565"/>
            <a:ext cx="12192000" cy="523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830661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9147A9A5-6E4B-45B5-A1D6-2E2CC3DACA54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xmlns="" id="{4CAEB2B4-072D-4229-94BD-E34FA4C1D4E6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xmlns="" id="{92AEB78D-C3B4-4A7A-80CA-53543A5D44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8D93294A-2F98-4A5A-A82E-005CD9D43DFD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xmlns="" id="{85894A6D-0713-42B1-893C-A4CD02806E1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xmlns="" id="{AC0DCD85-05B0-4260-866F-C0E865F08F86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xmlns="" id="{691E0CCE-CC2F-48D8-BD6A-164BA1890E8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xmlns="" id="{1AE0E661-5285-4714-81F2-35134892A6F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18" name="Picture 17" descr="Screenshot (56).png"/>
          <p:cNvPicPr>
            <a:picLocks noChangeAspect="1"/>
          </p:cNvPicPr>
          <p:nvPr/>
        </p:nvPicPr>
        <p:blipFill>
          <a:blip r:embed="rId8"/>
          <a:srcRect t="9474" b="16491"/>
          <a:stretch>
            <a:fillRect/>
          </a:stretch>
        </p:blipFill>
        <p:spPr>
          <a:xfrm>
            <a:off x="0" y="1395689"/>
            <a:ext cx="12192000" cy="5077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3220073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xmlns="" id="{D902F2AF-6212-4EBD-91DC-0A31C66CC177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xmlns="" id="{2107BFA9-1FBC-4994-94F4-F8E048555E33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xmlns="" id="{7DAE626E-39CF-4929-AEBD-F99D85693C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xmlns="" id="{C01A20DA-2C51-458B-8DF2-9A31ADB10865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xmlns="" id="{085CEA25-F483-4C30-B74C-7F72BED483D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xmlns="" id="{5AE3EF58-064F-430D-8AF4-B50903602484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xmlns="" id="{900A4B43-9A67-4050-B066-DDA0AAA31A1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xmlns="" id="{B5C0BAE4-239E-4E7D-98AE-3F6AEE48AD8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19" name="Picture 18" descr="Screenshot (57).png"/>
          <p:cNvPicPr>
            <a:picLocks noChangeAspect="1"/>
          </p:cNvPicPr>
          <p:nvPr/>
        </p:nvPicPr>
        <p:blipFill>
          <a:blip r:embed="rId10"/>
          <a:srcRect t="9474" b="15965"/>
          <a:stretch>
            <a:fillRect/>
          </a:stretch>
        </p:blipFill>
        <p:spPr>
          <a:xfrm>
            <a:off x="0" y="1359593"/>
            <a:ext cx="12192000" cy="5113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1289903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248EDEA5-6F4E-494E-815A-CCF1A7B833E7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E23045AD-4842-4A8C-966A-35ECDC39C9B4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xmlns="" id="{DEFABB0B-400F-480C-AFD9-ACEDEFA6A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846C7A49-8B06-4148-A8B5-556500600B2A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xmlns="" id="{9C074D21-17CF-4514-8D23-9EC41C174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DF5F8CFF-608A-41D0-869F-D1E7BDD76C31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xmlns="" id="{ADD1A806-05C4-4F48-A1AC-CA732FC0F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xmlns="" id="{7F8C439F-A762-48D2-B04B-2CCE741A5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17" name="Content Placeholder 16" descr="Screenshot (58).png"/>
          <p:cNvPicPr>
            <a:picLocks noGrp="1" noChangeAspect="1"/>
          </p:cNvPicPr>
          <p:nvPr>
            <p:ph idx="1"/>
          </p:nvPr>
        </p:nvPicPr>
        <p:blipFill>
          <a:blip r:embed="rId8"/>
          <a:stretch>
            <a:fillRect/>
          </a:stretch>
        </p:blipFill>
        <p:spPr>
          <a:xfrm>
            <a:off x="517357" y="1263320"/>
            <a:ext cx="10948737" cy="5342021"/>
          </a:xfrm>
        </p:spPr>
      </p:pic>
    </p:spTree>
    <p:extLst>
      <p:ext uri="{BB962C8B-B14F-4D97-AF65-F5344CB8AC3E}">
        <p14:creationId xmlns:p14="http://schemas.microsoft.com/office/powerpoint/2010/main" xmlns="" val="28732185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xmlns="" id="{248EDEA5-6F4E-494E-815A-CCF1A7B833E7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E23045AD-4842-4A8C-966A-35ECDC39C9B4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xmlns="" id="{DEFABB0B-400F-480C-AFD9-ACEDEFA6A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846C7A49-8B06-4148-A8B5-556500600B2A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xmlns="" id="{9C074D21-17CF-4514-8D23-9EC41C174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DF5F8CFF-608A-41D0-869F-D1E7BDD76C31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xmlns="" id="{ADD1A806-05C4-4F48-A1AC-CA732FC0F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xmlns="" id="{7F8C439F-A762-48D2-B04B-2CCE741A5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18" name="Content Placeholder 17" descr="Screenshot (59).png"/>
          <p:cNvPicPr>
            <a:picLocks noGrp="1" noChangeAspect="1"/>
          </p:cNvPicPr>
          <p:nvPr>
            <p:ph idx="1"/>
          </p:nvPr>
        </p:nvPicPr>
        <p:blipFill>
          <a:blip r:embed="rId8"/>
          <a:stretch>
            <a:fillRect/>
          </a:stretch>
        </p:blipFill>
        <p:spPr>
          <a:xfrm>
            <a:off x="1540042" y="1491916"/>
            <a:ext cx="8987590" cy="5041231"/>
          </a:xfrm>
        </p:spPr>
      </p:pic>
    </p:spTree>
    <p:extLst>
      <p:ext uri="{BB962C8B-B14F-4D97-AF65-F5344CB8AC3E}">
        <p14:creationId xmlns:p14="http://schemas.microsoft.com/office/powerpoint/2010/main" xmlns="" val="28732185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xmlns="" id="{248EDEA5-6F4E-494E-815A-CCF1A7B833E7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E23045AD-4842-4A8C-966A-35ECDC39C9B4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xmlns="" id="{DEFABB0B-400F-480C-AFD9-ACEDEFA6A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846C7A49-8B06-4148-A8B5-556500600B2A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xmlns="" id="{9C074D21-17CF-4514-8D23-9EC41C174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DF5F8CFF-608A-41D0-869F-D1E7BDD76C31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xmlns="" id="{ADD1A806-05C4-4F48-A1AC-CA732FC0F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xmlns="" id="{7F8C439F-A762-48D2-B04B-2CCE741A5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18" name="Content Placeholder 17" descr="Screenshot (60).png"/>
          <p:cNvPicPr>
            <a:picLocks noGrp="1" noChangeAspect="1"/>
          </p:cNvPicPr>
          <p:nvPr>
            <p:ph idx="1"/>
          </p:nvPr>
        </p:nvPicPr>
        <p:blipFill>
          <a:blip r:embed="rId8"/>
          <a:stretch>
            <a:fillRect/>
          </a:stretch>
        </p:blipFill>
        <p:spPr>
          <a:xfrm>
            <a:off x="1251283" y="1467852"/>
            <a:ext cx="9877927" cy="5221705"/>
          </a:xfrm>
        </p:spPr>
      </p:pic>
    </p:spTree>
    <p:extLst>
      <p:ext uri="{BB962C8B-B14F-4D97-AF65-F5344CB8AC3E}">
        <p14:creationId xmlns:p14="http://schemas.microsoft.com/office/powerpoint/2010/main" xmlns="" val="28732185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xmlns="" id="{248EDEA5-6F4E-494E-815A-CCF1A7B833E7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E23045AD-4842-4A8C-966A-35ECDC39C9B4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xmlns="" id="{DEFABB0B-400F-480C-AFD9-ACEDEFA6A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846C7A49-8B06-4148-A8B5-556500600B2A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xmlns="" id="{9C074D21-17CF-4514-8D23-9EC41C174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DF5F8CFF-608A-41D0-869F-D1E7BDD76C31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xmlns="" id="{ADD1A806-05C4-4F48-A1AC-CA732FC0F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xmlns="" id="{7F8C439F-A762-48D2-B04B-2CCE741A5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17" name="Content Placeholder 16" descr="Screenshot (61).png"/>
          <p:cNvPicPr>
            <a:picLocks noGrp="1" noChangeAspect="1"/>
          </p:cNvPicPr>
          <p:nvPr>
            <p:ph idx="1"/>
          </p:nvPr>
        </p:nvPicPr>
        <p:blipFill>
          <a:blip r:embed="rId8"/>
          <a:stretch>
            <a:fillRect/>
          </a:stretch>
        </p:blipFill>
        <p:spPr>
          <a:xfrm>
            <a:off x="1347537" y="1491916"/>
            <a:ext cx="9456821" cy="4957010"/>
          </a:xfrm>
        </p:spPr>
      </p:pic>
    </p:spTree>
    <p:extLst>
      <p:ext uri="{BB962C8B-B14F-4D97-AF65-F5344CB8AC3E}">
        <p14:creationId xmlns:p14="http://schemas.microsoft.com/office/powerpoint/2010/main" xmlns="" val="28732185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xmlns="" id="{248EDEA5-6F4E-494E-815A-CCF1A7B833E7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E23045AD-4842-4A8C-966A-35ECDC39C9B4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xmlns="" id="{DEFABB0B-400F-480C-AFD9-ACEDEFA6A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846C7A49-8B06-4148-A8B5-556500600B2A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xmlns="" id="{9C074D21-17CF-4514-8D23-9EC41C174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DF5F8CFF-608A-41D0-869F-D1E7BDD76C31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xmlns="" id="{ADD1A806-05C4-4F48-A1AC-CA732FC0F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xmlns="" id="{7F8C439F-A762-48D2-B04B-2CCE741A5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17" name="Content Placeholder 16" descr="Screenshot (62).png"/>
          <p:cNvPicPr>
            <a:picLocks noGrp="1" noChangeAspect="1"/>
          </p:cNvPicPr>
          <p:nvPr>
            <p:ph idx="1"/>
          </p:nvPr>
        </p:nvPicPr>
        <p:blipFill>
          <a:blip r:embed="rId8"/>
          <a:stretch>
            <a:fillRect/>
          </a:stretch>
        </p:blipFill>
        <p:spPr>
          <a:xfrm>
            <a:off x="1155031" y="1528011"/>
            <a:ext cx="9444789" cy="4896852"/>
          </a:xfrm>
        </p:spPr>
      </p:pic>
    </p:spTree>
    <p:extLst>
      <p:ext uri="{BB962C8B-B14F-4D97-AF65-F5344CB8AC3E}">
        <p14:creationId xmlns:p14="http://schemas.microsoft.com/office/powerpoint/2010/main" xmlns="" val="28732185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xmlns="" id="{248EDEA5-6F4E-494E-815A-CCF1A7B833E7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E23045AD-4842-4A8C-966A-35ECDC39C9B4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xmlns="" id="{DEFABB0B-400F-480C-AFD9-ACEDEFA6A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846C7A49-8B06-4148-A8B5-556500600B2A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xmlns="" id="{9C074D21-17CF-4514-8D23-9EC41C174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DF5F8CFF-608A-41D0-869F-D1E7BDD76C31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xmlns="" id="{ADD1A806-05C4-4F48-A1AC-CA732FC0F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xmlns="" id="{7F8C439F-A762-48D2-B04B-2CCE741A5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17" name="Content Placeholder 16" descr="Screenshot (62).png"/>
          <p:cNvPicPr>
            <a:picLocks noGrp="1" noChangeAspect="1"/>
          </p:cNvPicPr>
          <p:nvPr>
            <p:ph idx="1"/>
          </p:nvPr>
        </p:nvPicPr>
        <p:blipFill>
          <a:blip r:embed="rId8"/>
          <a:stretch>
            <a:fillRect/>
          </a:stretch>
        </p:blipFill>
        <p:spPr>
          <a:xfrm>
            <a:off x="1443789" y="1588168"/>
            <a:ext cx="9637295" cy="4993105"/>
          </a:xfrm>
        </p:spPr>
      </p:pic>
    </p:spTree>
    <p:extLst>
      <p:ext uri="{BB962C8B-B14F-4D97-AF65-F5344CB8AC3E}">
        <p14:creationId xmlns:p14="http://schemas.microsoft.com/office/powerpoint/2010/main" xmlns="" val="28732185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xmlns="" id="{248EDEA5-6F4E-494E-815A-CCF1A7B833E7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E23045AD-4842-4A8C-966A-35ECDC39C9B4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xmlns="" id="{DEFABB0B-400F-480C-AFD9-ACEDEFA6A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846C7A49-8B06-4148-A8B5-556500600B2A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xmlns="" id="{9C074D21-17CF-4514-8D23-9EC41C174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DF5F8CFF-608A-41D0-869F-D1E7BDD76C31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xmlns="" id="{ADD1A806-05C4-4F48-A1AC-CA732FC0F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xmlns="" id="{7F8C439F-A762-48D2-B04B-2CCE741A5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17" name="Content Placeholder 16" descr="Screenshot (63).png"/>
          <p:cNvPicPr>
            <a:picLocks noGrp="1" noChangeAspect="1"/>
          </p:cNvPicPr>
          <p:nvPr>
            <p:ph idx="1"/>
          </p:nvPr>
        </p:nvPicPr>
        <p:blipFill>
          <a:blip r:embed="rId8"/>
          <a:stretch>
            <a:fillRect/>
          </a:stretch>
        </p:blipFill>
        <p:spPr>
          <a:xfrm>
            <a:off x="1155032" y="1600200"/>
            <a:ext cx="9252284" cy="4848726"/>
          </a:xfrm>
        </p:spPr>
      </p:pic>
    </p:spTree>
    <p:extLst>
      <p:ext uri="{BB962C8B-B14F-4D97-AF65-F5344CB8AC3E}">
        <p14:creationId xmlns:p14="http://schemas.microsoft.com/office/powerpoint/2010/main" xmlns="" val="28732185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xmlns="" id="{248EDEA5-6F4E-494E-815A-CCF1A7B833E7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E23045AD-4842-4A8C-966A-35ECDC39C9B4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xmlns="" id="{DEFABB0B-400F-480C-AFD9-ACEDEFA6A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846C7A49-8B06-4148-A8B5-556500600B2A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xmlns="" id="{9C074D21-17CF-4514-8D23-9EC41C174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DF5F8CFF-608A-41D0-869F-D1E7BDD76C31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xmlns="" id="{ADD1A806-05C4-4F48-A1AC-CA732FC0F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xmlns="" id="{7F8C439F-A762-48D2-B04B-2CCE741A5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17" name="Content Placeholder 16" descr="Screenshot (64).png"/>
          <p:cNvPicPr>
            <a:picLocks noGrp="1" noChangeAspect="1"/>
          </p:cNvPicPr>
          <p:nvPr>
            <p:ph idx="1"/>
          </p:nvPr>
        </p:nvPicPr>
        <p:blipFill>
          <a:blip r:embed="rId8"/>
          <a:stretch>
            <a:fillRect/>
          </a:stretch>
        </p:blipFill>
        <p:spPr>
          <a:xfrm>
            <a:off x="1576137" y="1395663"/>
            <a:ext cx="8999621" cy="5089358"/>
          </a:xfrm>
        </p:spPr>
      </p:pic>
    </p:spTree>
    <p:extLst>
      <p:ext uri="{BB962C8B-B14F-4D97-AF65-F5344CB8AC3E}">
        <p14:creationId xmlns:p14="http://schemas.microsoft.com/office/powerpoint/2010/main" xmlns="" val="28732185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xmlns="" id="{248EDEA5-6F4E-494E-815A-CCF1A7B833E7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E23045AD-4842-4A8C-966A-35ECDC39C9B4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xmlns="" id="{DEFABB0B-400F-480C-AFD9-ACEDEFA6A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846C7A49-8B06-4148-A8B5-556500600B2A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xmlns="" id="{9C074D21-17CF-4514-8D23-9EC41C174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DF5F8CFF-608A-41D0-869F-D1E7BDD76C31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xmlns="" id="{ADD1A806-05C4-4F48-A1AC-CA732FC0F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xmlns="" id="{7F8C439F-A762-48D2-B04B-2CCE741A5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17" name="Content Placeholder 16" descr="Screenshot (65).png"/>
          <p:cNvPicPr>
            <a:picLocks noGrp="1" noChangeAspect="1"/>
          </p:cNvPicPr>
          <p:nvPr>
            <p:ph idx="1"/>
          </p:nvPr>
        </p:nvPicPr>
        <p:blipFill>
          <a:blip r:embed="rId8"/>
          <a:stretch>
            <a:fillRect/>
          </a:stretch>
        </p:blipFill>
        <p:spPr>
          <a:xfrm>
            <a:off x="1383631" y="1576137"/>
            <a:ext cx="9095873" cy="4860758"/>
          </a:xfrm>
        </p:spPr>
      </p:pic>
    </p:spTree>
    <p:extLst>
      <p:ext uri="{BB962C8B-B14F-4D97-AF65-F5344CB8AC3E}">
        <p14:creationId xmlns:p14="http://schemas.microsoft.com/office/powerpoint/2010/main" xmlns="" val="28732185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xmlns="" id="{248EDEA5-6F4E-494E-815A-CCF1A7B833E7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E23045AD-4842-4A8C-966A-35ECDC39C9B4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xmlns="" id="{DEFABB0B-400F-480C-AFD9-ACEDEFA6A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846C7A49-8B06-4148-A8B5-556500600B2A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xmlns="" id="{9C074D21-17CF-4514-8D23-9EC41C174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DF5F8CFF-608A-41D0-869F-D1E7BDD76C31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xmlns="" id="{ADD1A806-05C4-4F48-A1AC-CA732FC0F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xmlns="" id="{7F8C439F-A762-48D2-B04B-2CCE741A5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17" name="Content Placeholder 16" descr="Screenshot (66).png"/>
          <p:cNvPicPr>
            <a:picLocks noGrp="1" noChangeAspect="1"/>
          </p:cNvPicPr>
          <p:nvPr>
            <p:ph idx="1"/>
          </p:nvPr>
        </p:nvPicPr>
        <p:blipFill>
          <a:blip r:embed="rId8"/>
          <a:stretch>
            <a:fillRect/>
          </a:stretch>
        </p:blipFill>
        <p:spPr>
          <a:xfrm>
            <a:off x="1455821" y="1359568"/>
            <a:ext cx="8807116" cy="5065295"/>
          </a:xfrm>
        </p:spPr>
      </p:pic>
    </p:spTree>
    <p:extLst>
      <p:ext uri="{BB962C8B-B14F-4D97-AF65-F5344CB8AC3E}">
        <p14:creationId xmlns:p14="http://schemas.microsoft.com/office/powerpoint/2010/main" xmlns="" val="28732185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xmlns="" id="{248EDEA5-6F4E-494E-815A-CCF1A7B833E7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E23045AD-4842-4A8C-966A-35ECDC39C9B4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xmlns="" id="{DEFABB0B-400F-480C-AFD9-ACEDEFA6A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846C7A49-8B06-4148-A8B5-556500600B2A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xmlns="" id="{9C074D21-17CF-4514-8D23-9EC41C174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DF5F8CFF-608A-41D0-869F-D1E7BDD76C31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xmlns="" id="{ADD1A806-05C4-4F48-A1AC-CA732FC0F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xmlns="" id="{7F8C439F-A762-48D2-B04B-2CCE741A5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17" name="Content Placeholder 16" descr="Screenshot (67).png"/>
          <p:cNvPicPr>
            <a:picLocks noGrp="1" noChangeAspect="1"/>
          </p:cNvPicPr>
          <p:nvPr>
            <p:ph idx="1"/>
          </p:nvPr>
        </p:nvPicPr>
        <p:blipFill>
          <a:blip r:embed="rId8"/>
          <a:stretch>
            <a:fillRect/>
          </a:stretch>
        </p:blipFill>
        <p:spPr>
          <a:xfrm>
            <a:off x="1443789" y="1576136"/>
            <a:ext cx="8903369" cy="4932947"/>
          </a:xfrm>
        </p:spPr>
      </p:pic>
    </p:spTree>
    <p:extLst>
      <p:ext uri="{BB962C8B-B14F-4D97-AF65-F5344CB8AC3E}">
        <p14:creationId xmlns:p14="http://schemas.microsoft.com/office/powerpoint/2010/main" xmlns="" val="28732185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xmlns="" id="{248EDEA5-6F4E-494E-815A-CCF1A7B833E7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E23045AD-4842-4A8C-966A-35ECDC39C9B4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xmlns="" id="{DEFABB0B-400F-480C-AFD9-ACEDEFA6A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846C7A49-8B06-4148-A8B5-556500600B2A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xmlns="" id="{9C074D21-17CF-4514-8D23-9EC41C174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DF5F8CFF-608A-41D0-869F-D1E7BDD76C31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xmlns="" id="{ADD1A806-05C4-4F48-A1AC-CA732FC0F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xmlns="" id="{7F8C439F-A762-48D2-B04B-2CCE741A5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17" name="Content Placeholder 16" descr="Screenshot (68).png"/>
          <p:cNvPicPr>
            <a:picLocks noGrp="1" noChangeAspect="1"/>
          </p:cNvPicPr>
          <p:nvPr>
            <p:ph idx="1"/>
          </p:nvPr>
        </p:nvPicPr>
        <p:blipFill>
          <a:blip r:embed="rId8"/>
          <a:stretch>
            <a:fillRect/>
          </a:stretch>
        </p:blipFill>
        <p:spPr>
          <a:xfrm>
            <a:off x="1359567" y="1503947"/>
            <a:ext cx="9023685" cy="4981074"/>
          </a:xfrm>
        </p:spPr>
      </p:pic>
    </p:spTree>
    <p:extLst>
      <p:ext uri="{BB962C8B-B14F-4D97-AF65-F5344CB8AC3E}">
        <p14:creationId xmlns:p14="http://schemas.microsoft.com/office/powerpoint/2010/main" xmlns="" val="28732185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xmlns="" id="{248EDEA5-6F4E-494E-815A-CCF1A7B833E7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E23045AD-4842-4A8C-966A-35ECDC39C9B4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xmlns="" id="{DEFABB0B-400F-480C-AFD9-ACEDEFA6A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846C7A49-8B06-4148-A8B5-556500600B2A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xmlns="" id="{9C074D21-17CF-4514-8D23-9EC41C174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DF5F8CFF-608A-41D0-869F-D1E7BDD76C31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xmlns="" id="{ADD1A806-05C4-4F48-A1AC-CA732FC0F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xmlns="" id="{7F8C439F-A762-48D2-B04B-2CCE741A5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17" name="Content Placeholder 16" descr="Screenshot (69).png"/>
          <p:cNvPicPr>
            <a:picLocks noGrp="1" noChangeAspect="1"/>
          </p:cNvPicPr>
          <p:nvPr>
            <p:ph idx="1"/>
          </p:nvPr>
        </p:nvPicPr>
        <p:blipFill>
          <a:blip r:embed="rId8"/>
          <a:stretch>
            <a:fillRect/>
          </a:stretch>
        </p:blipFill>
        <p:spPr>
          <a:xfrm>
            <a:off x="1094873" y="1455820"/>
            <a:ext cx="9625263" cy="4993105"/>
          </a:xfrm>
        </p:spPr>
      </p:pic>
    </p:spTree>
    <p:extLst>
      <p:ext uri="{BB962C8B-B14F-4D97-AF65-F5344CB8AC3E}">
        <p14:creationId xmlns:p14="http://schemas.microsoft.com/office/powerpoint/2010/main" xmlns="" val="28732185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xmlns="" id="{248EDEA5-6F4E-494E-815A-CCF1A7B833E7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E23045AD-4842-4A8C-966A-35ECDC39C9B4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xmlns="" id="{DEFABB0B-400F-480C-AFD9-ACEDEFA6A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846C7A49-8B06-4148-A8B5-556500600B2A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xmlns="" id="{9C074D21-17CF-4514-8D23-9EC41C174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DF5F8CFF-608A-41D0-869F-D1E7BDD76C31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xmlns="" id="{ADD1A806-05C4-4F48-A1AC-CA732FC0F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xmlns="" id="{7F8C439F-A762-48D2-B04B-2CCE741A5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17" name="Content Placeholder 16" descr="Screenshot (70).png"/>
          <p:cNvPicPr>
            <a:picLocks noGrp="1" noChangeAspect="1"/>
          </p:cNvPicPr>
          <p:nvPr>
            <p:ph idx="1"/>
          </p:nvPr>
        </p:nvPicPr>
        <p:blipFill>
          <a:blip r:embed="rId8"/>
          <a:stretch>
            <a:fillRect/>
          </a:stretch>
        </p:blipFill>
        <p:spPr>
          <a:xfrm>
            <a:off x="1046747" y="1576137"/>
            <a:ext cx="9601200" cy="5077326"/>
          </a:xfrm>
        </p:spPr>
      </p:pic>
    </p:spTree>
    <p:extLst>
      <p:ext uri="{BB962C8B-B14F-4D97-AF65-F5344CB8AC3E}">
        <p14:creationId xmlns:p14="http://schemas.microsoft.com/office/powerpoint/2010/main" xmlns="" val="28732185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xmlns="" id="{248EDEA5-6F4E-494E-815A-CCF1A7B833E7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E23045AD-4842-4A8C-966A-35ECDC39C9B4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xmlns="" id="{DEFABB0B-400F-480C-AFD9-ACEDEFA6A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846C7A49-8B06-4148-A8B5-556500600B2A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xmlns="" id="{9C074D21-17CF-4514-8D23-9EC41C174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DF5F8CFF-608A-41D0-869F-D1E7BDD76C31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xmlns="" id="{ADD1A806-05C4-4F48-A1AC-CA732FC0F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xmlns="" id="{7F8C439F-A762-48D2-B04B-2CCE741A5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17" name="Content Placeholder 16" descr="Screenshot (70).png"/>
          <p:cNvPicPr>
            <a:picLocks noGrp="1" noChangeAspect="1"/>
          </p:cNvPicPr>
          <p:nvPr>
            <p:ph idx="1"/>
          </p:nvPr>
        </p:nvPicPr>
        <p:blipFill>
          <a:blip r:embed="rId8"/>
          <a:stretch>
            <a:fillRect/>
          </a:stretch>
        </p:blipFill>
        <p:spPr>
          <a:xfrm>
            <a:off x="1359567" y="1540042"/>
            <a:ext cx="9360569" cy="4824663"/>
          </a:xfrm>
        </p:spPr>
      </p:pic>
    </p:spTree>
    <p:extLst>
      <p:ext uri="{BB962C8B-B14F-4D97-AF65-F5344CB8AC3E}">
        <p14:creationId xmlns:p14="http://schemas.microsoft.com/office/powerpoint/2010/main" xmlns="" val="28732185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xmlns="" id="{248EDEA5-6F4E-494E-815A-CCF1A7B833E7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E23045AD-4842-4A8C-966A-35ECDC39C9B4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xmlns="" id="{DEFABB0B-400F-480C-AFD9-ACEDEFA6A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846C7A49-8B06-4148-A8B5-556500600B2A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xmlns="" id="{9C074D21-17CF-4514-8D23-9EC41C174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DF5F8CFF-608A-41D0-869F-D1E7BDD76C31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xmlns="" id="{ADD1A806-05C4-4F48-A1AC-CA732FC0F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xmlns="" id="{7F8C439F-A762-48D2-B04B-2CCE741A5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17" name="Content Placeholder 16" descr="Screenshot (71).png"/>
          <p:cNvPicPr>
            <a:picLocks noGrp="1" noChangeAspect="1"/>
          </p:cNvPicPr>
          <p:nvPr>
            <p:ph idx="1"/>
          </p:nvPr>
        </p:nvPicPr>
        <p:blipFill>
          <a:blip r:embed="rId8"/>
          <a:stretch>
            <a:fillRect/>
          </a:stretch>
        </p:blipFill>
        <p:spPr>
          <a:xfrm>
            <a:off x="1383631" y="1443789"/>
            <a:ext cx="9276347" cy="4932948"/>
          </a:xfrm>
        </p:spPr>
      </p:pic>
    </p:spTree>
    <p:extLst>
      <p:ext uri="{BB962C8B-B14F-4D97-AF65-F5344CB8AC3E}">
        <p14:creationId xmlns:p14="http://schemas.microsoft.com/office/powerpoint/2010/main" xmlns="" val="28732185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xmlns="" id="{248EDEA5-6F4E-494E-815A-CCF1A7B833E7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E23045AD-4842-4A8C-966A-35ECDC39C9B4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xmlns="" id="{DEFABB0B-400F-480C-AFD9-ACEDEFA6A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846C7A49-8B06-4148-A8B5-556500600B2A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xmlns="" id="{9C074D21-17CF-4514-8D23-9EC41C174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DF5F8CFF-608A-41D0-869F-D1E7BDD76C31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xmlns="" id="{ADD1A806-05C4-4F48-A1AC-CA732FC0F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xmlns="" id="{7F8C439F-A762-48D2-B04B-2CCE741A5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17" name="Content Placeholder 16" descr="Screenshot (72).png"/>
          <p:cNvPicPr>
            <a:picLocks noGrp="1" noChangeAspect="1"/>
          </p:cNvPicPr>
          <p:nvPr>
            <p:ph idx="1"/>
          </p:nvPr>
        </p:nvPicPr>
        <p:blipFill>
          <a:blip r:embed="rId8"/>
          <a:stretch>
            <a:fillRect/>
          </a:stretch>
        </p:blipFill>
        <p:spPr>
          <a:xfrm>
            <a:off x="1239253" y="1431758"/>
            <a:ext cx="9480884" cy="5077326"/>
          </a:xfrm>
        </p:spPr>
      </p:pic>
    </p:spTree>
    <p:extLst>
      <p:ext uri="{BB962C8B-B14F-4D97-AF65-F5344CB8AC3E}">
        <p14:creationId xmlns:p14="http://schemas.microsoft.com/office/powerpoint/2010/main" xmlns="" val="28732185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xmlns="" id="{248EDEA5-6F4E-494E-815A-CCF1A7B833E7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E23045AD-4842-4A8C-966A-35ECDC39C9B4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xmlns="" id="{DEFABB0B-400F-480C-AFD9-ACEDEFA6A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846C7A49-8B06-4148-A8B5-556500600B2A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xmlns="" id="{9C074D21-17CF-4514-8D23-9EC41C174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DF5F8CFF-608A-41D0-869F-D1E7BDD76C31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xmlns="" id="{ADD1A806-05C4-4F48-A1AC-CA732FC0F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xmlns="" id="{7F8C439F-A762-48D2-B04B-2CCE741A5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18" name="Content Placeholder 17" descr="Screenshot (73).png"/>
          <p:cNvPicPr>
            <a:picLocks noGrp="1" noChangeAspect="1"/>
          </p:cNvPicPr>
          <p:nvPr>
            <p:ph idx="1"/>
          </p:nvPr>
        </p:nvPicPr>
        <p:blipFill>
          <a:blip r:embed="rId8"/>
          <a:stretch>
            <a:fillRect/>
          </a:stretch>
        </p:blipFill>
        <p:spPr>
          <a:xfrm>
            <a:off x="1335505" y="1528011"/>
            <a:ext cx="9216190" cy="4908884"/>
          </a:xfrm>
        </p:spPr>
      </p:pic>
    </p:spTree>
    <p:extLst>
      <p:ext uri="{BB962C8B-B14F-4D97-AF65-F5344CB8AC3E}">
        <p14:creationId xmlns:p14="http://schemas.microsoft.com/office/powerpoint/2010/main" xmlns="" val="28732185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xmlns="" id="{248EDEA5-6F4E-494E-815A-CCF1A7B833E7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E23045AD-4842-4A8C-966A-35ECDC39C9B4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xmlns="" id="{DEFABB0B-400F-480C-AFD9-ACEDEFA6A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846C7A49-8B06-4148-A8B5-556500600B2A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xmlns="" id="{9C074D21-17CF-4514-8D23-9EC41C174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DF5F8CFF-608A-41D0-869F-D1E7BDD76C31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xmlns="" id="{ADD1A806-05C4-4F48-A1AC-CA732FC0F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xmlns="" id="{7F8C439F-A762-48D2-B04B-2CCE741A5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17" name="Content Placeholder 16" descr="Screenshot (74).png"/>
          <p:cNvPicPr>
            <a:picLocks noGrp="1" noChangeAspect="1"/>
          </p:cNvPicPr>
          <p:nvPr>
            <p:ph idx="1"/>
          </p:nvPr>
        </p:nvPicPr>
        <p:blipFill>
          <a:blip r:embed="rId8"/>
          <a:stretch>
            <a:fillRect/>
          </a:stretch>
        </p:blipFill>
        <p:spPr>
          <a:xfrm>
            <a:off x="1455821" y="1515979"/>
            <a:ext cx="9071811" cy="4752474"/>
          </a:xfrm>
        </p:spPr>
      </p:pic>
    </p:spTree>
    <p:extLst>
      <p:ext uri="{BB962C8B-B14F-4D97-AF65-F5344CB8AC3E}">
        <p14:creationId xmlns:p14="http://schemas.microsoft.com/office/powerpoint/2010/main" xmlns="" val="28732185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xmlns="" id="{248EDEA5-6F4E-494E-815A-CCF1A7B833E7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E23045AD-4842-4A8C-966A-35ECDC39C9B4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xmlns="" id="{DEFABB0B-400F-480C-AFD9-ACEDEFA6A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846C7A49-8B06-4148-A8B5-556500600B2A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xmlns="" id="{9C074D21-17CF-4514-8D23-9EC41C174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DF5F8CFF-608A-41D0-869F-D1E7BDD76C31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xmlns="" id="{ADD1A806-05C4-4F48-A1AC-CA732FC0F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xmlns="" id="{7F8C439F-A762-48D2-B04B-2CCE741A5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17" name="Content Placeholder 16" descr="Screenshot (75).png"/>
          <p:cNvPicPr>
            <a:picLocks noGrp="1" noChangeAspect="1"/>
          </p:cNvPicPr>
          <p:nvPr>
            <p:ph idx="1"/>
          </p:nvPr>
        </p:nvPicPr>
        <p:blipFill>
          <a:blip r:embed="rId8"/>
          <a:stretch>
            <a:fillRect/>
          </a:stretch>
        </p:blipFill>
        <p:spPr>
          <a:xfrm>
            <a:off x="1142999" y="1540042"/>
            <a:ext cx="9468853" cy="4908884"/>
          </a:xfrm>
        </p:spPr>
      </p:pic>
    </p:spTree>
    <p:extLst>
      <p:ext uri="{BB962C8B-B14F-4D97-AF65-F5344CB8AC3E}">
        <p14:creationId xmlns:p14="http://schemas.microsoft.com/office/powerpoint/2010/main" xmlns="" val="28732185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xmlns="" id="{248EDEA5-6F4E-494E-815A-CCF1A7B833E7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E23045AD-4842-4A8C-966A-35ECDC39C9B4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xmlns="" id="{DEFABB0B-400F-480C-AFD9-ACEDEFA6A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846C7A49-8B06-4148-A8B5-556500600B2A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xmlns="" id="{9C074D21-17CF-4514-8D23-9EC41C174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DF5F8CFF-608A-41D0-869F-D1E7BDD76C31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xmlns="" id="{ADD1A806-05C4-4F48-A1AC-CA732FC0F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xmlns="" id="{7F8C439F-A762-48D2-B04B-2CCE741A5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17" name="Content Placeholder 16" descr="Screenshot (76).png"/>
          <p:cNvPicPr>
            <a:picLocks noGrp="1" noChangeAspect="1"/>
          </p:cNvPicPr>
          <p:nvPr>
            <p:ph idx="1"/>
          </p:nvPr>
        </p:nvPicPr>
        <p:blipFill>
          <a:blip r:embed="rId8"/>
          <a:stretch>
            <a:fillRect/>
          </a:stretch>
        </p:blipFill>
        <p:spPr>
          <a:xfrm>
            <a:off x="1227221" y="1431758"/>
            <a:ext cx="9180095" cy="5029200"/>
          </a:xfrm>
        </p:spPr>
      </p:pic>
    </p:spTree>
    <p:extLst>
      <p:ext uri="{BB962C8B-B14F-4D97-AF65-F5344CB8AC3E}">
        <p14:creationId xmlns:p14="http://schemas.microsoft.com/office/powerpoint/2010/main" xmlns="" val="28732185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xmlns="" id="{248EDEA5-6F4E-494E-815A-CCF1A7B833E7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E23045AD-4842-4A8C-966A-35ECDC39C9B4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xmlns="" id="{DEFABB0B-400F-480C-AFD9-ACEDEFA6A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846C7A49-8B06-4148-A8B5-556500600B2A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xmlns="" id="{9C074D21-17CF-4514-8D23-9EC41C174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DF5F8CFF-608A-41D0-869F-D1E7BDD76C31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xmlns="" id="{ADD1A806-05C4-4F48-A1AC-CA732FC0F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xmlns="" id="{7F8C439F-A762-48D2-B04B-2CCE741A5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17" name="Content Placeholder 16" descr="Screenshot (77).png"/>
          <p:cNvPicPr>
            <a:picLocks noGrp="1" noChangeAspect="1"/>
          </p:cNvPicPr>
          <p:nvPr>
            <p:ph idx="1"/>
          </p:nvPr>
        </p:nvPicPr>
        <p:blipFill>
          <a:blip r:embed="rId8"/>
          <a:stretch>
            <a:fillRect/>
          </a:stretch>
        </p:blipFill>
        <p:spPr>
          <a:xfrm>
            <a:off x="1275347" y="1528010"/>
            <a:ext cx="8927431" cy="4812631"/>
          </a:xfrm>
        </p:spPr>
      </p:pic>
    </p:spTree>
    <p:extLst>
      <p:ext uri="{BB962C8B-B14F-4D97-AF65-F5344CB8AC3E}">
        <p14:creationId xmlns:p14="http://schemas.microsoft.com/office/powerpoint/2010/main" xmlns="" val="28732185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xmlns="" id="{248EDEA5-6F4E-494E-815A-CCF1A7B833E7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E23045AD-4842-4A8C-966A-35ECDC39C9B4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xmlns="" id="{DEFABB0B-400F-480C-AFD9-ACEDEFA6A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846C7A49-8B06-4148-A8B5-556500600B2A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xmlns="" id="{9C074D21-17CF-4514-8D23-9EC41C174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DF5F8CFF-608A-41D0-869F-D1E7BDD76C31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xmlns="" id="{ADD1A806-05C4-4F48-A1AC-CA732FC0F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xmlns="" id="{7F8C439F-A762-48D2-B04B-2CCE741A5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17" name="Content Placeholder 16" descr="Screenshot (79).png"/>
          <p:cNvPicPr>
            <a:picLocks noGrp="1" noChangeAspect="1"/>
          </p:cNvPicPr>
          <p:nvPr>
            <p:ph idx="1"/>
          </p:nvPr>
        </p:nvPicPr>
        <p:blipFill>
          <a:blip r:embed="rId8"/>
          <a:stretch>
            <a:fillRect/>
          </a:stretch>
        </p:blipFill>
        <p:spPr>
          <a:xfrm>
            <a:off x="1624263" y="1491916"/>
            <a:ext cx="9083842" cy="5125452"/>
          </a:xfrm>
        </p:spPr>
      </p:pic>
    </p:spTree>
    <p:extLst>
      <p:ext uri="{BB962C8B-B14F-4D97-AF65-F5344CB8AC3E}">
        <p14:creationId xmlns:p14="http://schemas.microsoft.com/office/powerpoint/2010/main" xmlns="" val="28732185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xmlns="" id="{248EDEA5-6F4E-494E-815A-CCF1A7B833E7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E23045AD-4842-4A8C-966A-35ECDC39C9B4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xmlns="" id="{DEFABB0B-400F-480C-AFD9-ACEDEFA6A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846C7A49-8B06-4148-A8B5-556500600B2A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xmlns="" id="{9C074D21-17CF-4514-8D23-9EC41C174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DF5F8CFF-608A-41D0-869F-D1E7BDD76C31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xmlns="" id="{ADD1A806-05C4-4F48-A1AC-CA732FC0F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xmlns="" id="{7F8C439F-A762-48D2-B04B-2CCE741A5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19" name="Content Placeholder 18" descr="Screenshot (80).png"/>
          <p:cNvPicPr>
            <a:picLocks noGrp="1" noChangeAspect="1"/>
          </p:cNvPicPr>
          <p:nvPr>
            <p:ph idx="1"/>
          </p:nvPr>
        </p:nvPicPr>
        <p:blipFill>
          <a:blip r:embed="rId8"/>
          <a:stretch>
            <a:fillRect/>
          </a:stretch>
        </p:blipFill>
        <p:spPr>
          <a:xfrm>
            <a:off x="1130968" y="1528010"/>
            <a:ext cx="9264316" cy="4932947"/>
          </a:xfrm>
        </p:spPr>
      </p:pic>
    </p:spTree>
    <p:extLst>
      <p:ext uri="{BB962C8B-B14F-4D97-AF65-F5344CB8AC3E}">
        <p14:creationId xmlns:p14="http://schemas.microsoft.com/office/powerpoint/2010/main" xmlns="" val="287321855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xmlns="" id="{248EDEA5-6F4E-494E-815A-CCF1A7B833E7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E23045AD-4842-4A8C-966A-35ECDC39C9B4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xmlns="" id="{DEFABB0B-400F-480C-AFD9-ACEDEFA6A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846C7A49-8B06-4148-A8B5-556500600B2A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xmlns="" id="{9C074D21-17CF-4514-8D23-9EC41C174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DF5F8CFF-608A-41D0-869F-D1E7BDD76C31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xmlns="" id="{ADD1A806-05C4-4F48-A1AC-CA732FC0F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xmlns="" id="{7F8C439F-A762-48D2-B04B-2CCE741A5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17" name="Content Placeholder 16" descr="Screenshot (81).png"/>
          <p:cNvPicPr>
            <a:picLocks noGrp="1" noChangeAspect="1"/>
          </p:cNvPicPr>
          <p:nvPr>
            <p:ph idx="1"/>
          </p:nvPr>
        </p:nvPicPr>
        <p:blipFill>
          <a:blip r:embed="rId8"/>
          <a:stretch>
            <a:fillRect/>
          </a:stretch>
        </p:blipFill>
        <p:spPr>
          <a:xfrm>
            <a:off x="986589" y="1347536"/>
            <a:ext cx="9625264" cy="5221705"/>
          </a:xfrm>
        </p:spPr>
      </p:pic>
    </p:spTree>
    <p:extLst>
      <p:ext uri="{BB962C8B-B14F-4D97-AF65-F5344CB8AC3E}">
        <p14:creationId xmlns:p14="http://schemas.microsoft.com/office/powerpoint/2010/main" xmlns="" val="28732185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xmlns="" id="{248EDEA5-6F4E-494E-815A-CCF1A7B833E7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E23045AD-4842-4A8C-966A-35ECDC39C9B4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xmlns="" id="{DEFABB0B-400F-480C-AFD9-ACEDEFA6A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846C7A49-8B06-4148-A8B5-556500600B2A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xmlns="" id="{9C074D21-17CF-4514-8D23-9EC41C174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DF5F8CFF-608A-41D0-869F-D1E7BDD76C31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xmlns="" id="{ADD1A806-05C4-4F48-A1AC-CA732FC0F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xmlns="" id="{7F8C439F-A762-48D2-B04B-2CCE741A5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17" name="Content Placeholder 16" descr="Screenshot (82).png"/>
          <p:cNvPicPr>
            <a:picLocks noGrp="1" noChangeAspect="1"/>
          </p:cNvPicPr>
          <p:nvPr>
            <p:ph idx="1"/>
          </p:nvPr>
        </p:nvPicPr>
        <p:blipFill>
          <a:blip r:embed="rId8"/>
          <a:stretch>
            <a:fillRect/>
          </a:stretch>
        </p:blipFill>
        <p:spPr>
          <a:xfrm>
            <a:off x="1130968" y="1467853"/>
            <a:ext cx="9601200" cy="5077326"/>
          </a:xfrm>
        </p:spPr>
      </p:pic>
    </p:spTree>
    <p:extLst>
      <p:ext uri="{BB962C8B-B14F-4D97-AF65-F5344CB8AC3E}">
        <p14:creationId xmlns:p14="http://schemas.microsoft.com/office/powerpoint/2010/main" xmlns="" val="287321855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xmlns="" id="{248EDEA5-6F4E-494E-815A-CCF1A7B833E7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E23045AD-4842-4A8C-966A-35ECDC39C9B4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xmlns="" id="{DEFABB0B-400F-480C-AFD9-ACEDEFA6A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846C7A49-8B06-4148-A8B5-556500600B2A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xmlns="" id="{9C074D21-17CF-4514-8D23-9EC41C174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DF5F8CFF-608A-41D0-869F-D1E7BDD76C31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xmlns="" id="{ADD1A806-05C4-4F48-A1AC-CA732FC0F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xmlns="" id="{7F8C439F-A762-48D2-B04B-2CCE741A5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17" name="Content Placeholder 16" descr="Screenshot (83).png"/>
          <p:cNvPicPr>
            <a:picLocks noGrp="1" noChangeAspect="1"/>
          </p:cNvPicPr>
          <p:nvPr>
            <p:ph idx="1"/>
          </p:nvPr>
        </p:nvPicPr>
        <p:blipFill>
          <a:blip r:embed="rId8"/>
          <a:stretch>
            <a:fillRect/>
          </a:stretch>
        </p:blipFill>
        <p:spPr>
          <a:xfrm>
            <a:off x="1155032" y="1588168"/>
            <a:ext cx="9131968" cy="4848727"/>
          </a:xfrm>
        </p:spPr>
      </p:pic>
    </p:spTree>
    <p:extLst>
      <p:ext uri="{BB962C8B-B14F-4D97-AF65-F5344CB8AC3E}">
        <p14:creationId xmlns:p14="http://schemas.microsoft.com/office/powerpoint/2010/main" xmlns="" val="28732185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xmlns="" id="{248EDEA5-6F4E-494E-815A-CCF1A7B833E7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E23045AD-4842-4A8C-966A-35ECDC39C9B4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xmlns="" id="{DEFABB0B-400F-480C-AFD9-ACEDEFA6A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846C7A49-8B06-4148-A8B5-556500600B2A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xmlns="" id="{9C074D21-17CF-4514-8D23-9EC41C174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DF5F8CFF-608A-41D0-869F-D1E7BDD76C31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xmlns="" id="{ADD1A806-05C4-4F48-A1AC-CA732FC0F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xmlns="" id="{7F8C439F-A762-48D2-B04B-2CCE741A5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17" name="Content Placeholder 16" descr="Screenshot (84).png"/>
          <p:cNvPicPr>
            <a:picLocks noGrp="1" noChangeAspect="1"/>
          </p:cNvPicPr>
          <p:nvPr>
            <p:ph idx="1"/>
          </p:nvPr>
        </p:nvPicPr>
        <p:blipFill>
          <a:blip r:embed="rId8"/>
          <a:stretch>
            <a:fillRect/>
          </a:stretch>
        </p:blipFill>
        <p:spPr>
          <a:xfrm>
            <a:off x="1155032" y="1479884"/>
            <a:ext cx="9420726" cy="4884821"/>
          </a:xfrm>
        </p:spPr>
      </p:pic>
    </p:spTree>
    <p:extLst>
      <p:ext uri="{BB962C8B-B14F-4D97-AF65-F5344CB8AC3E}">
        <p14:creationId xmlns:p14="http://schemas.microsoft.com/office/powerpoint/2010/main" xmlns="" val="287321855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xmlns="" id="{248EDEA5-6F4E-494E-815A-CCF1A7B833E7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E23045AD-4842-4A8C-966A-35ECDC39C9B4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xmlns="" id="{DEFABB0B-400F-480C-AFD9-ACEDEFA6A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846C7A49-8B06-4148-A8B5-556500600B2A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xmlns="" id="{9C074D21-17CF-4514-8D23-9EC41C174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DF5F8CFF-608A-41D0-869F-D1E7BDD76C31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xmlns="" id="{ADD1A806-05C4-4F48-A1AC-CA732FC0F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xmlns="" id="{7F8C439F-A762-48D2-B04B-2CCE741A5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17" name="Content Placeholder 16" descr="Screenshot (85).png"/>
          <p:cNvPicPr>
            <a:picLocks noGrp="1" noChangeAspect="1"/>
          </p:cNvPicPr>
          <p:nvPr>
            <p:ph idx="1"/>
          </p:nvPr>
        </p:nvPicPr>
        <p:blipFill>
          <a:blip r:embed="rId8"/>
          <a:stretch>
            <a:fillRect/>
          </a:stretch>
        </p:blipFill>
        <p:spPr>
          <a:xfrm>
            <a:off x="1227221" y="1443788"/>
            <a:ext cx="9757611" cy="4908885"/>
          </a:xfrm>
        </p:spPr>
      </p:pic>
    </p:spTree>
    <p:extLst>
      <p:ext uri="{BB962C8B-B14F-4D97-AF65-F5344CB8AC3E}">
        <p14:creationId xmlns:p14="http://schemas.microsoft.com/office/powerpoint/2010/main" xmlns="" val="287321855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xmlns="" id="{248EDEA5-6F4E-494E-815A-CCF1A7B833E7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E23045AD-4842-4A8C-966A-35ECDC39C9B4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xmlns="" id="{DEFABB0B-400F-480C-AFD9-ACEDEFA6A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846C7A49-8B06-4148-A8B5-556500600B2A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xmlns="" id="{9C074D21-17CF-4514-8D23-9EC41C174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DF5F8CFF-608A-41D0-869F-D1E7BDD76C31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xmlns="" id="{ADD1A806-05C4-4F48-A1AC-CA732FC0F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xmlns="" id="{7F8C439F-A762-48D2-B04B-2CCE741A5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18" name="Content Placeholder 17" descr="Screenshot (86).png"/>
          <p:cNvPicPr>
            <a:picLocks noGrp="1" noChangeAspect="1"/>
          </p:cNvPicPr>
          <p:nvPr>
            <p:ph idx="1"/>
          </p:nvPr>
        </p:nvPicPr>
        <p:blipFill>
          <a:blip r:embed="rId8"/>
          <a:stretch>
            <a:fillRect/>
          </a:stretch>
        </p:blipFill>
        <p:spPr>
          <a:xfrm>
            <a:off x="1443789" y="1540042"/>
            <a:ext cx="8951495" cy="4812632"/>
          </a:xfrm>
        </p:spPr>
      </p:pic>
    </p:spTree>
    <p:extLst>
      <p:ext uri="{BB962C8B-B14F-4D97-AF65-F5344CB8AC3E}">
        <p14:creationId xmlns:p14="http://schemas.microsoft.com/office/powerpoint/2010/main" xmlns="" val="287321855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xmlns="" id="{248EDEA5-6F4E-494E-815A-CCF1A7B833E7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E23045AD-4842-4A8C-966A-35ECDC39C9B4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xmlns="" id="{DEFABB0B-400F-480C-AFD9-ACEDEFA6A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846C7A49-8B06-4148-A8B5-556500600B2A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xmlns="" id="{9C074D21-17CF-4514-8D23-9EC41C174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DF5F8CFF-608A-41D0-869F-D1E7BDD76C31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xmlns="" id="{ADD1A806-05C4-4F48-A1AC-CA732FC0F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xmlns="" id="{7F8C439F-A762-48D2-B04B-2CCE741A5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17" name="Content Placeholder 16" descr="Screenshot (87).png"/>
          <p:cNvPicPr>
            <a:picLocks noGrp="1" noChangeAspect="1"/>
          </p:cNvPicPr>
          <p:nvPr>
            <p:ph idx="1"/>
          </p:nvPr>
        </p:nvPicPr>
        <p:blipFill>
          <a:blip r:embed="rId8"/>
          <a:stretch>
            <a:fillRect/>
          </a:stretch>
        </p:blipFill>
        <p:spPr>
          <a:xfrm>
            <a:off x="1455821" y="1359568"/>
            <a:ext cx="8867274" cy="4993106"/>
          </a:xfrm>
        </p:spPr>
      </p:pic>
    </p:spTree>
    <p:extLst>
      <p:ext uri="{BB962C8B-B14F-4D97-AF65-F5344CB8AC3E}">
        <p14:creationId xmlns:p14="http://schemas.microsoft.com/office/powerpoint/2010/main" xmlns="" val="287321855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xmlns="" id="{248EDEA5-6F4E-494E-815A-CCF1A7B833E7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E23045AD-4842-4A8C-966A-35ECDC39C9B4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xmlns="" id="{DEFABB0B-400F-480C-AFD9-ACEDEFA6A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846C7A49-8B06-4148-A8B5-556500600B2A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xmlns="" id="{9C074D21-17CF-4514-8D23-9EC41C174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DF5F8CFF-608A-41D0-869F-D1E7BDD76C31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xmlns="" id="{ADD1A806-05C4-4F48-A1AC-CA732FC0F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xmlns="" id="{7F8C439F-A762-48D2-B04B-2CCE741A5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17" name="Content Placeholder 16" descr="Screenshot (88).png"/>
          <p:cNvPicPr>
            <a:picLocks noGrp="1" noChangeAspect="1"/>
          </p:cNvPicPr>
          <p:nvPr>
            <p:ph idx="1"/>
          </p:nvPr>
        </p:nvPicPr>
        <p:blipFill>
          <a:blip r:embed="rId8"/>
          <a:stretch>
            <a:fillRect/>
          </a:stretch>
        </p:blipFill>
        <p:spPr>
          <a:xfrm>
            <a:off x="1046747" y="1552074"/>
            <a:ext cx="9444790" cy="4896852"/>
          </a:xfrm>
        </p:spPr>
      </p:pic>
    </p:spTree>
    <p:extLst>
      <p:ext uri="{BB962C8B-B14F-4D97-AF65-F5344CB8AC3E}">
        <p14:creationId xmlns:p14="http://schemas.microsoft.com/office/powerpoint/2010/main" xmlns="" val="287321855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xmlns="" id="{248EDEA5-6F4E-494E-815A-CCF1A7B833E7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E23045AD-4842-4A8C-966A-35ECDC39C9B4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xmlns="" id="{DEFABB0B-400F-480C-AFD9-ACEDEFA6A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846C7A49-8B06-4148-A8B5-556500600B2A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xmlns="" id="{9C074D21-17CF-4514-8D23-9EC41C174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DF5F8CFF-608A-41D0-869F-D1E7BDD76C31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xmlns="" id="{ADD1A806-05C4-4F48-A1AC-CA732FC0F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xmlns="" id="{7F8C439F-A762-48D2-B04B-2CCE741A5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17" name="Content Placeholder 16" descr="Screenshot (88).png"/>
          <p:cNvPicPr>
            <a:picLocks noGrp="1" noChangeAspect="1"/>
          </p:cNvPicPr>
          <p:nvPr>
            <p:ph idx="1"/>
          </p:nvPr>
        </p:nvPicPr>
        <p:blipFill>
          <a:blip r:embed="rId8"/>
          <a:stretch>
            <a:fillRect/>
          </a:stretch>
        </p:blipFill>
        <p:spPr>
          <a:xfrm>
            <a:off x="1612232" y="1624263"/>
            <a:ext cx="8626642" cy="4860758"/>
          </a:xfrm>
        </p:spPr>
      </p:pic>
    </p:spTree>
    <p:extLst>
      <p:ext uri="{BB962C8B-B14F-4D97-AF65-F5344CB8AC3E}">
        <p14:creationId xmlns:p14="http://schemas.microsoft.com/office/powerpoint/2010/main" xmlns="" val="287321855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xmlns="" id="{248EDEA5-6F4E-494E-815A-CCF1A7B833E7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E23045AD-4842-4A8C-966A-35ECDC39C9B4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xmlns="" id="{DEFABB0B-400F-480C-AFD9-ACEDEFA6A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846C7A49-8B06-4148-A8B5-556500600B2A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xmlns="" id="{9C074D21-17CF-4514-8D23-9EC41C174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DF5F8CFF-608A-41D0-869F-D1E7BDD76C31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xmlns="" id="{ADD1A806-05C4-4F48-A1AC-CA732FC0F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xmlns="" id="{7F8C439F-A762-48D2-B04B-2CCE741A5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17" name="Content Placeholder 16" descr="Screenshot (89).png"/>
          <p:cNvPicPr>
            <a:picLocks noGrp="1" noChangeAspect="1"/>
          </p:cNvPicPr>
          <p:nvPr>
            <p:ph idx="1"/>
          </p:nvPr>
        </p:nvPicPr>
        <p:blipFill>
          <a:blip r:embed="rId8"/>
          <a:stretch>
            <a:fillRect/>
          </a:stretch>
        </p:blipFill>
        <p:spPr>
          <a:xfrm>
            <a:off x="1443789" y="1419726"/>
            <a:ext cx="9144000" cy="4981074"/>
          </a:xfrm>
        </p:spPr>
      </p:pic>
    </p:spTree>
    <p:extLst>
      <p:ext uri="{BB962C8B-B14F-4D97-AF65-F5344CB8AC3E}">
        <p14:creationId xmlns:p14="http://schemas.microsoft.com/office/powerpoint/2010/main" xmlns="" val="287321855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xmlns="" id="{248EDEA5-6F4E-494E-815A-CCF1A7B833E7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E23045AD-4842-4A8C-966A-35ECDC39C9B4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xmlns="" id="{DEFABB0B-400F-480C-AFD9-ACEDEFA6A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846C7A49-8B06-4148-A8B5-556500600B2A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xmlns="" id="{9C074D21-17CF-4514-8D23-9EC41C174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DF5F8CFF-608A-41D0-869F-D1E7BDD76C31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xmlns="" id="{ADD1A806-05C4-4F48-A1AC-CA732FC0F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xmlns="" id="{7F8C439F-A762-48D2-B04B-2CCE741A5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17" name="Content Placeholder 16" descr="Screenshot (90).png"/>
          <p:cNvPicPr>
            <a:picLocks noGrp="1" noChangeAspect="1"/>
          </p:cNvPicPr>
          <p:nvPr>
            <p:ph idx="1"/>
          </p:nvPr>
        </p:nvPicPr>
        <p:blipFill>
          <a:blip r:embed="rId8"/>
          <a:stretch>
            <a:fillRect/>
          </a:stretch>
        </p:blipFill>
        <p:spPr>
          <a:xfrm>
            <a:off x="1443789" y="1540042"/>
            <a:ext cx="9095874" cy="4776537"/>
          </a:xfrm>
        </p:spPr>
      </p:pic>
    </p:spTree>
    <p:extLst>
      <p:ext uri="{BB962C8B-B14F-4D97-AF65-F5344CB8AC3E}">
        <p14:creationId xmlns:p14="http://schemas.microsoft.com/office/powerpoint/2010/main" xmlns="" val="287321855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xmlns="" id="{248EDEA5-6F4E-494E-815A-CCF1A7B833E7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E23045AD-4842-4A8C-966A-35ECDC39C9B4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xmlns="" id="{DEFABB0B-400F-480C-AFD9-ACEDEFA6A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846C7A49-8B06-4148-A8B5-556500600B2A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xmlns="" id="{9C074D21-17CF-4514-8D23-9EC41C174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DF5F8CFF-608A-41D0-869F-D1E7BDD76C31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xmlns="" id="{ADD1A806-05C4-4F48-A1AC-CA732FC0F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xmlns="" id="{7F8C439F-A762-48D2-B04B-2CCE741A5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17" name="Content Placeholder 16" descr="Screenshot (91).png"/>
          <p:cNvPicPr>
            <a:picLocks noGrp="1" noChangeAspect="1"/>
          </p:cNvPicPr>
          <p:nvPr>
            <p:ph idx="1"/>
          </p:nvPr>
        </p:nvPicPr>
        <p:blipFill>
          <a:blip r:embed="rId8"/>
          <a:stretch>
            <a:fillRect/>
          </a:stretch>
        </p:blipFill>
        <p:spPr>
          <a:xfrm>
            <a:off x="1479884" y="1503946"/>
            <a:ext cx="8975558" cy="4848727"/>
          </a:xfrm>
        </p:spPr>
      </p:pic>
    </p:spTree>
    <p:extLst>
      <p:ext uri="{BB962C8B-B14F-4D97-AF65-F5344CB8AC3E}">
        <p14:creationId xmlns:p14="http://schemas.microsoft.com/office/powerpoint/2010/main" xmlns="" val="287321855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xmlns="" id="{248EDEA5-6F4E-494E-815A-CCF1A7B833E7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E23045AD-4842-4A8C-966A-35ECDC39C9B4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xmlns="" id="{DEFABB0B-400F-480C-AFD9-ACEDEFA6A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846C7A49-8B06-4148-A8B5-556500600B2A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xmlns="" id="{9C074D21-17CF-4514-8D23-9EC41C174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DF5F8CFF-608A-41D0-869F-D1E7BDD76C31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xmlns="" id="{ADD1A806-05C4-4F48-A1AC-CA732FC0F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xmlns="" id="{7F8C439F-A762-48D2-B04B-2CCE741A5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17" name="Content Placeholder 16" descr="Screenshot (92).png"/>
          <p:cNvPicPr>
            <a:picLocks noGrp="1" noChangeAspect="1"/>
          </p:cNvPicPr>
          <p:nvPr>
            <p:ph idx="1"/>
          </p:nvPr>
        </p:nvPicPr>
        <p:blipFill>
          <a:blip r:embed="rId8"/>
          <a:stretch>
            <a:fillRect/>
          </a:stretch>
        </p:blipFill>
        <p:spPr>
          <a:xfrm>
            <a:off x="1359568" y="1395664"/>
            <a:ext cx="9276348" cy="5281862"/>
          </a:xfrm>
        </p:spPr>
      </p:pic>
    </p:spTree>
    <p:extLst>
      <p:ext uri="{BB962C8B-B14F-4D97-AF65-F5344CB8AC3E}">
        <p14:creationId xmlns:p14="http://schemas.microsoft.com/office/powerpoint/2010/main" xmlns="" val="287321855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xmlns="" id="{248EDEA5-6F4E-494E-815A-CCF1A7B833E7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E23045AD-4842-4A8C-966A-35ECDC39C9B4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xmlns="" id="{DEFABB0B-400F-480C-AFD9-ACEDEFA6A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846C7A49-8B06-4148-A8B5-556500600B2A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xmlns="" id="{9C074D21-17CF-4514-8D23-9EC41C174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DF5F8CFF-608A-41D0-869F-D1E7BDD76C31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xmlns="" id="{ADD1A806-05C4-4F48-A1AC-CA732FC0F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xmlns="" id="{7F8C439F-A762-48D2-B04B-2CCE741A5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17" name="Content Placeholder 16" descr="Screenshot (93).png"/>
          <p:cNvPicPr>
            <a:picLocks noGrp="1" noChangeAspect="1"/>
          </p:cNvPicPr>
          <p:nvPr>
            <p:ph idx="1"/>
          </p:nvPr>
        </p:nvPicPr>
        <p:blipFill>
          <a:blip r:embed="rId8"/>
          <a:stretch>
            <a:fillRect/>
          </a:stretch>
        </p:blipFill>
        <p:spPr>
          <a:xfrm>
            <a:off x="1503947" y="1503946"/>
            <a:ext cx="9023685" cy="4957011"/>
          </a:xfrm>
        </p:spPr>
      </p:pic>
    </p:spTree>
    <p:extLst>
      <p:ext uri="{BB962C8B-B14F-4D97-AF65-F5344CB8AC3E}">
        <p14:creationId xmlns:p14="http://schemas.microsoft.com/office/powerpoint/2010/main" xmlns="" val="287321855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xmlns="" id="{248EDEA5-6F4E-494E-815A-CCF1A7B833E7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E23045AD-4842-4A8C-966A-35ECDC39C9B4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xmlns="" id="{DEFABB0B-400F-480C-AFD9-ACEDEFA6A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846C7A49-8B06-4148-A8B5-556500600B2A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xmlns="" id="{9C074D21-17CF-4514-8D23-9EC41C174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DF5F8CFF-608A-41D0-869F-D1E7BDD76C31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xmlns="" id="{ADD1A806-05C4-4F48-A1AC-CA732FC0F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xmlns="" id="{7F8C439F-A762-48D2-B04B-2CCE741A5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17" name="Content Placeholder 16" descr="Screenshot (94).png"/>
          <p:cNvPicPr>
            <a:picLocks noGrp="1" noChangeAspect="1"/>
          </p:cNvPicPr>
          <p:nvPr>
            <p:ph idx="1"/>
          </p:nvPr>
        </p:nvPicPr>
        <p:blipFill>
          <a:blip r:embed="rId8"/>
          <a:stretch>
            <a:fillRect/>
          </a:stretch>
        </p:blipFill>
        <p:spPr>
          <a:xfrm>
            <a:off x="1491916" y="1491916"/>
            <a:ext cx="9011652" cy="4848726"/>
          </a:xfrm>
        </p:spPr>
      </p:pic>
    </p:spTree>
    <p:extLst>
      <p:ext uri="{BB962C8B-B14F-4D97-AF65-F5344CB8AC3E}">
        <p14:creationId xmlns:p14="http://schemas.microsoft.com/office/powerpoint/2010/main" xmlns="" val="287321855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xmlns="" id="{248EDEA5-6F4E-494E-815A-CCF1A7B833E7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E23045AD-4842-4A8C-966A-35ECDC39C9B4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xmlns="" id="{DEFABB0B-400F-480C-AFD9-ACEDEFA6A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846C7A49-8B06-4148-A8B5-556500600B2A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xmlns="" id="{9C074D21-17CF-4514-8D23-9EC41C174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DF5F8CFF-608A-41D0-869F-D1E7BDD76C31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xmlns="" id="{ADD1A806-05C4-4F48-A1AC-CA732FC0F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xmlns="" id="{7F8C439F-A762-48D2-B04B-2CCE741A5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17" name="Content Placeholder 16" descr="Screenshot (95).png"/>
          <p:cNvPicPr>
            <a:picLocks noGrp="1" noChangeAspect="1"/>
          </p:cNvPicPr>
          <p:nvPr>
            <p:ph idx="1"/>
          </p:nvPr>
        </p:nvPicPr>
        <p:blipFill>
          <a:blip r:embed="rId8"/>
          <a:stretch>
            <a:fillRect/>
          </a:stretch>
        </p:blipFill>
        <p:spPr>
          <a:xfrm>
            <a:off x="1732547" y="1684420"/>
            <a:ext cx="8674769" cy="4776537"/>
          </a:xfrm>
        </p:spPr>
      </p:pic>
    </p:spTree>
    <p:extLst>
      <p:ext uri="{BB962C8B-B14F-4D97-AF65-F5344CB8AC3E}">
        <p14:creationId xmlns:p14="http://schemas.microsoft.com/office/powerpoint/2010/main" xmlns="" val="28732185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</TotalTime>
  <Words>699</Words>
  <Application>Microsoft Office PowerPoint</Application>
  <PresentationFormat>Custom</PresentationFormat>
  <Paragraphs>100</Paragraphs>
  <Slides>50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1" baseType="lpstr">
      <vt:lpstr>Office Theme</vt:lpstr>
      <vt:lpstr>Database Management System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Sofia Sultana</dc:creator>
  <cp:lastModifiedBy>WELLCOME</cp:lastModifiedBy>
  <cp:revision>33</cp:revision>
  <dcterms:created xsi:type="dcterms:W3CDTF">2024-06-21T09:49:54Z</dcterms:created>
  <dcterms:modified xsi:type="dcterms:W3CDTF">2024-10-07T05:54:14Z</dcterms:modified>
</cp:coreProperties>
</file>