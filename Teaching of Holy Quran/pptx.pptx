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73" r:id="rId2"/>
    <p:sldId id="258" r:id="rId3"/>
    <p:sldId id="830" r:id="rId4"/>
    <p:sldId id="852" r:id="rId5"/>
    <p:sldId id="849" r:id="rId6"/>
    <p:sldId id="853" r:id="rId7"/>
    <p:sldId id="850" r:id="rId8"/>
    <p:sldId id="854" r:id="rId9"/>
    <p:sldId id="851" r:id="rId10"/>
    <p:sldId id="855" r:id="rId11"/>
    <p:sldId id="856" r:id="rId12"/>
    <p:sldId id="83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mair Nawaz" initials="UN" lastIdx="1" clrIdx="0">
    <p:extLst>
      <p:ext uri="{19B8F6BF-5375-455C-9EA6-DF929625EA0E}">
        <p15:presenceInfo xmlns:p15="http://schemas.microsoft.com/office/powerpoint/2012/main" userId="d5bfc6435d97ff2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00000"/>
    <a:srgbClr val="D32A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5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5E893-7750-B6EE-B589-33DAC7CA0E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20984E-9625-8ABF-76FC-F03770A596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8012F0-0693-E0CC-D9CA-7B50443B49AE}"/>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C01CF41E-8291-1914-68FD-E74D33EDA07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34FDCD32-92DE-A0EC-5936-8D0F5B90CA9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458738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B405-F4E4-B9A0-27B5-94C6A63C8C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D1B906-20DF-2AF4-3F15-0049C62A60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98DD4-EEE8-910C-98E8-0E9B6A6E50E7}"/>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F0DEABA2-C2AB-1F91-0BFC-E7969DD3487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85298A4E-5473-EBA3-B88F-4D9398EF6DA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560949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9B41-A82D-3BDB-94AA-6A8856F8CD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819C72-6147-AF4B-5C74-878E316175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965D60-8B79-3B5F-73F7-29A1DB99F42B}"/>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2BF8AEC2-D308-40DF-CD30-17509876AB8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EDFF4A5-4086-264F-38C5-35EA6853D34C}"/>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379013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EBDAD-B38F-EFAB-07C6-F6CBEFE4D8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44C8C8-1E80-897E-8652-788DEA3E7B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A384B3-9C2A-B8A8-3540-FDB3C4D9B0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660829-9BD1-9013-42AC-BE46435DFDAE}"/>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6" name="Footer Placeholder 5">
            <a:extLst>
              <a:ext uri="{FF2B5EF4-FFF2-40B4-BE49-F238E27FC236}">
                <a16:creationId xmlns:a16="http://schemas.microsoft.com/office/drawing/2014/main" id="{03145577-DE21-579D-0F40-44971858147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B02AAEB-7AB3-B670-7407-625CF434A75B}"/>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365111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2CF39-0B3F-F31B-5C7E-1C4943C3BF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075CA8-A968-6C34-CE7A-10E4DE3A8B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441F9A-61D6-D1FA-20E8-7978E63CE1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7CFA4E-01B0-6975-B81A-D4E46C6642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1405D-3AC7-8E42-91FF-317050E22B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CEDA66-EDCE-DCEA-15C2-0CC5CA14E680}"/>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8" name="Footer Placeholder 7">
            <a:extLst>
              <a:ext uri="{FF2B5EF4-FFF2-40B4-BE49-F238E27FC236}">
                <a16:creationId xmlns:a16="http://schemas.microsoft.com/office/drawing/2014/main" id="{7B044467-C82C-067F-0B58-966D48D4E299}"/>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E6768598-CE3A-8361-B457-20595281FF3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911980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0B9D1-50DF-02E7-9926-F5C7D5366F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4563D9-6CFA-A712-C693-824CAFB4C695}"/>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4" name="Footer Placeholder 3">
            <a:extLst>
              <a:ext uri="{FF2B5EF4-FFF2-40B4-BE49-F238E27FC236}">
                <a16:creationId xmlns:a16="http://schemas.microsoft.com/office/drawing/2014/main" id="{0DA8CD63-653A-33C0-B1CB-5DA6B628C5D8}"/>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37DCB65D-668C-ED3B-0FAA-2E1073EC8A98}"/>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339009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335476-16C6-0E5C-61BA-6CAB92B572D6}"/>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3" name="Footer Placeholder 2">
            <a:extLst>
              <a:ext uri="{FF2B5EF4-FFF2-40B4-BE49-F238E27FC236}">
                <a16:creationId xmlns:a16="http://schemas.microsoft.com/office/drawing/2014/main" id="{7B101ADE-CB58-5442-A11E-2D7A622E46A1}"/>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D4E13809-4952-2BF2-7EFC-996CBFCF8E9A}"/>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390440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E385-817B-5628-E202-DA20AA497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BBDC99-9535-2D29-045E-DD97FF043A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680349-74AD-745E-C7EC-47326B6472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DE5C2-3B8B-75D0-14D7-40CEE845D15F}"/>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6" name="Footer Placeholder 5">
            <a:extLst>
              <a:ext uri="{FF2B5EF4-FFF2-40B4-BE49-F238E27FC236}">
                <a16:creationId xmlns:a16="http://schemas.microsoft.com/office/drawing/2014/main" id="{5D8B6A9F-9A97-8C9E-DD37-C954FD7C647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9BCA8F8-6E79-504C-9835-87205C649348}"/>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686671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9778-BE58-CFD5-4883-1076AA04E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9F9E52-E154-125B-66AF-31546D9742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F8E642-732C-52EF-CDE1-EBE0D22FA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59D67A-DE2C-2529-7D4B-2EADC6079831}"/>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6" name="Footer Placeholder 5">
            <a:extLst>
              <a:ext uri="{FF2B5EF4-FFF2-40B4-BE49-F238E27FC236}">
                <a16:creationId xmlns:a16="http://schemas.microsoft.com/office/drawing/2014/main" id="{037D9319-7ECF-DCF4-03DC-6F3B012C30B4}"/>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F5AD639-F600-039B-86BE-19EA19AE0584}"/>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101457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87C5-362A-5D02-B5FA-0A27DBF482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202F7F-5DD6-7B99-F459-B081E3B0E5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646DB5-F6A5-1D32-83B0-F9761848E4F8}"/>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8DC10353-A63E-5060-7C9D-C4A3B01D863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CD4085C-4F88-7749-E4B5-9E771E7E7C07}"/>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216913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FB67C3-0339-22AE-CD58-4A312AC908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81E0DB-E7A7-5A8E-5214-AC4DC40AF3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62A8E3-FADA-7913-CFC7-8D9443C9760A}"/>
              </a:ext>
            </a:extLst>
          </p:cNvPr>
          <p:cNvSpPr>
            <a:spLocks noGrp="1"/>
          </p:cNvSpPr>
          <p:nvPr>
            <p:ph type="dt" sz="half" idx="10"/>
          </p:nvPr>
        </p:nvSpPr>
        <p:spPr/>
        <p:txBody>
          <a:body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1EDA245F-E5FB-7CEC-E6B2-682EFE797D4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4B10EA1-A722-5915-20E9-BD638DA0A230}"/>
              </a:ext>
            </a:extLst>
          </p:cNvPr>
          <p:cNvSpPr>
            <a:spLocks noGrp="1"/>
          </p:cNvSpPr>
          <p:nvPr>
            <p:ph type="sldNum" sz="quarter" idx="12"/>
          </p:nvPr>
        </p:nvSpPr>
        <p:spPr/>
        <p:txBody>
          <a:bodyPr/>
          <a:lstStyle/>
          <a:p>
            <a:fld id="{6EB9F7D7-3C9C-4146-9FA1-B77DEB44278D}" type="slidenum">
              <a:rPr lang="en-PK" smtClean="0"/>
              <a:t>‹#›</a:t>
            </a:fld>
            <a:endParaRPr lang="en-PK"/>
          </a:p>
        </p:txBody>
      </p:sp>
    </p:spTree>
    <p:extLst>
      <p:ext uri="{BB962C8B-B14F-4D97-AF65-F5344CB8AC3E}">
        <p14:creationId xmlns:p14="http://schemas.microsoft.com/office/powerpoint/2010/main" val="213060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2EDA46-49C1-AA8C-CF1E-EDB425968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46C0B6-41F2-736B-A4F4-D3B549B605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B0358F-8EEC-F6EC-17DD-99E1025132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PK" smtClean="0"/>
              <a:t>02/25/2025</a:t>
            </a:fld>
            <a:endParaRPr lang="en-PK"/>
          </a:p>
        </p:txBody>
      </p:sp>
      <p:sp>
        <p:nvSpPr>
          <p:cNvPr id="5" name="Footer Placeholder 4">
            <a:extLst>
              <a:ext uri="{FF2B5EF4-FFF2-40B4-BE49-F238E27FC236}">
                <a16:creationId xmlns:a16="http://schemas.microsoft.com/office/drawing/2014/main" id="{02AAD06A-5DDE-FA56-49D2-FBC225A65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8762A4A7-41EB-8685-9B8E-C1551DA93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PK" smtClean="0"/>
              <a:t>‹#›</a:t>
            </a:fld>
            <a:endParaRPr lang="en-PK"/>
          </a:p>
        </p:txBody>
      </p:sp>
    </p:spTree>
    <p:extLst>
      <p:ext uri="{BB962C8B-B14F-4D97-AF65-F5344CB8AC3E}">
        <p14:creationId xmlns:p14="http://schemas.microsoft.com/office/powerpoint/2010/main" val="426660878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5.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339636" y="0"/>
            <a:ext cx="12531635"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5"/>
          <p:cNvPicPr>
            <a:picLocks noChangeAspect="1"/>
          </p:cNvPicPr>
          <p:nvPr/>
        </p:nvPicPr>
        <p:blipFill>
          <a:blip r:embed="rId2"/>
          <a:stretch>
            <a:fillRect/>
          </a:stretch>
        </p:blipFill>
        <p:spPr>
          <a:xfrm>
            <a:off x="847344" y="888274"/>
            <a:ext cx="9380873" cy="4049486"/>
          </a:xfrm>
          <a:prstGeom prst="rect">
            <a:avLst/>
          </a:prstGeom>
        </p:spPr>
      </p:pic>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47344" y="888274"/>
            <a:ext cx="9380872" cy="3866924"/>
          </a:xfrm>
        </p:spPr>
        <p:txBody>
          <a:bodyPr/>
          <a:lstStyle/>
          <a:p>
            <a:endParaRPr lang="en-GB" dirty="0"/>
          </a:p>
        </p:txBody>
      </p:sp>
      <p:sp>
        <p:nvSpPr>
          <p:cNvPr id="5" name="Subtitle 2">
            <a:extLst>
              <a:ext uri="{FF2B5EF4-FFF2-40B4-BE49-F238E27FC236}">
                <a16:creationId xmlns:a16="http://schemas.microsoft.com/office/drawing/2014/main" id="{6DA394B8-F89E-45AC-9E3F-FEC161BFAFAB}"/>
              </a:ext>
            </a:extLst>
          </p:cNvPr>
          <p:cNvSpPr txBox="1">
            <a:spLocks/>
          </p:cNvSpPr>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906011" y="1519722"/>
            <a:ext cx="9961228" cy="4581741"/>
          </a:xfrm>
        </p:spPr>
        <p:txBody>
          <a:bodyPr/>
          <a:lstStyle/>
          <a:p>
            <a:pPr marL="0" indent="0" algn="ctr">
              <a:buNone/>
            </a:pPr>
            <a:r>
              <a:rPr lang="en-GB" b="1" dirty="0" smtClean="0">
                <a:latin typeface="Arial" charset="0"/>
                <a:ea typeface="Arial" charset="0"/>
                <a:cs typeface="Arial" charset="0"/>
              </a:rPr>
              <a:t>Teaching of Holy Quran-IV</a:t>
            </a:r>
          </a:p>
          <a:p>
            <a:pPr marL="0" indent="0" algn="ctr">
              <a:buNone/>
            </a:pPr>
            <a:r>
              <a:rPr lang="en-GB" b="1" dirty="0" smtClean="0">
                <a:latin typeface="Arial" charset="0"/>
                <a:ea typeface="Arial" charset="0"/>
                <a:cs typeface="Arial" charset="0"/>
              </a:rPr>
              <a:t>ISL-202</a:t>
            </a:r>
          </a:p>
          <a:p>
            <a:pPr marL="0" indent="0">
              <a:buNone/>
            </a:pPr>
            <a:r>
              <a:rPr lang="en-GB" dirty="0" smtClean="0">
                <a:latin typeface="Arial" charset="0"/>
                <a:ea typeface="Arial" charset="0"/>
                <a:cs typeface="Arial" charset="0"/>
              </a:rPr>
              <a:t>Week# </a:t>
            </a:r>
            <a:r>
              <a:rPr lang="en-GB" dirty="0" smtClean="0">
                <a:latin typeface="Arial" charset="0"/>
                <a:ea typeface="Arial" charset="0"/>
                <a:cs typeface="Arial" charset="0"/>
              </a:rPr>
              <a:t>02:</a:t>
            </a:r>
            <a:endParaRPr lang="en-GB" dirty="0" smtClean="0">
              <a:latin typeface="Arial" charset="0"/>
              <a:ea typeface="Arial" charset="0"/>
              <a:cs typeface="Arial" charset="0"/>
            </a:endParaRPr>
          </a:p>
          <a:p>
            <a:pPr marL="0" indent="0">
              <a:buNone/>
            </a:pPr>
            <a:endParaRPr lang="en-GB" dirty="0">
              <a:latin typeface="Arial" charset="0"/>
              <a:ea typeface="Arial" charset="0"/>
              <a:cs typeface="Arial" charset="0"/>
            </a:endParaRPr>
          </a:p>
          <a:p>
            <a:pPr marL="0" indent="0" algn="ctr">
              <a:buNone/>
            </a:pPr>
            <a:r>
              <a:rPr lang="en-US" dirty="0" smtClean="0"/>
              <a:t>“</a:t>
            </a:r>
            <a:r>
              <a:rPr lang="en-US" dirty="0"/>
              <a:t>Fulfilling the Promise</a:t>
            </a:r>
            <a:r>
              <a:rPr lang="en-US" dirty="0" smtClean="0"/>
              <a:t>’’</a:t>
            </a:r>
            <a:endParaRPr lang="en-GB" dirty="0" smtClean="0">
              <a:latin typeface="Arial" charset="0"/>
              <a:ea typeface="Arial" charset="0"/>
              <a:cs typeface="Arial" charset="0"/>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9847252" y="1519722"/>
            <a:ext cx="2039974" cy="5144283"/>
          </a:xfrm>
          <a:prstGeom prst="rect">
            <a:avLst/>
          </a:prstGeom>
        </p:spPr>
      </p:pic>
    </p:spTree>
    <p:extLst>
      <p:ext uri="{BB962C8B-B14F-4D97-AF65-F5344CB8AC3E}">
        <p14:creationId xmlns:p14="http://schemas.microsoft.com/office/powerpoint/2010/main" val="3239341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الرعد:20</a:t>
            </a:r>
            <a:endParaRPr lang="ur-PK" sz="3600" b="1" u="sng" dirty="0" smtClean="0">
              <a:latin typeface="Jameel Noori Nastaleeq" panose="02000503000000020004" pitchFamily="2" charset="-78"/>
              <a:ea typeface="Arial" charset="0"/>
              <a:cs typeface="Jameel Noori Nastaleeq" panose="02000503000000020004" pitchFamily="2" charset="-78"/>
            </a:endParaRPr>
          </a:p>
          <a:p>
            <a:pPr marL="0" indent="0" algn="ctr">
              <a:buNone/>
            </a:pPr>
            <a:r>
              <a:rPr lang="ur-PK" b="1" dirty="0">
                <a:latin typeface="Al Qalam Quran Majeed Web" panose="02010000000000000000" pitchFamily="2" charset="-78"/>
                <a:cs typeface="Al Qalam Quran Majeed Web" panose="02010000000000000000" pitchFamily="2" charset="-78"/>
              </a:rPr>
              <a:t>الَّذِیْنَ یُوْفُوْنَ بِعَهْدِ اللّٰهِ وَ لَا یَنْقُضُوْنَ </a:t>
            </a:r>
            <a:r>
              <a:rPr lang="ur-PK" b="1" dirty="0" smtClean="0">
                <a:latin typeface="Al Qalam Quran Majeed Web" panose="02010000000000000000" pitchFamily="2" charset="-78"/>
                <a:cs typeface="Al Qalam Quran Majeed Web" panose="02010000000000000000" pitchFamily="2" charset="-78"/>
              </a:rPr>
              <a:t>الْمِیْثَاقَ</a:t>
            </a:r>
            <a:endParaRPr lang="en-US" b="1" dirty="0" smtClean="0">
              <a:latin typeface="Al Qalam Quran Majeed Web" panose="02010000000000000000" pitchFamily="2" charset="-78"/>
              <a:cs typeface="Al Qalam Quran Majeed Web" panose="02010000000000000000" pitchFamily="2" charset="-78"/>
            </a:endParaRPr>
          </a:p>
          <a:p>
            <a:pPr marL="0" indent="0" algn="ctr">
              <a:buNone/>
            </a:pPr>
            <a:endParaRPr lang="ur-PK" sz="3600" b="1" u="sng" dirty="0">
              <a:latin typeface="Al Qalam Quran Majeed Web" panose="02010000000000000000" pitchFamily="2" charset="-78"/>
              <a:ea typeface="Arial" charset="0"/>
              <a:cs typeface="Al Qalam Quran Majeed Web" panose="02010000000000000000" pitchFamily="2" charset="-78"/>
            </a:endParaRPr>
          </a:p>
          <a:p>
            <a:pPr marL="0" indent="0" algn="ctr">
              <a:buNone/>
            </a:pPr>
            <a:r>
              <a:rPr lang="ur-PK" dirty="0">
                <a:latin typeface="Jameel Noori Nastaleeq" panose="02000503000000020004" pitchFamily="2" charset="-78"/>
                <a:cs typeface="Jameel Noori Nastaleeq" panose="02000503000000020004" pitchFamily="2" charset="-78"/>
              </a:rPr>
              <a:t>وہ جو اللہ کا عہد پورا کرتے ہیں اور قول باندھ کر پھرتے نہیں</a:t>
            </a:r>
            <a:r>
              <a:rPr lang="ur-PK" dirty="0"/>
              <a:t> </a:t>
            </a:r>
            <a:endParaRPr lang="ur-PK" sz="3200"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1239890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354862" y="1145455"/>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الرعد:20</a:t>
            </a:r>
            <a:endParaRPr lang="ur-PK" sz="3600" b="1" u="sng" dirty="0" smtClean="0">
              <a:latin typeface="Jameel Noori Nastaleeq" panose="02000503000000020004" pitchFamily="2" charset="-78"/>
              <a:ea typeface="Arial" charset="0"/>
              <a:cs typeface="Jameel Noori Nastaleeq" panose="02000503000000020004" pitchFamily="2" charset="-78"/>
            </a:endParaRPr>
          </a:p>
          <a:p>
            <a:pPr marL="0" indent="0" algn="ctr">
              <a:buNone/>
            </a:pPr>
            <a:r>
              <a:rPr lang="ur-PK" dirty="0"/>
              <a:t> </a:t>
            </a:r>
            <a:endParaRPr lang="ur-PK" dirty="0" smtClean="0"/>
          </a:p>
          <a:p>
            <a:pPr marL="0" indent="0" algn="ctr">
              <a:buNone/>
            </a:pPr>
            <a:endParaRPr lang="ur-PK" sz="3200"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Rectangle 1"/>
          <p:cNvSpPr/>
          <p:nvPr/>
        </p:nvSpPr>
        <p:spPr>
          <a:xfrm>
            <a:off x="459365" y="1791512"/>
            <a:ext cx="11482276" cy="5170646"/>
          </a:xfrm>
          <a:prstGeom prst="rect">
            <a:avLst/>
          </a:prstGeom>
        </p:spPr>
        <p:txBody>
          <a:bodyPr wrap="square">
            <a:spAutoFit/>
          </a:bodyPr>
          <a:lstStyle/>
          <a:p>
            <a:pPr marL="342900" indent="-342900" algn="r" rtl="1">
              <a:buFont typeface="Wingdings" panose="05000000000000000000" pitchFamily="2" charset="2"/>
              <a:buChar char="v"/>
            </a:pPr>
            <a:r>
              <a:rPr lang="ur-PK" sz="2400" dirty="0">
                <a:latin typeface="Jameel Noori Nastaleeq" panose="02000503000000020004" pitchFamily="2" charset="-78"/>
                <a:cs typeface="Jameel Noori Nastaleeq" panose="02000503000000020004" pitchFamily="2" charset="-78"/>
              </a:rPr>
              <a:t>اس عہد سے مراد پہلا عہد وہ ہے جس کا تذکرہ ان الفاظ میں کیا گیا ہے اے انسان جب تیرے رب نے بنی نوع انسان کی پشت سے نسل درنسل اس کی اولاد کو پیدا کیا اور ان کو انہی کے اوپر گواہ بناتے ہوئے استفسار فرمایا کہ ” کیا میں تمہارا رب نہیں؟“ آدم (علیہ السلام) کی ساری کی ساری اولاد نے اپنے رب کے حضور یہ اعتراف کیا۔ ” کیوں نہیں آپ ہی ہمارے رب ہیں۔ ہم اس کی گواہی دیتے ہیں۔ گواہی لینے کے بعد اللہ تعالیٰ نے فرمایا کہ اس عہد کو یاد رکھنا اور اس پر پکے رہنا کہیں ایسا نہ ہو کہ قیامت کے دن کہو کہ ہمیں تو اس عہد کی کوئی خبر نہیں</a:t>
            </a:r>
            <a:r>
              <a:rPr lang="ur-PK" dirty="0" smtClean="0"/>
              <a:t>۔</a:t>
            </a:r>
          </a:p>
          <a:p>
            <a:pPr marL="342900" indent="-342900" algn="r" rtl="1">
              <a:buFont typeface="Wingdings" panose="05000000000000000000" pitchFamily="2" charset="2"/>
              <a:buChar char="v"/>
            </a:pPr>
            <a:r>
              <a:rPr lang="ur-PK" dirty="0"/>
              <a:t> </a:t>
            </a:r>
            <a:r>
              <a:rPr lang="ur-PK" dirty="0">
                <a:solidFill>
                  <a:srgbClr val="000000"/>
                </a:solidFill>
                <a:latin typeface="shamilaSymbols"/>
              </a:rPr>
              <a:t> </a:t>
            </a:r>
            <a:r>
              <a:rPr lang="ur-PK" sz="2400" dirty="0">
                <a:solidFill>
                  <a:srgbClr val="000000"/>
                </a:solidFill>
                <a:latin typeface="Jameel Noori Nastaleeq" panose="02000503000000020004" pitchFamily="2" charset="-78"/>
                <a:cs typeface="Jameel Noori Nastaleeq" panose="02000503000000020004" pitchFamily="2" charset="-78"/>
              </a:rPr>
              <a:t>حضرت انس </a:t>
            </a:r>
            <a:r>
              <a:rPr lang="ur-PK" sz="2400" dirty="0" smtClean="0">
                <a:solidFill>
                  <a:srgbClr val="000000"/>
                </a:solidFill>
                <a:latin typeface="Jameel Noori Nastaleeq" panose="02000503000000020004" pitchFamily="2" charset="-78"/>
                <a:cs typeface="Jameel Noori Nastaleeq" panose="02000503000000020004" pitchFamily="2" charset="-78"/>
              </a:rPr>
              <a:t>(﷜) </a:t>
            </a:r>
            <a:r>
              <a:rPr lang="ur-PK" sz="2400" dirty="0">
                <a:solidFill>
                  <a:srgbClr val="000000"/>
                </a:solidFill>
                <a:latin typeface="Jameel Noori Nastaleeq" panose="02000503000000020004" pitchFamily="2" charset="-78"/>
                <a:cs typeface="Jameel Noori Nastaleeq" panose="02000503000000020004" pitchFamily="2" charset="-78"/>
              </a:rPr>
              <a:t>نبی کریم </a:t>
            </a:r>
            <a:r>
              <a:rPr lang="ur-PK" sz="2400" dirty="0" smtClean="0">
                <a:solidFill>
                  <a:srgbClr val="000000"/>
                </a:solidFill>
                <a:latin typeface="Jameel Noori Nastaleeq" panose="02000503000000020004" pitchFamily="2" charset="-78"/>
                <a:cs typeface="Jameel Noori Nastaleeq" panose="02000503000000020004" pitchFamily="2" charset="-78"/>
              </a:rPr>
              <a:t>ﷺسے </a:t>
            </a:r>
            <a:r>
              <a:rPr lang="ur-PK" sz="2400" dirty="0">
                <a:solidFill>
                  <a:srgbClr val="000000"/>
                </a:solidFill>
                <a:latin typeface="Jameel Noori Nastaleeq" panose="02000503000000020004" pitchFamily="2" charset="-78"/>
                <a:cs typeface="Jameel Noori Nastaleeq" panose="02000503000000020004" pitchFamily="2" charset="-78"/>
              </a:rPr>
              <a:t>بیان کرتے ہیں۔ آپ </a:t>
            </a:r>
            <a:r>
              <a:rPr lang="ur-PK" sz="2400" dirty="0" smtClean="0">
                <a:solidFill>
                  <a:srgbClr val="000000"/>
                </a:solidFill>
                <a:latin typeface="Jameel Noori Nastaleeq" panose="02000503000000020004" pitchFamily="2" charset="-78"/>
                <a:cs typeface="Jameel Noori Nastaleeq" panose="02000503000000020004" pitchFamily="2" charset="-78"/>
              </a:rPr>
              <a:t>ﷺنے </a:t>
            </a:r>
            <a:r>
              <a:rPr lang="ur-PK" sz="2400" dirty="0">
                <a:solidFill>
                  <a:srgbClr val="000000"/>
                </a:solidFill>
                <a:latin typeface="Jameel Noori Nastaleeq" panose="02000503000000020004" pitchFamily="2" charset="-78"/>
                <a:cs typeface="Jameel Noori Nastaleeq" panose="02000503000000020004" pitchFamily="2" charset="-78"/>
              </a:rPr>
              <a:t>فرمایا </a:t>
            </a:r>
            <a:r>
              <a:rPr lang="ur-PK" sz="2400" dirty="0" smtClean="0">
                <a:solidFill>
                  <a:srgbClr val="000000"/>
                </a:solidFill>
                <a:latin typeface="Jameel Noori Nastaleeq" panose="02000503000000020004" pitchFamily="2" charset="-78"/>
                <a:cs typeface="Jameel Noori Nastaleeq" panose="02000503000000020004" pitchFamily="2" charset="-78"/>
              </a:rPr>
              <a:t>:</a:t>
            </a:r>
          </a:p>
          <a:p>
            <a:pPr algn="ctr" rtl="1"/>
            <a:r>
              <a:rPr lang="ur-PK" sz="2400" b="1" dirty="0" smtClean="0">
                <a:solidFill>
                  <a:srgbClr val="000000"/>
                </a:solidFill>
                <a:latin typeface="Jameel Noori Nastaleeq" panose="02000503000000020004" pitchFamily="2" charset="-78"/>
                <a:cs typeface="Jameel Noori Nastaleeq" panose="02000503000000020004" pitchFamily="2" charset="-78"/>
              </a:rPr>
              <a:t>وہ </a:t>
            </a:r>
            <a:r>
              <a:rPr lang="ur-PK" sz="2400" b="1" dirty="0">
                <a:solidFill>
                  <a:srgbClr val="000000"/>
                </a:solidFill>
                <a:latin typeface="Jameel Noori Nastaleeq" panose="02000503000000020004" pitchFamily="2" charset="-78"/>
                <a:cs typeface="Jameel Noori Nastaleeq" panose="02000503000000020004" pitchFamily="2" charset="-78"/>
              </a:rPr>
              <a:t>جہنم سے نجات پا گیا جس نے لا الہ الا اللہ کہا اور اس کے دل میں جو کی مقدار کے برابر بھی بھلائی ہوگی۔ جس شخص نے لا الہ الا اللہ کہا اور اس کے دل میں چاول کے کے برابر بھلائی ہوگی وہ بھی جہنم سے نکل گیا۔ جس شخص نے لا الہ الا اللہ کہا، اس کے دل میں رائی کے ذرے کے برابر بھی بھلائی ہوگی تو وہ بھی جہنم سے چھٹکارا پا گیا</a:t>
            </a:r>
            <a:r>
              <a:rPr lang="ur-PK" sz="2400" b="1" dirty="0" smtClean="0">
                <a:solidFill>
                  <a:srgbClr val="000000"/>
                </a:solidFill>
                <a:latin typeface="Jameel Noori Nastaleeq" panose="02000503000000020004" pitchFamily="2" charset="-78"/>
                <a:cs typeface="Jameel Noori Nastaleeq" panose="02000503000000020004" pitchFamily="2" charset="-78"/>
              </a:rPr>
              <a:t>۔</a:t>
            </a:r>
          </a:p>
          <a:p>
            <a:pPr algn="ctr" rtl="1"/>
            <a:endParaRPr lang="ur-PK" sz="2400" b="1" dirty="0" smtClean="0">
              <a:solidFill>
                <a:srgbClr val="000000"/>
              </a:solidFill>
              <a:latin typeface="Jameel Noori Nastaleeq" panose="02000503000000020004" pitchFamily="2" charset="-78"/>
              <a:cs typeface="Jameel Noori Nastaleeq" panose="02000503000000020004" pitchFamily="2" charset="-78"/>
            </a:endParaRPr>
          </a:p>
          <a:p>
            <a:pPr marL="342900" indent="-342900" algn="r" rtl="1">
              <a:buFont typeface="Wingdings" panose="05000000000000000000" pitchFamily="2" charset="2"/>
              <a:buChar char="v"/>
            </a:pPr>
            <a:r>
              <a:rPr lang="ur-PK" sz="2400" dirty="0" smtClean="0">
                <a:latin typeface="Jameel Noori Nastaleeq" panose="02000503000000020004" pitchFamily="2" charset="-78"/>
                <a:cs typeface="Jameel Noori Nastaleeq" panose="02000503000000020004" pitchFamily="2" charset="-78"/>
              </a:rPr>
              <a:t> </a:t>
            </a:r>
            <a:r>
              <a:rPr lang="ur-PK" sz="2400" dirty="0">
                <a:solidFill>
                  <a:srgbClr val="000000"/>
                </a:solidFill>
                <a:latin typeface="Jameel Noori Nastaleeq" panose="02000503000000020004" pitchFamily="2" charset="-78"/>
                <a:cs typeface="Jameel Noori Nastaleeq" panose="02000503000000020004" pitchFamily="2" charset="-78"/>
              </a:rPr>
              <a:t>حضرت انس بن مالک </a:t>
            </a:r>
            <a:r>
              <a:rPr lang="ur-PK" sz="2400" dirty="0" smtClean="0">
                <a:solidFill>
                  <a:srgbClr val="000000"/>
                </a:solidFill>
                <a:latin typeface="Jameel Noori Nastaleeq" panose="02000503000000020004" pitchFamily="2" charset="-78"/>
                <a:cs typeface="Jameel Noori Nastaleeq" panose="02000503000000020004" pitchFamily="2" charset="-78"/>
              </a:rPr>
              <a:t>(﷜) </a:t>
            </a:r>
            <a:r>
              <a:rPr lang="ur-PK" sz="2400" dirty="0">
                <a:solidFill>
                  <a:srgbClr val="000000"/>
                </a:solidFill>
                <a:latin typeface="Jameel Noori Nastaleeq" panose="02000503000000020004" pitchFamily="2" charset="-78"/>
                <a:cs typeface="Jameel Noori Nastaleeq" panose="02000503000000020004" pitchFamily="2" charset="-78"/>
              </a:rPr>
              <a:t>بیان کرتے ہیں کہ رسول اللہ (ﷺ) نے جب بھی ہمیں خطبہ دیا </a:t>
            </a:r>
            <a:r>
              <a:rPr lang="ur-PK" sz="2400" dirty="0" smtClean="0">
                <a:solidFill>
                  <a:srgbClr val="000000"/>
                </a:solidFill>
                <a:latin typeface="Jameel Noori Nastaleeq" panose="02000503000000020004" pitchFamily="2" charset="-78"/>
                <a:cs typeface="Jameel Noori Nastaleeq" panose="02000503000000020004" pitchFamily="2" charset="-78"/>
              </a:rPr>
              <a:t>آپﷺ </a:t>
            </a:r>
            <a:r>
              <a:rPr lang="ur-PK" sz="2400" dirty="0">
                <a:solidFill>
                  <a:srgbClr val="000000"/>
                </a:solidFill>
                <a:latin typeface="Jameel Noori Nastaleeq" panose="02000503000000020004" pitchFamily="2" charset="-78"/>
                <a:cs typeface="Jameel Noori Nastaleeq" panose="02000503000000020004" pitchFamily="2" charset="-78"/>
              </a:rPr>
              <a:t>نے فرمایا </a:t>
            </a:r>
            <a:r>
              <a:rPr lang="ur-PK" sz="2400" dirty="0" smtClean="0">
                <a:solidFill>
                  <a:srgbClr val="000000"/>
                </a:solidFill>
                <a:latin typeface="Jameel Noori Nastaleeq" panose="02000503000000020004" pitchFamily="2" charset="-78"/>
                <a:cs typeface="Jameel Noori Nastaleeq" panose="02000503000000020004" pitchFamily="2" charset="-78"/>
              </a:rPr>
              <a:t>:</a:t>
            </a:r>
          </a:p>
          <a:p>
            <a:pPr algn="ctr" rtl="1"/>
            <a:r>
              <a:rPr lang="ur-PK" sz="2400" b="1" dirty="0" smtClean="0">
                <a:solidFill>
                  <a:srgbClr val="000000"/>
                </a:solidFill>
                <a:latin typeface="Jameel Noori Nastaleeq" panose="02000503000000020004" pitchFamily="2" charset="-78"/>
                <a:cs typeface="Jameel Noori Nastaleeq" panose="02000503000000020004" pitchFamily="2" charset="-78"/>
              </a:rPr>
              <a:t>اس </a:t>
            </a:r>
            <a:r>
              <a:rPr lang="ur-PK" sz="2400" b="1" dirty="0">
                <a:solidFill>
                  <a:srgbClr val="000000"/>
                </a:solidFill>
                <a:latin typeface="Jameel Noori Nastaleeq" panose="02000503000000020004" pitchFamily="2" charset="-78"/>
                <a:cs typeface="Jameel Noori Nastaleeq" panose="02000503000000020004" pitchFamily="2" charset="-78"/>
              </a:rPr>
              <a:t>شخص کا کوئی ایمان نہیں جو امانت دار نہیں اور جو عہد کی پاسداری نہیں کرتا اس کا کوئی دین </a:t>
            </a:r>
            <a:r>
              <a:rPr lang="ur-PK" sz="2400" b="1" dirty="0" smtClean="0">
                <a:solidFill>
                  <a:srgbClr val="000000"/>
                </a:solidFill>
                <a:latin typeface="Jameel Noori Nastaleeq" panose="02000503000000020004" pitchFamily="2" charset="-78"/>
                <a:cs typeface="Jameel Noori Nastaleeq" panose="02000503000000020004" pitchFamily="2" charset="-78"/>
              </a:rPr>
              <a:t>نہیں</a:t>
            </a:r>
          </a:p>
          <a:p>
            <a:pPr algn="ctr" rtl="1"/>
            <a:endParaRPr lang="ur-PK" sz="2400" b="1" dirty="0">
              <a:solidFill>
                <a:srgbClr val="000000"/>
              </a:solidFill>
              <a:latin typeface="Jameel Noori Nastaleeq" panose="02000503000000020004" pitchFamily="2" charset="-78"/>
              <a:cs typeface="Jameel Noori Nastaleeq" panose="02000503000000020004" pitchFamily="2" charset="-78"/>
            </a:endParaRPr>
          </a:p>
          <a:p>
            <a:pPr marL="342900" indent="-342900" algn="r" rtl="1">
              <a:buFont typeface="Wingdings" panose="05000000000000000000" pitchFamily="2" charset="2"/>
              <a:buChar char="v"/>
            </a:pPr>
            <a:r>
              <a:rPr lang="ur-PK" sz="2400" dirty="0" smtClean="0">
                <a:solidFill>
                  <a:srgbClr val="000000"/>
                </a:solidFill>
                <a:latin typeface="Jameel Noori Nastaleeq" panose="02000503000000020004" pitchFamily="2" charset="-78"/>
                <a:cs typeface="Jameel Noori Nastaleeq" panose="02000503000000020004" pitchFamily="2" charset="-78"/>
              </a:rPr>
              <a:t>” </a:t>
            </a:r>
            <a:r>
              <a:rPr lang="ur-PK" sz="2400" dirty="0">
                <a:solidFill>
                  <a:srgbClr val="000000"/>
                </a:solidFill>
                <a:latin typeface="Jameel Noori Nastaleeq" panose="02000503000000020004" pitchFamily="2" charset="-78"/>
                <a:cs typeface="Jameel Noori Nastaleeq" panose="02000503000000020004" pitchFamily="2" charset="-78"/>
              </a:rPr>
              <a:t>حضرت ابو سعید </a:t>
            </a:r>
            <a:r>
              <a:rPr lang="ur-PK" sz="2400" dirty="0" smtClean="0">
                <a:solidFill>
                  <a:srgbClr val="000000"/>
                </a:solidFill>
                <a:latin typeface="Jameel Noori Nastaleeq" panose="02000503000000020004" pitchFamily="2" charset="-78"/>
                <a:cs typeface="Jameel Noori Nastaleeq" panose="02000503000000020004" pitchFamily="2" charset="-78"/>
              </a:rPr>
              <a:t>(﷜) </a:t>
            </a:r>
            <a:r>
              <a:rPr lang="ur-PK" sz="2400" dirty="0">
                <a:solidFill>
                  <a:srgbClr val="000000"/>
                </a:solidFill>
                <a:latin typeface="Jameel Noori Nastaleeq" panose="02000503000000020004" pitchFamily="2" charset="-78"/>
                <a:cs typeface="Jameel Noori Nastaleeq" panose="02000503000000020004" pitchFamily="2" charset="-78"/>
              </a:rPr>
              <a:t>بیان کرتے ہیں نبی مکرم (ﷺ) نے فرمایا قیامت کے دن ہر عہد شکن انسان کی دبر کے قریب جھنڈا ہوگا۔ ایک روایت میں ہے ہر عہد شکن کے لیے قیامت کے دن جھنڈا ہوگا‘ جو اس کی عہد شکنی کے مطابق بلند کیا جائے گا۔ خبردار! سربراہ مملکت سے بڑھ کر کسی کی عہد شکنی نہیں ہوتی۔“</a:t>
            </a:r>
            <a:r>
              <a:rPr lang="ur-PK" sz="2400" dirty="0">
                <a:solidFill>
                  <a:srgbClr val="000000"/>
                </a:solidFill>
                <a:latin typeface="shamilaSymbols"/>
              </a:rPr>
              <a:t> </a:t>
            </a:r>
            <a:endParaRPr lang="ur-PK" sz="2400" b="1" dirty="0" smtClean="0">
              <a:latin typeface="Jameel Noori Nastaleeq" panose="02000503000000020004" pitchFamily="2" charset="-78"/>
              <a:cs typeface="Jameel Noori Nastaleeq" panose="02000503000000020004" pitchFamily="2" charset="-78"/>
            </a:endParaRPr>
          </a:p>
          <a:p>
            <a:pPr algn="r" rtl="1"/>
            <a:endParaRPr lang="en-US" dirty="0"/>
          </a:p>
        </p:txBody>
      </p:sp>
    </p:spTree>
    <p:extLst>
      <p:ext uri="{BB962C8B-B14F-4D97-AF65-F5344CB8AC3E}">
        <p14:creationId xmlns:p14="http://schemas.microsoft.com/office/powerpoint/2010/main" val="551513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النحل:91</a:t>
            </a:r>
            <a:endParaRPr lang="ur-PK" sz="3600" b="1" u="sng" dirty="0" smtClean="0">
              <a:latin typeface="Jameel Noori Nastaleeq" panose="02000503000000020004" pitchFamily="2" charset="-78"/>
              <a:ea typeface="Arial" charset="0"/>
              <a:cs typeface="Jameel Noori Nastaleeq" panose="02000503000000020004" pitchFamily="2" charset="-78"/>
            </a:endParaRPr>
          </a:p>
          <a:p>
            <a:pPr marL="0" indent="0" algn="ctr">
              <a:buNone/>
            </a:pPr>
            <a:endParaRPr lang="ur-PK" b="1" dirty="0" smtClean="0">
              <a:latin typeface="Al Qalam Quran Majeed Web" panose="02010000000000000000" pitchFamily="2" charset="-78"/>
              <a:cs typeface="Al Qalam Quran Majeed Web" panose="02010000000000000000" pitchFamily="2" charset="-78"/>
            </a:endParaRPr>
          </a:p>
          <a:p>
            <a:pPr marL="0" indent="0" algn="ctr">
              <a:buNone/>
            </a:pPr>
            <a:r>
              <a:rPr lang="ur-PK" b="1" dirty="0" smtClean="0">
                <a:latin typeface="Al Qalam Quran Majeed Web" panose="02010000000000000000" pitchFamily="2" charset="-78"/>
                <a:cs typeface="Al Qalam Quran Majeed Web" panose="02010000000000000000" pitchFamily="2" charset="-78"/>
              </a:rPr>
              <a:t>وَ </a:t>
            </a:r>
            <a:r>
              <a:rPr lang="ur-PK" b="1" dirty="0">
                <a:latin typeface="Al Qalam Quran Majeed Web" panose="02010000000000000000" pitchFamily="2" charset="-78"/>
                <a:cs typeface="Al Qalam Quran Majeed Web" panose="02010000000000000000" pitchFamily="2" charset="-78"/>
              </a:rPr>
              <a:t>اَوْفُوْا بِعَهْدِ اللّٰهِ اِذَا عٰهَدْتُّمْ وَ لَا تَنْقُضُوا الْاَیْمَانَ بَعْدَ تَوْكِیْدِهَا </a:t>
            </a:r>
            <a:endParaRPr lang="ur-PK" b="1" dirty="0" smtClean="0">
              <a:latin typeface="Al Qalam Quran Majeed Web" panose="02010000000000000000" pitchFamily="2" charset="-78"/>
              <a:cs typeface="Al Qalam Quran Majeed Web" panose="02010000000000000000" pitchFamily="2" charset="-78"/>
            </a:endParaRPr>
          </a:p>
          <a:p>
            <a:pPr marL="0" indent="0" algn="ctr">
              <a:buNone/>
            </a:pPr>
            <a:r>
              <a:rPr lang="ur-PK" b="1" dirty="0" smtClean="0">
                <a:latin typeface="Al Qalam Quran Majeed Web" panose="02010000000000000000" pitchFamily="2" charset="-78"/>
                <a:cs typeface="Al Qalam Quran Majeed Web" panose="02010000000000000000" pitchFamily="2" charset="-78"/>
              </a:rPr>
              <a:t>وَ </a:t>
            </a:r>
            <a:r>
              <a:rPr lang="ur-PK" b="1" dirty="0">
                <a:latin typeface="Al Qalam Quran Majeed Web" panose="02010000000000000000" pitchFamily="2" charset="-78"/>
                <a:cs typeface="Al Qalam Quran Majeed Web" panose="02010000000000000000" pitchFamily="2" charset="-78"/>
              </a:rPr>
              <a:t>قَدْ جَعَلْتُمُ اللّٰهَ عَلَیْكُمْ </a:t>
            </a:r>
            <a:r>
              <a:rPr lang="ur-PK" b="1" dirty="0" smtClean="0">
                <a:latin typeface="Al Qalam Quran Majeed Web" panose="02010000000000000000" pitchFamily="2" charset="-78"/>
                <a:cs typeface="Al Qalam Quran Majeed Web" panose="02010000000000000000" pitchFamily="2" charset="-78"/>
              </a:rPr>
              <a:t>كَفِیْلًاؕ-       اِنَّ </a:t>
            </a:r>
            <a:r>
              <a:rPr lang="ur-PK" b="1" dirty="0">
                <a:latin typeface="Al Qalam Quran Majeed Web" panose="02010000000000000000" pitchFamily="2" charset="-78"/>
                <a:cs typeface="Al Qalam Quran Majeed Web" panose="02010000000000000000" pitchFamily="2" charset="-78"/>
              </a:rPr>
              <a:t>اللّٰهَ یَعْلَمُ مَا </a:t>
            </a:r>
            <a:r>
              <a:rPr lang="ur-PK" b="1" dirty="0" smtClean="0">
                <a:latin typeface="Al Qalam Quran Majeed Web" panose="02010000000000000000" pitchFamily="2" charset="-78"/>
                <a:cs typeface="Al Qalam Quran Majeed Web" panose="02010000000000000000" pitchFamily="2" charset="-78"/>
              </a:rPr>
              <a:t>تَفْعَلُوْنَ</a:t>
            </a:r>
          </a:p>
          <a:p>
            <a:pPr marL="0" indent="0" algn="ctr">
              <a:buNone/>
            </a:pPr>
            <a:endParaRPr lang="ur-PK" sz="3600" b="1" u="sng" dirty="0">
              <a:latin typeface="Al Qalam Quran Majeed Web" panose="02010000000000000000" pitchFamily="2" charset="-78"/>
              <a:ea typeface="Arial" charset="0"/>
              <a:cs typeface="Al Qalam Quran Majeed Web" panose="02010000000000000000" pitchFamily="2" charset="-78"/>
            </a:endParaRPr>
          </a:p>
          <a:p>
            <a:pPr marL="0" indent="0" algn="ctr">
              <a:buNone/>
            </a:pPr>
            <a:r>
              <a:rPr lang="ur-PK" dirty="0">
                <a:latin typeface="Jameel Noori Nastaleeq" panose="02000503000000020004" pitchFamily="2" charset="-78"/>
                <a:cs typeface="Jameel Noori Nastaleeq" panose="02000503000000020004" pitchFamily="2" charset="-78"/>
              </a:rPr>
              <a:t>اور اللہ کا عہد پورا کرو جب قول باندھو اور قسمیں مضبوط کرکے نہ توڑو </a:t>
            </a:r>
            <a:r>
              <a:rPr lang="ur-PK" dirty="0" smtClean="0">
                <a:latin typeface="Jameel Noori Nastaleeq" panose="02000503000000020004" pitchFamily="2" charset="-78"/>
                <a:cs typeface="Jameel Noori Nastaleeq" panose="02000503000000020004" pitchFamily="2" charset="-78"/>
              </a:rPr>
              <a:t>اور</a:t>
            </a:r>
          </a:p>
          <a:p>
            <a:pPr marL="0" indent="0" algn="ctr">
              <a:buNone/>
            </a:pPr>
            <a:r>
              <a:rPr lang="ur-PK" dirty="0" smtClean="0">
                <a:latin typeface="Jameel Noori Nastaleeq" panose="02000503000000020004" pitchFamily="2" charset="-78"/>
                <a:cs typeface="Jameel Noori Nastaleeq" panose="02000503000000020004" pitchFamily="2" charset="-78"/>
              </a:rPr>
              <a:t> </a:t>
            </a:r>
            <a:r>
              <a:rPr lang="ur-PK" dirty="0">
                <a:latin typeface="Jameel Noori Nastaleeq" panose="02000503000000020004" pitchFamily="2" charset="-78"/>
                <a:cs typeface="Jameel Noori Nastaleeq" panose="02000503000000020004" pitchFamily="2" charset="-78"/>
              </a:rPr>
              <a:t>تم اللہ کو اپنے اوپر ضامن کرچکے ہو بےشک اللہ تمہارے کام جانتا ہے</a:t>
            </a:r>
            <a:endParaRPr lang="ur-PK" sz="3200"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2795187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fontScale="70000" lnSpcReduction="20000"/>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النحل:91</a:t>
            </a:r>
            <a:endParaRPr lang="ur-PK" sz="3600" b="1" u="sng" dirty="0" smtClean="0">
              <a:latin typeface="Jameel Noori Nastaleeq" panose="02000503000000020004" pitchFamily="2" charset="-78"/>
              <a:ea typeface="Arial" charset="0"/>
              <a:cs typeface="Jameel Noori Nastaleeq" panose="02000503000000020004" pitchFamily="2" charset="-78"/>
            </a:endParaRPr>
          </a:p>
          <a:p>
            <a:pPr marL="0" indent="0" algn="r" rtl="1">
              <a:buNone/>
            </a:pPr>
            <a:r>
              <a:rPr lang="ur-PK" dirty="0">
                <a:solidFill>
                  <a:srgbClr val="000000"/>
                </a:solidFill>
                <a:latin typeface="shamilaSymbols"/>
              </a:rPr>
              <a:t> </a:t>
            </a:r>
            <a:r>
              <a:rPr lang="ur-PK" dirty="0">
                <a:solidFill>
                  <a:srgbClr val="000000"/>
                </a:solidFill>
                <a:latin typeface="Jameel Noori Nastaleeq" panose="02000503000000020004" pitchFamily="2" charset="-78"/>
                <a:cs typeface="Jameel Noori Nastaleeq" panose="02000503000000020004" pitchFamily="2" charset="-78"/>
              </a:rPr>
              <a:t>اللہ تعالیٰ کے ارشادات پر عمل کرنا اور اس کی نافرمانی کے کاموں سے رکنا حقیقت میں ایک عہد ہے جس کی پاسداری ہر شخص پر لازم ہے</a:t>
            </a:r>
            <a:r>
              <a:rPr lang="ur-PK" dirty="0" smtClean="0">
                <a:solidFill>
                  <a:srgbClr val="000000"/>
                </a:solidFill>
                <a:latin typeface="Jameel Noori Nastaleeq" panose="02000503000000020004" pitchFamily="2" charset="-78"/>
                <a:cs typeface="Jameel Noori Nastaleeq" panose="02000503000000020004" pitchFamily="2" charset="-78"/>
              </a:rPr>
              <a:t>۔</a:t>
            </a:r>
            <a:r>
              <a:rPr lang="ur-PK" dirty="0">
                <a:solidFill>
                  <a:srgbClr val="000000"/>
                </a:solidFill>
                <a:latin typeface="Jameel Noori Nastaleeq" panose="02000503000000020004" pitchFamily="2" charset="-78"/>
                <a:cs typeface="Jameel Noori Nastaleeq" panose="02000503000000020004" pitchFamily="2" charset="-78"/>
              </a:rPr>
              <a:t/>
            </a:r>
            <a:br>
              <a:rPr lang="ur-PK" dirty="0">
                <a:solidFill>
                  <a:srgbClr val="000000"/>
                </a:solidFill>
                <a:latin typeface="Jameel Noori Nastaleeq" panose="02000503000000020004" pitchFamily="2" charset="-78"/>
                <a:cs typeface="Jameel Noori Nastaleeq" panose="02000503000000020004" pitchFamily="2" charset="-78"/>
              </a:rPr>
            </a:br>
            <a:endParaRPr lang="ur-PK" dirty="0" smtClean="0">
              <a:solidFill>
                <a:srgbClr val="000000"/>
              </a:solidFill>
              <a:latin typeface="Jameel Noori Nastaleeq" panose="02000503000000020004" pitchFamily="2" charset="-78"/>
              <a:cs typeface="Jameel Noori Nastaleeq" panose="02000503000000020004" pitchFamily="2" charset="-78"/>
            </a:endParaRPr>
          </a:p>
          <a:p>
            <a:pPr algn="r" rtl="1">
              <a:buFont typeface="Wingdings" panose="05000000000000000000" pitchFamily="2" charset="2"/>
              <a:buChar char="v"/>
            </a:pPr>
            <a:r>
              <a:rPr lang="ur-PK" dirty="0" smtClean="0">
                <a:solidFill>
                  <a:srgbClr val="000000"/>
                </a:solidFill>
                <a:latin typeface="Jameel Noori Nastaleeq" panose="02000503000000020004" pitchFamily="2" charset="-78"/>
                <a:cs typeface="Jameel Noori Nastaleeq" panose="02000503000000020004" pitchFamily="2" charset="-78"/>
              </a:rPr>
              <a:t>پہلاعہد </a:t>
            </a:r>
            <a:r>
              <a:rPr lang="ur-PK" dirty="0">
                <a:solidFill>
                  <a:srgbClr val="000000"/>
                </a:solidFill>
                <a:latin typeface="Jameel Noori Nastaleeq" panose="02000503000000020004" pitchFamily="2" charset="-78"/>
                <a:cs typeface="Jameel Noori Nastaleeq" panose="02000503000000020004" pitchFamily="2" charset="-78"/>
              </a:rPr>
              <a:t>وہ عہد ہے جو کلمۂ طیبہ کے الفاظ میں ہر مسلمان اپنے رب سے کرتا ہے یہ اس عہد کی تجدید اور اعادہ ہے جو ازل کے دن قالُوْا بَلٰی کہہ کر ہر انسان نے اپنے رب کے ساتھ کیا تھا۔ جس کی عہد </a:t>
            </a:r>
            <a:endParaRPr lang="ur-PK" dirty="0" smtClean="0">
              <a:solidFill>
                <a:srgbClr val="000000"/>
              </a:solidFill>
              <a:latin typeface="Jameel Noori Nastaleeq" panose="02000503000000020004" pitchFamily="2" charset="-78"/>
              <a:cs typeface="Jameel Noori Nastaleeq" panose="02000503000000020004" pitchFamily="2" charset="-78"/>
            </a:endParaRPr>
          </a:p>
          <a:p>
            <a:pPr marL="0" indent="0" algn="ctr" rtl="1">
              <a:buNone/>
            </a:pPr>
            <a:r>
              <a:rPr lang="ur-PK" dirty="0" smtClean="0">
                <a:solidFill>
                  <a:srgbClr val="000000"/>
                </a:solidFill>
                <a:latin typeface="Jameel Noori Nastaleeq" panose="02000503000000020004" pitchFamily="2" charset="-78"/>
                <a:cs typeface="Jameel Noori Nastaleeq" panose="02000503000000020004" pitchFamily="2" charset="-78"/>
              </a:rPr>
              <a:t>شکنی </a:t>
            </a:r>
            <a:r>
              <a:rPr lang="ur-PK" dirty="0">
                <a:solidFill>
                  <a:srgbClr val="000000"/>
                </a:solidFill>
                <a:latin typeface="Jameel Noori Nastaleeq" panose="02000503000000020004" pitchFamily="2" charset="-78"/>
                <a:cs typeface="Jameel Noori Nastaleeq" panose="02000503000000020004" pitchFamily="2" charset="-78"/>
              </a:rPr>
              <a:t>کرنا کفر ہے۔ </a:t>
            </a:r>
            <a:endParaRPr lang="ur-PK" dirty="0" smtClean="0">
              <a:solidFill>
                <a:srgbClr val="000000"/>
              </a:solidFill>
              <a:latin typeface="Jameel Noori Nastaleeq" panose="02000503000000020004" pitchFamily="2" charset="-78"/>
              <a:cs typeface="Jameel Noori Nastaleeq" panose="02000503000000020004" pitchFamily="2" charset="-78"/>
            </a:endParaRPr>
          </a:p>
          <a:p>
            <a:pPr algn="r" rtl="1">
              <a:buFont typeface="Wingdings" panose="05000000000000000000" pitchFamily="2" charset="2"/>
              <a:buChar char="v"/>
            </a:pPr>
            <a:r>
              <a:rPr lang="ur-PK" dirty="0" smtClean="0">
                <a:solidFill>
                  <a:srgbClr val="000000"/>
                </a:solidFill>
                <a:latin typeface="Jameel Noori Nastaleeq" panose="02000503000000020004" pitchFamily="2" charset="-78"/>
                <a:cs typeface="Jameel Noori Nastaleeq" panose="02000503000000020004" pitchFamily="2" charset="-78"/>
              </a:rPr>
              <a:t>دوسرا </a:t>
            </a:r>
            <a:r>
              <a:rPr lang="ur-PK" dirty="0">
                <a:solidFill>
                  <a:srgbClr val="000000"/>
                </a:solidFill>
                <a:latin typeface="Jameel Noori Nastaleeq" panose="02000503000000020004" pitchFamily="2" charset="-78"/>
                <a:cs typeface="Jameel Noori Nastaleeq" panose="02000503000000020004" pitchFamily="2" charset="-78"/>
              </a:rPr>
              <a:t>عہدوہ ہے جو ایک انسان یا افراد ایک دوسرے کے ساتھ کرتے ہیں۔ اس عہد کی پاسداری کرنا بھی ہر کسی پرلازم ہے۔ قسم اٹھانا بھی عہد کی ایک صورت ہے۔ بلکہ یہ </a:t>
            </a:r>
            <a:r>
              <a:rPr lang="ur-PK" dirty="0" smtClean="0">
                <a:solidFill>
                  <a:srgbClr val="000000"/>
                </a:solidFill>
                <a:latin typeface="Jameel Noori Nastaleeq" panose="02000503000000020004" pitchFamily="2" charset="-78"/>
                <a:cs typeface="Jameel Noori Nastaleeq" panose="02000503000000020004" pitchFamily="2" charset="-78"/>
              </a:rPr>
              <a:t>پختہ</a:t>
            </a:r>
          </a:p>
          <a:p>
            <a:pPr marL="0" indent="0" algn="ctr" rtl="1">
              <a:buNone/>
            </a:pPr>
            <a:r>
              <a:rPr lang="ur-PK" dirty="0" smtClean="0">
                <a:solidFill>
                  <a:srgbClr val="000000"/>
                </a:solidFill>
                <a:latin typeface="Jameel Noori Nastaleeq" panose="02000503000000020004" pitchFamily="2" charset="-78"/>
                <a:cs typeface="Jameel Noori Nastaleeq" panose="02000503000000020004" pitchFamily="2" charset="-78"/>
              </a:rPr>
              <a:t> </a:t>
            </a:r>
            <a:r>
              <a:rPr lang="ur-PK" dirty="0">
                <a:solidFill>
                  <a:srgbClr val="000000"/>
                </a:solidFill>
                <a:latin typeface="Jameel Noori Nastaleeq" panose="02000503000000020004" pitchFamily="2" charset="-78"/>
                <a:cs typeface="Jameel Noori Nastaleeq" panose="02000503000000020004" pitchFamily="2" charset="-78"/>
              </a:rPr>
              <a:t>عہد ہوتا ہے۔ اس کی پاسداری کا یہ کہہ کر حکم دیا گیا ہے کہ خاص کر جب تم اللہ کی قسم اٹھاؤ تو قسم کا احترام کرو۔ </a:t>
            </a:r>
            <a:endParaRPr lang="ur-PK" dirty="0" smtClean="0">
              <a:solidFill>
                <a:srgbClr val="000000"/>
              </a:solidFill>
              <a:latin typeface="Jameel Noori Nastaleeq" panose="02000503000000020004" pitchFamily="2" charset="-78"/>
              <a:cs typeface="Jameel Noori Nastaleeq" panose="02000503000000020004" pitchFamily="2" charset="-78"/>
            </a:endParaRPr>
          </a:p>
          <a:p>
            <a:pPr marL="0" indent="0" algn="ctr" rtl="1">
              <a:buNone/>
            </a:pPr>
            <a:r>
              <a:rPr lang="ur-PK" dirty="0" smtClean="0">
                <a:solidFill>
                  <a:srgbClr val="000000"/>
                </a:solidFill>
                <a:latin typeface="Jameel Noori Nastaleeq" panose="02000503000000020004" pitchFamily="2" charset="-78"/>
                <a:cs typeface="Jameel Noori Nastaleeq" panose="02000503000000020004" pitchFamily="2" charset="-78"/>
              </a:rPr>
              <a:t>اس </a:t>
            </a:r>
            <a:r>
              <a:rPr lang="ur-PK" dirty="0">
                <a:solidFill>
                  <a:srgbClr val="000000"/>
                </a:solidFill>
                <a:latin typeface="Jameel Noori Nastaleeq" panose="02000503000000020004" pitchFamily="2" charset="-78"/>
                <a:cs typeface="Jameel Noori Nastaleeq" panose="02000503000000020004" pitchFamily="2" charset="-78"/>
              </a:rPr>
              <a:t>کا واضح مفہوم یہ ہے کہ تم اپنے معاملات میں اللہ تعالیٰ کو گواہ بنا رہے ہو۔ لہٰذا تمہاری اخلاقی اور دینی ذمہ داری ہے کہ تم اس عہد پر پکے رہو اور یاد رکھوکہ جو کچھ تم کرتے ہو اللہ تعالیٰ اسے اچھی طرح جانتا ہے۔ </a:t>
            </a:r>
            <a:br>
              <a:rPr lang="ur-PK" dirty="0">
                <a:solidFill>
                  <a:srgbClr val="000000"/>
                </a:solidFill>
                <a:latin typeface="Jameel Noori Nastaleeq" panose="02000503000000020004" pitchFamily="2" charset="-78"/>
                <a:cs typeface="Jameel Noori Nastaleeq" panose="02000503000000020004" pitchFamily="2" charset="-78"/>
              </a:rPr>
            </a:br>
            <a:r>
              <a:rPr lang="ur-PK" dirty="0">
                <a:solidFill>
                  <a:srgbClr val="000000"/>
                </a:solidFill>
                <a:latin typeface="Jameel Noori Nastaleeq" panose="02000503000000020004" pitchFamily="2" charset="-78"/>
                <a:cs typeface="Jameel Noori Nastaleeq" panose="02000503000000020004" pitchFamily="2" charset="-78"/>
              </a:rPr>
              <a:t/>
            </a:r>
            <a:br>
              <a:rPr lang="ur-PK" dirty="0">
                <a:solidFill>
                  <a:srgbClr val="000000"/>
                </a:solidFill>
                <a:latin typeface="Jameel Noori Nastaleeq" panose="02000503000000020004" pitchFamily="2" charset="-78"/>
                <a:cs typeface="Jameel Noori Nastaleeq" panose="02000503000000020004" pitchFamily="2" charset="-78"/>
              </a:rPr>
            </a:br>
            <a:r>
              <a:rPr lang="ur-PK" b="1" dirty="0">
                <a:solidFill>
                  <a:srgbClr val="000000"/>
                </a:solidFill>
                <a:latin typeface="Jameel Noori Nastaleeq" panose="02000503000000020004" pitchFamily="2" charset="-78"/>
                <a:cs typeface="Jameel Noori Nastaleeq" panose="02000503000000020004" pitchFamily="2" charset="-78"/>
              </a:rPr>
              <a:t>” حضرت انس بن مالک (رض) بیان کرتے ہیں نبی معظم (ﷺ) نے جب بھی ہمیں خطبہ دیا فرمایا جو امانت دار نہیں اس کا کوئی ایمان نہیں اور جو شخص وعدہ پورا نہیں کرتا اس کا کوئی دین نہیں</a:t>
            </a:r>
            <a:r>
              <a:rPr lang="ur-PK" b="1" dirty="0" smtClean="0">
                <a:solidFill>
                  <a:srgbClr val="000000"/>
                </a:solidFill>
                <a:latin typeface="Jameel Noori Nastaleeq" panose="02000503000000020004" pitchFamily="2" charset="-78"/>
                <a:cs typeface="Jameel Noori Nastaleeq" panose="02000503000000020004" pitchFamily="2" charset="-78"/>
              </a:rPr>
              <a:t>۔“</a:t>
            </a:r>
          </a:p>
          <a:p>
            <a:pPr marL="0" indent="0" algn="r" rtl="1">
              <a:buNone/>
            </a:pPr>
            <a:r>
              <a:rPr lang="ur-PK" b="1" dirty="0" smtClean="0">
                <a:solidFill>
                  <a:srgbClr val="000000"/>
                </a:solidFill>
                <a:latin typeface="Jameel Noori Nastaleeq" panose="02000503000000020004" pitchFamily="2" charset="-78"/>
                <a:cs typeface="Jameel Noori Nastaleeq" panose="02000503000000020004" pitchFamily="2" charset="-78"/>
              </a:rPr>
              <a:t> </a:t>
            </a:r>
            <a:r>
              <a:rPr lang="ur-PK" b="1" dirty="0">
                <a:solidFill>
                  <a:srgbClr val="000000"/>
                </a:solidFill>
                <a:latin typeface="Jameel Noori Nastaleeq" panose="02000503000000020004" pitchFamily="2" charset="-78"/>
                <a:cs typeface="Jameel Noori Nastaleeq" panose="02000503000000020004" pitchFamily="2" charset="-78"/>
              </a:rPr>
              <a:t/>
            </a:r>
            <a:br>
              <a:rPr lang="ur-PK" b="1" dirty="0">
                <a:solidFill>
                  <a:srgbClr val="000000"/>
                </a:solidFill>
                <a:latin typeface="Jameel Noori Nastaleeq" panose="02000503000000020004" pitchFamily="2" charset="-78"/>
                <a:cs typeface="Jameel Noori Nastaleeq" panose="02000503000000020004" pitchFamily="2" charset="-78"/>
              </a:rPr>
            </a:br>
            <a:r>
              <a:rPr lang="ur-PK" dirty="0" smtClean="0">
                <a:solidFill>
                  <a:srgbClr val="000000"/>
                </a:solidFill>
                <a:latin typeface="Jameel Noori Nastaleeq" panose="02000503000000020004" pitchFamily="2" charset="-78"/>
                <a:cs typeface="Jameel Noori Nastaleeq" panose="02000503000000020004" pitchFamily="2" charset="-78"/>
              </a:rPr>
              <a:t>مسائل:</a:t>
            </a:r>
          </a:p>
          <a:p>
            <a:pPr marL="0" indent="0" algn="r" rtl="1">
              <a:buNone/>
            </a:pPr>
            <a:r>
              <a:rPr lang="ur-PK" dirty="0" smtClean="0">
                <a:solidFill>
                  <a:srgbClr val="000000"/>
                </a:solidFill>
                <a:latin typeface="Jameel Noori Nastaleeq" panose="02000503000000020004" pitchFamily="2" charset="-78"/>
                <a:cs typeface="Jameel Noori Nastaleeq" panose="02000503000000020004" pitchFamily="2" charset="-78"/>
              </a:rPr>
              <a:t>1اللہ </a:t>
            </a:r>
            <a:r>
              <a:rPr lang="ur-PK" dirty="0">
                <a:solidFill>
                  <a:srgbClr val="000000"/>
                </a:solidFill>
                <a:latin typeface="Jameel Noori Nastaleeq" panose="02000503000000020004" pitchFamily="2" charset="-78"/>
                <a:cs typeface="Jameel Noori Nastaleeq" panose="02000503000000020004" pitchFamily="2" charset="-78"/>
              </a:rPr>
              <a:t>تعالیٰ اور لوگوں سے کیا ہواعہد ہر حال میں پورا کرنا چاہیے</a:t>
            </a:r>
            <a:r>
              <a:rPr lang="ur-PK" dirty="0" smtClean="0">
                <a:solidFill>
                  <a:srgbClr val="000000"/>
                </a:solidFill>
                <a:latin typeface="Jameel Noori Nastaleeq" panose="02000503000000020004" pitchFamily="2" charset="-78"/>
                <a:cs typeface="Jameel Noori Nastaleeq" panose="02000503000000020004" pitchFamily="2" charset="-78"/>
              </a:rPr>
              <a:t>۔</a:t>
            </a:r>
          </a:p>
          <a:p>
            <a:pPr marL="0" indent="0" algn="r" rtl="1">
              <a:buNone/>
            </a:pPr>
            <a:r>
              <a:rPr lang="ur-PK" dirty="0" smtClean="0">
                <a:solidFill>
                  <a:srgbClr val="000000"/>
                </a:solidFill>
                <a:latin typeface="Jameel Noori Nastaleeq" panose="02000503000000020004" pitchFamily="2" charset="-78"/>
                <a:cs typeface="Jameel Noori Nastaleeq" panose="02000503000000020004" pitchFamily="2" charset="-78"/>
              </a:rPr>
              <a:t>2</a:t>
            </a:r>
            <a:r>
              <a:rPr lang="ur-PK" dirty="0">
                <a:solidFill>
                  <a:srgbClr val="000000"/>
                </a:solidFill>
                <a:latin typeface="Jameel Noori Nastaleeq" panose="02000503000000020004" pitchFamily="2" charset="-78"/>
                <a:cs typeface="Jameel Noori Nastaleeq" panose="02000503000000020004" pitchFamily="2" charset="-78"/>
              </a:rPr>
              <a:t>۔ پختہ قسم کو توڑنا گناہ ہے</a:t>
            </a:r>
            <a:r>
              <a:rPr lang="ur-PK" dirty="0" smtClean="0">
                <a:solidFill>
                  <a:srgbClr val="000000"/>
                </a:solidFill>
                <a:latin typeface="Jameel Noori Nastaleeq" panose="02000503000000020004" pitchFamily="2" charset="-78"/>
                <a:cs typeface="Jameel Noori Nastaleeq" panose="02000503000000020004" pitchFamily="2" charset="-78"/>
              </a:rPr>
              <a:t>۔</a:t>
            </a:r>
          </a:p>
          <a:p>
            <a:pPr marL="0" indent="0" algn="r" rtl="1">
              <a:buNone/>
            </a:pPr>
            <a:r>
              <a:rPr lang="ur-PK" dirty="0" smtClean="0">
                <a:solidFill>
                  <a:srgbClr val="000000"/>
                </a:solidFill>
                <a:latin typeface="Jameel Noori Nastaleeq" panose="02000503000000020004" pitchFamily="2" charset="-78"/>
                <a:cs typeface="Jameel Noori Nastaleeq" panose="02000503000000020004" pitchFamily="2" charset="-78"/>
              </a:rPr>
              <a:t>3</a:t>
            </a:r>
            <a:r>
              <a:rPr lang="ur-PK" dirty="0">
                <a:solidFill>
                  <a:srgbClr val="000000"/>
                </a:solidFill>
                <a:latin typeface="Jameel Noori Nastaleeq" panose="02000503000000020004" pitchFamily="2" charset="-78"/>
                <a:cs typeface="Jameel Noori Nastaleeq" panose="02000503000000020004" pitchFamily="2" charset="-78"/>
              </a:rPr>
              <a:t>۔ اللہ تعالیٰ ہر کسی کے اعمال کو جانتا ہے</a:t>
            </a:r>
            <a:endParaRPr lang="ur-PK" b="1" dirty="0" smtClean="0">
              <a:latin typeface="Jameel Noori Nastaleeq" panose="02000503000000020004" pitchFamily="2" charset="-78"/>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44473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النحل:95</a:t>
            </a:r>
            <a:endParaRPr lang="ur-PK" sz="3600" b="1" u="sng" dirty="0" smtClean="0">
              <a:latin typeface="Jameel Noori Nastaleeq" panose="02000503000000020004" pitchFamily="2" charset="-78"/>
              <a:ea typeface="Arial" charset="0"/>
              <a:cs typeface="Jameel Noori Nastaleeq" panose="02000503000000020004" pitchFamily="2" charset="-78"/>
            </a:endParaRPr>
          </a:p>
          <a:p>
            <a:pPr marL="0" indent="0" algn="ctr">
              <a:buNone/>
            </a:pPr>
            <a:endParaRPr lang="ur-PK" b="1" dirty="0" smtClean="0">
              <a:latin typeface="Al Qalam Quran Majeed Web" panose="02010000000000000000" pitchFamily="2" charset="-78"/>
              <a:cs typeface="Al Qalam Quran Majeed Web" panose="02010000000000000000" pitchFamily="2" charset="-78"/>
            </a:endParaRPr>
          </a:p>
          <a:p>
            <a:pPr marL="0" indent="0" algn="ctr">
              <a:buNone/>
            </a:pPr>
            <a:r>
              <a:rPr lang="ur-PK" b="1" dirty="0">
                <a:latin typeface="Al Qalam Quran Majeed Web" panose="02010000000000000000" pitchFamily="2" charset="-78"/>
                <a:cs typeface="Al Qalam Quran Majeed Web" panose="02010000000000000000" pitchFamily="2" charset="-78"/>
              </a:rPr>
              <a:t>وَ لَا تَشْتَرُوْا بِعَهْدِ اللّٰهِ ثَمَنًا قَلِیْلًاؕ-اِنَّمَا عِنْدَ اللّٰهِ هُوَ خَیْرٌ لَّكُمْ اِنْ كُنْتُمْ </a:t>
            </a:r>
            <a:r>
              <a:rPr lang="ur-PK" b="1" dirty="0" smtClean="0">
                <a:latin typeface="Al Qalam Quran Majeed Web" panose="02010000000000000000" pitchFamily="2" charset="-78"/>
                <a:cs typeface="Al Qalam Quran Majeed Web" panose="02010000000000000000" pitchFamily="2" charset="-78"/>
              </a:rPr>
              <a:t>تَعْلَمُوْنَ</a:t>
            </a:r>
          </a:p>
          <a:p>
            <a:pPr marL="0" indent="0" algn="ctr">
              <a:buNone/>
            </a:pPr>
            <a:endParaRPr lang="ur-PK" sz="3600" b="1" u="sng" dirty="0">
              <a:latin typeface="Al Qalam Quran Majeed Web" panose="02010000000000000000" pitchFamily="2" charset="-78"/>
              <a:ea typeface="Arial" charset="0"/>
              <a:cs typeface="Al Qalam Quran Majeed Web" panose="02010000000000000000" pitchFamily="2" charset="-78"/>
            </a:endParaRPr>
          </a:p>
          <a:p>
            <a:pPr marL="0" indent="0" algn="ctr">
              <a:buNone/>
            </a:pPr>
            <a:r>
              <a:rPr lang="ur-PK" dirty="0">
                <a:latin typeface="Jameel Noori Nastaleeq" panose="02000503000000020004" pitchFamily="2" charset="-78"/>
                <a:cs typeface="Jameel Noori Nastaleeq" panose="02000503000000020004" pitchFamily="2" charset="-78"/>
              </a:rPr>
              <a:t>اور اللہ کے عہد پر تھوڑے دام مول نہ لو بےشک وہ جو اللہ کے پاس ہے تمہارے لیے بہتر ہے اگر تم جانتے ہو</a:t>
            </a:r>
            <a:endParaRPr lang="ur-PK" sz="3200"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537351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fontScale="92500" lnSpcReduction="20000"/>
          </a:bodyPr>
          <a:lstStyle/>
          <a:p>
            <a:pPr marL="0" indent="0" algn="r">
              <a:buNone/>
            </a:pPr>
            <a:r>
              <a:rPr lang="ur-PK" sz="3600" b="1" u="sng" dirty="0">
                <a:latin typeface="Jameel Noori Nastaleeq" panose="02000503000000020004" pitchFamily="2" charset="-78"/>
                <a:ea typeface="Arial" charset="0"/>
                <a:cs typeface="Jameel Noori Nastaleeq" panose="02000503000000020004" pitchFamily="2" charset="-78"/>
              </a:rPr>
              <a:t>ا</a:t>
            </a:r>
            <a:r>
              <a:rPr lang="ur-PK" sz="3600" b="1" u="sng" dirty="0" smtClean="0">
                <a:latin typeface="Jameel Noori Nastaleeq" panose="02000503000000020004" pitchFamily="2" charset="-78"/>
                <a:ea typeface="Arial" charset="0"/>
                <a:cs typeface="Jameel Noori Nastaleeq" panose="02000503000000020004" pitchFamily="2" charset="-78"/>
              </a:rPr>
              <a:t>لنحل:95</a:t>
            </a:r>
            <a:endParaRPr lang="ur-PK" sz="3600" b="1" u="sng" dirty="0" smtClean="0">
              <a:latin typeface="Jameel Noori Nastaleeq" panose="02000503000000020004" pitchFamily="2" charset="-78"/>
              <a:ea typeface="Arial" charset="0"/>
              <a:cs typeface="Jameel Noori Nastaleeq" panose="02000503000000020004" pitchFamily="2" charset="-78"/>
            </a:endParaRPr>
          </a:p>
          <a:p>
            <a:pPr marL="0" indent="0" algn="r">
              <a:buNone/>
            </a:pPr>
            <a:r>
              <a:rPr lang="ur-PK" dirty="0">
                <a:solidFill>
                  <a:srgbClr val="000000"/>
                </a:solidFill>
                <a:latin typeface="shamilaSymbols"/>
              </a:rPr>
              <a:t> </a:t>
            </a:r>
            <a:r>
              <a:rPr lang="ur-PK" dirty="0">
                <a:solidFill>
                  <a:srgbClr val="000000"/>
                </a:solidFill>
                <a:latin typeface="Jameel Noori Nastaleeq" panose="02000503000000020004" pitchFamily="2" charset="-78"/>
                <a:cs typeface="Jameel Noori Nastaleeq" panose="02000503000000020004" pitchFamily="2" charset="-78"/>
              </a:rPr>
              <a:t>ایمان لا کر جو اللہ سے عہد باندھا ہے اسے مت توڑو، یعنی مال کے طمع میں آ کر شریعت کی خلاف ورزی نہ کرو (جس میں باہمی معاہدوں کو توڑنا بھی ہے) جو مال خلاف شرع ہاتھ آئے وہ موجب وبال ہے</a:t>
            </a:r>
            <a:r>
              <a:rPr lang="ur-PK" dirty="0" smtClean="0">
                <a:solidFill>
                  <a:srgbClr val="000000"/>
                </a:solidFill>
                <a:latin typeface="Jameel Noori Nastaleeq" panose="02000503000000020004" pitchFamily="2" charset="-78"/>
                <a:cs typeface="Jameel Noori Nastaleeq" panose="02000503000000020004" pitchFamily="2" charset="-78"/>
              </a:rPr>
              <a:t>۔</a:t>
            </a:r>
          </a:p>
          <a:p>
            <a:pPr marL="0" indent="0" algn="r">
              <a:buNone/>
            </a:pPr>
            <a:r>
              <a:rPr lang="ur-PK" dirty="0" smtClean="0">
                <a:solidFill>
                  <a:srgbClr val="000000"/>
                </a:solidFill>
                <a:latin typeface="Jameel Noori Nastaleeq" panose="02000503000000020004" pitchFamily="2" charset="-78"/>
                <a:cs typeface="Jameel Noori Nastaleeq" panose="02000503000000020004" pitchFamily="2" charset="-78"/>
              </a:rPr>
              <a:t> </a:t>
            </a:r>
            <a:r>
              <a:rPr lang="ur-PK" b="1" u="sng" dirty="0">
                <a:solidFill>
                  <a:srgbClr val="000000"/>
                </a:solidFill>
                <a:latin typeface="Jameel Noori Nastaleeq" panose="02000503000000020004" pitchFamily="2" charset="-78"/>
                <a:cs typeface="Jameel Noori Nastaleeq" panose="02000503000000020004" pitchFamily="2" charset="-78"/>
              </a:rPr>
              <a:t>(موضح) کم قیمت سے </a:t>
            </a:r>
            <a:r>
              <a:rPr lang="ur-PK" b="1" u="sng" dirty="0" smtClean="0">
                <a:solidFill>
                  <a:srgbClr val="000000"/>
                </a:solidFill>
                <a:latin typeface="Jameel Noori Nastaleeq" panose="02000503000000020004" pitchFamily="2" charset="-78"/>
                <a:cs typeface="Jameel Noori Nastaleeq" panose="02000503000000020004" pitchFamily="2" charset="-78"/>
              </a:rPr>
              <a:t>مراد:</a:t>
            </a:r>
          </a:p>
          <a:p>
            <a:pPr marL="0" indent="0" algn="r">
              <a:buNone/>
            </a:pPr>
            <a:r>
              <a:rPr lang="ur-PK" dirty="0" smtClean="0">
                <a:solidFill>
                  <a:srgbClr val="000000"/>
                </a:solidFill>
                <a:latin typeface="Jameel Noori Nastaleeq" panose="02000503000000020004" pitchFamily="2" charset="-78"/>
                <a:cs typeface="Jameel Noori Nastaleeq" panose="02000503000000020004" pitchFamily="2" charset="-78"/>
              </a:rPr>
              <a:t> اس سے مرادیہ </a:t>
            </a:r>
            <a:r>
              <a:rPr lang="ur-PK" dirty="0">
                <a:solidFill>
                  <a:srgbClr val="000000"/>
                </a:solidFill>
                <a:latin typeface="Jameel Noori Nastaleeq" panose="02000503000000020004" pitchFamily="2" charset="-78"/>
                <a:cs typeface="Jameel Noori Nastaleeq" panose="02000503000000020004" pitchFamily="2" charset="-78"/>
              </a:rPr>
              <a:t>نہیں کہ زیادہ قیمت لے لو، بلکہ مراد دنیا کا مال ہے، جو قلیل ہی ہے، خواہ پوری دنیا ہو، جیسا کہ فرمایا : </a:t>
            </a:r>
            <a:endParaRPr lang="ur-PK" dirty="0" smtClean="0">
              <a:solidFill>
                <a:srgbClr val="000000"/>
              </a:solidFill>
              <a:latin typeface="Jameel Noori Nastaleeq" panose="02000503000000020004" pitchFamily="2" charset="-78"/>
              <a:cs typeface="Jameel Noori Nastaleeq" panose="02000503000000020004" pitchFamily="2" charset="-78"/>
            </a:endParaRPr>
          </a:p>
          <a:p>
            <a:pPr marL="0" indent="0" algn="ctr">
              <a:buNone/>
            </a:pPr>
            <a:r>
              <a:rPr lang="ur-PK" b="1" dirty="0" smtClean="0">
                <a:solidFill>
                  <a:srgbClr val="000000"/>
                </a:solidFill>
                <a:latin typeface="Al Qalam Quran Majeed Web" panose="02010000000000000000" pitchFamily="2" charset="-78"/>
                <a:cs typeface="Al Qalam Quran Majeed Web" panose="02010000000000000000" pitchFamily="2" charset="-78"/>
              </a:rPr>
              <a:t>﴿ </a:t>
            </a:r>
            <a:r>
              <a:rPr lang="ur-PK" b="1" dirty="0">
                <a:solidFill>
                  <a:srgbClr val="000000"/>
                </a:solidFill>
                <a:latin typeface="Al Qalam Quran Majeed Web" panose="02010000000000000000" pitchFamily="2" charset="-78"/>
                <a:cs typeface="Al Qalam Quran Majeed Web" panose="02010000000000000000" pitchFamily="2" charset="-78"/>
              </a:rPr>
              <a:t>قُلْ مَتَاعُ الدُّنْيَا قَلِيْلٌ </a:t>
            </a:r>
            <a:r>
              <a:rPr lang="ur-PK" dirty="0">
                <a:solidFill>
                  <a:srgbClr val="000000"/>
                </a:solidFill>
                <a:latin typeface="Jameel Noori Nastaleeq" panose="02000503000000020004" pitchFamily="2" charset="-78"/>
                <a:cs typeface="Jameel Noori Nastaleeq" panose="02000503000000020004" pitchFamily="2" charset="-78"/>
              </a:rPr>
              <a:t>﴾ </a:t>
            </a:r>
            <a:endParaRPr lang="ur-PK" dirty="0" smtClean="0">
              <a:solidFill>
                <a:srgbClr val="000000"/>
              </a:solidFill>
              <a:latin typeface="Jameel Noori Nastaleeq" panose="02000503000000020004" pitchFamily="2" charset="-78"/>
              <a:cs typeface="Jameel Noori Nastaleeq" panose="02000503000000020004" pitchFamily="2" charset="-78"/>
            </a:endParaRPr>
          </a:p>
          <a:p>
            <a:pPr marL="0" indent="0" algn="ctr">
              <a:buNone/>
            </a:pPr>
            <a:r>
              <a:rPr lang="ur-PK" dirty="0" smtClean="0">
                <a:solidFill>
                  <a:srgbClr val="000000"/>
                </a:solidFill>
                <a:latin typeface="Jameel Noori Nastaleeq" panose="02000503000000020004" pitchFamily="2" charset="-78"/>
                <a:cs typeface="Jameel Noori Nastaleeq" panose="02000503000000020004" pitchFamily="2" charset="-78"/>
              </a:rPr>
              <a:t>’</a:t>
            </a:r>
            <a:r>
              <a:rPr lang="ur-PK" dirty="0">
                <a:solidFill>
                  <a:srgbClr val="000000"/>
                </a:solidFill>
                <a:latin typeface="Jameel Noori Nastaleeq" panose="02000503000000020004" pitchFamily="2" charset="-78"/>
                <a:cs typeface="Jameel Noori Nastaleeq" panose="02000503000000020004" pitchFamily="2" charset="-78"/>
              </a:rPr>
              <a:t>’کہہ دے دنیا کا سامان بہت ہی تھوڑا ہے</a:t>
            </a:r>
            <a:r>
              <a:rPr lang="ur-PK" dirty="0" smtClean="0">
                <a:solidFill>
                  <a:srgbClr val="000000"/>
                </a:solidFill>
                <a:latin typeface="Jameel Noori Nastaleeq" panose="02000503000000020004" pitchFamily="2" charset="-78"/>
                <a:cs typeface="Jameel Noori Nastaleeq" panose="02000503000000020004" pitchFamily="2" charset="-78"/>
              </a:rPr>
              <a:t>۔</a:t>
            </a:r>
          </a:p>
          <a:p>
            <a:pPr marL="0" indent="0" algn="r">
              <a:buNone/>
            </a:pPr>
            <a:r>
              <a:rPr lang="ur-PK" dirty="0">
                <a:solidFill>
                  <a:srgbClr val="000000"/>
                </a:solidFill>
                <a:latin typeface="Jameel Noori Nastaleeq" panose="02000503000000020004" pitchFamily="2" charset="-78"/>
                <a:cs typeface="Jameel Noori Nastaleeq" panose="02000503000000020004" pitchFamily="2" charset="-78"/>
              </a:rPr>
              <a:t> </a:t>
            </a:r>
            <a:r>
              <a:rPr lang="ur-PK" dirty="0" smtClean="0">
                <a:solidFill>
                  <a:srgbClr val="000000"/>
                </a:solidFill>
                <a:latin typeface="Jameel Noori Nastaleeq" panose="02000503000000020004" pitchFamily="2" charset="-78"/>
                <a:cs typeface="Jameel Noori Nastaleeq" panose="02000503000000020004" pitchFamily="2" charset="-78"/>
              </a:rPr>
              <a:t>یعنی </a:t>
            </a:r>
            <a:r>
              <a:rPr lang="ur-PK" dirty="0">
                <a:solidFill>
                  <a:srgbClr val="000000"/>
                </a:solidFill>
                <a:latin typeface="Jameel Noori Nastaleeq" panose="02000503000000020004" pitchFamily="2" charset="-78"/>
                <a:cs typeface="Jameel Noori Nastaleeq" panose="02000503000000020004" pitchFamily="2" charset="-78"/>
              </a:rPr>
              <a:t>جو مال شریعت کے مطابق ہاتھ آئے وہی تمھارے حق میں بہتر ہے، دوسرا کوئی نہیں</a:t>
            </a:r>
            <a:r>
              <a:rPr lang="ur-PK" dirty="0" smtClean="0">
                <a:solidFill>
                  <a:srgbClr val="000000"/>
                </a:solidFill>
                <a:latin typeface="Jameel Noori Nastaleeq" panose="02000503000000020004" pitchFamily="2" charset="-78"/>
                <a:cs typeface="Jameel Noori Nastaleeq" panose="02000503000000020004" pitchFamily="2" charset="-78"/>
              </a:rPr>
              <a:t>،</a:t>
            </a:r>
          </a:p>
          <a:p>
            <a:pPr marL="0" indent="0" algn="r">
              <a:buNone/>
            </a:pPr>
            <a:r>
              <a:rPr lang="ur-PK" dirty="0" smtClean="0">
                <a:solidFill>
                  <a:srgbClr val="000000"/>
                </a:solidFill>
                <a:latin typeface="Jameel Noori Nastaleeq" panose="02000503000000020004" pitchFamily="2" charset="-78"/>
                <a:cs typeface="Jameel Noori Nastaleeq" panose="02000503000000020004" pitchFamily="2" charset="-78"/>
              </a:rPr>
              <a:t> </a:t>
            </a:r>
            <a:r>
              <a:rPr lang="ur-PK" dirty="0">
                <a:solidFill>
                  <a:srgbClr val="000000"/>
                </a:solidFill>
                <a:latin typeface="Jameel Noori Nastaleeq" panose="02000503000000020004" pitchFamily="2" charset="-78"/>
                <a:cs typeface="Jameel Noori Nastaleeq" panose="02000503000000020004" pitchFamily="2" charset="-78"/>
              </a:rPr>
              <a:t>جیسا کہ شعیب علیہ السلام نے فرمایا تھا : </a:t>
            </a:r>
            <a:endParaRPr lang="ur-PK" dirty="0" smtClean="0">
              <a:solidFill>
                <a:srgbClr val="000000"/>
              </a:solidFill>
              <a:latin typeface="Jameel Noori Nastaleeq" panose="02000503000000020004" pitchFamily="2" charset="-78"/>
              <a:cs typeface="Jameel Noori Nastaleeq" panose="02000503000000020004" pitchFamily="2" charset="-78"/>
            </a:endParaRPr>
          </a:p>
          <a:p>
            <a:pPr marL="0" indent="0" algn="ctr">
              <a:buNone/>
            </a:pPr>
            <a:r>
              <a:rPr lang="ur-PK" dirty="0" smtClean="0">
                <a:solidFill>
                  <a:srgbClr val="000000"/>
                </a:solidFill>
                <a:latin typeface="Al Qalam Quran Majeed Web" panose="02010000000000000000" pitchFamily="2" charset="-78"/>
                <a:cs typeface="Al Qalam Quran Majeed Web" panose="02010000000000000000" pitchFamily="2" charset="-78"/>
              </a:rPr>
              <a:t>﴿ </a:t>
            </a:r>
            <a:r>
              <a:rPr lang="ur-PK" b="1" dirty="0">
                <a:solidFill>
                  <a:srgbClr val="000000"/>
                </a:solidFill>
                <a:latin typeface="Al Qalam Quran Majeed Web" panose="02010000000000000000" pitchFamily="2" charset="-78"/>
                <a:cs typeface="Al Qalam Quran Majeed Web" panose="02010000000000000000" pitchFamily="2" charset="-78"/>
              </a:rPr>
              <a:t>بَقِيَّتُ اللّٰهِ خَيْرٌ لَّكُمْ اِنْ كُنْتُمْ مُّؤْمِنِيْنَ </a:t>
            </a:r>
            <a:r>
              <a:rPr lang="ur-PK" dirty="0">
                <a:solidFill>
                  <a:srgbClr val="000000"/>
                </a:solidFill>
                <a:latin typeface="Al Qalam Quran Majeed Web" panose="02010000000000000000" pitchFamily="2" charset="-78"/>
                <a:cs typeface="Al Qalam Quran Majeed Web" panose="02010000000000000000" pitchFamily="2" charset="-78"/>
              </a:rPr>
              <a:t>﴾ </a:t>
            </a:r>
            <a:endParaRPr lang="ur-PK" dirty="0" smtClean="0">
              <a:solidFill>
                <a:srgbClr val="000000"/>
              </a:solidFill>
              <a:latin typeface="Al Qalam Quran Majeed Web" panose="02010000000000000000" pitchFamily="2" charset="-78"/>
              <a:cs typeface="Al Qalam Quran Majeed Web" panose="02010000000000000000" pitchFamily="2" charset="-78"/>
            </a:endParaRPr>
          </a:p>
          <a:p>
            <a:pPr marL="0" indent="0" algn="ctr">
              <a:buNone/>
            </a:pPr>
            <a:r>
              <a:rPr lang="ur-PK" dirty="0" smtClean="0">
                <a:solidFill>
                  <a:srgbClr val="000000"/>
                </a:solidFill>
                <a:latin typeface="Jameel Noori Nastaleeq" panose="02000503000000020004" pitchFamily="2" charset="-78"/>
                <a:cs typeface="Jameel Noori Nastaleeq" panose="02000503000000020004" pitchFamily="2" charset="-78"/>
              </a:rPr>
              <a:t>’اللہ </a:t>
            </a:r>
            <a:r>
              <a:rPr lang="ur-PK" dirty="0">
                <a:solidFill>
                  <a:srgbClr val="000000"/>
                </a:solidFill>
                <a:latin typeface="Jameel Noori Nastaleeq" panose="02000503000000020004" pitchFamily="2" charset="-78"/>
                <a:cs typeface="Jameel Noori Nastaleeq" panose="02000503000000020004" pitchFamily="2" charset="-78"/>
              </a:rPr>
              <a:t>کا باقی بچا ہوا تمھارے لیے بہتر ہے، اگر تم مومن ہو۔‘‘ </a:t>
            </a:r>
            <a:endParaRPr lang="ur-PK" dirty="0" smtClean="0">
              <a:solidFill>
                <a:srgbClr val="000000"/>
              </a:solidFill>
              <a:latin typeface="Jameel Noori Nastaleeq" panose="02000503000000020004" pitchFamily="2" charset="-78"/>
              <a:cs typeface="Jameel Noori Nastaleeq" panose="02000503000000020004" pitchFamily="2" charset="-78"/>
            </a:endParaRPr>
          </a:p>
          <a:p>
            <a:pPr algn="r" rtl="1">
              <a:buFont typeface="Wingdings" panose="05000000000000000000" pitchFamily="2" charset="2"/>
              <a:buChar char="v"/>
            </a:pPr>
            <a:r>
              <a:rPr lang="ur-PK" dirty="0" smtClean="0">
                <a:solidFill>
                  <a:srgbClr val="000000"/>
                </a:solidFill>
                <a:latin typeface="Jameel Noori Nastaleeq" panose="02000503000000020004" pitchFamily="2" charset="-78"/>
                <a:cs typeface="Jameel Noori Nastaleeq" panose="02000503000000020004" pitchFamily="2" charset="-78"/>
              </a:rPr>
              <a:t>’</a:t>
            </a:r>
            <a:r>
              <a:rPr lang="ur-PK" dirty="0">
                <a:solidFill>
                  <a:srgbClr val="000000"/>
                </a:solidFill>
                <a:latin typeface="Jameel Noori Nastaleeq" panose="02000503000000020004" pitchFamily="2" charset="-78"/>
                <a:cs typeface="Jameel Noori Nastaleeq" panose="02000503000000020004" pitchFamily="2" charset="-78"/>
              </a:rPr>
              <a:t>’جو اللہ کے پاس ہے‘‘ میں جنت بھی شامل ہے، کیونکہ وہ ہمیشہ رہنے والی ہے اور دنیا فانی ہے۔</a:t>
            </a:r>
            <a:endParaRPr lang="ur-PK" b="1" dirty="0" smtClean="0">
              <a:latin typeface="Jameel Noori Nastaleeq" panose="02000503000000020004" pitchFamily="2" charset="-78"/>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12670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الحدید:8</a:t>
            </a:r>
            <a:endParaRPr lang="ur-PK" sz="3600" b="1" u="sng" dirty="0" smtClean="0">
              <a:latin typeface="Jameel Noori Nastaleeq" panose="02000503000000020004" pitchFamily="2" charset="-78"/>
              <a:ea typeface="Arial" charset="0"/>
              <a:cs typeface="Jameel Noori Nastaleeq" panose="02000503000000020004" pitchFamily="2" charset="-78"/>
            </a:endParaRPr>
          </a:p>
          <a:p>
            <a:pPr marL="0" indent="0" algn="ctr">
              <a:buNone/>
            </a:pPr>
            <a:endParaRPr lang="ur-PK" b="1" dirty="0" smtClean="0">
              <a:latin typeface="Al Qalam Quran Majeed Web" panose="02010000000000000000" pitchFamily="2" charset="-78"/>
              <a:cs typeface="Al Qalam Quran Majeed Web" panose="02010000000000000000" pitchFamily="2" charset="-78"/>
            </a:endParaRPr>
          </a:p>
          <a:p>
            <a:pPr marL="0" indent="0" algn="ctr">
              <a:buNone/>
            </a:pPr>
            <a:r>
              <a:rPr lang="ur-PK" b="1" dirty="0" smtClean="0">
                <a:latin typeface="Al Qalam Quran Majeed Web" panose="02010000000000000000" pitchFamily="2" charset="-78"/>
                <a:cs typeface="Al Qalam Quran Majeed Web" panose="02010000000000000000" pitchFamily="2" charset="-78"/>
              </a:rPr>
              <a:t>وَ </a:t>
            </a:r>
            <a:r>
              <a:rPr lang="ur-PK" b="1" dirty="0">
                <a:latin typeface="Al Qalam Quran Majeed Web" panose="02010000000000000000" pitchFamily="2" charset="-78"/>
                <a:cs typeface="Al Qalam Quran Majeed Web" panose="02010000000000000000" pitchFamily="2" charset="-78"/>
              </a:rPr>
              <a:t>مَا لَكُمْ لَا تُؤْمِنُوْنَ بِاللّٰهِۚ-وَ الرَّسُوْلُ یَدْعُوْكُمْ لِتُؤْمِنُوْا بِرَبِّكُمْ وَ قَدْ اَخَذَ مِیْثَاقَكُمْ اِنْ كُنْتُمْ </a:t>
            </a:r>
            <a:r>
              <a:rPr lang="ur-PK" b="1" dirty="0" smtClean="0">
                <a:latin typeface="Al Qalam Quran Majeed Web" panose="02010000000000000000" pitchFamily="2" charset="-78"/>
                <a:cs typeface="Al Qalam Quran Majeed Web" panose="02010000000000000000" pitchFamily="2" charset="-78"/>
              </a:rPr>
              <a:t>مُّؤْمِنِیْنَ</a:t>
            </a:r>
          </a:p>
          <a:p>
            <a:pPr marL="0" indent="0" algn="ctr">
              <a:buNone/>
            </a:pPr>
            <a:endParaRPr lang="ur-PK" sz="3600" b="1" u="sng" dirty="0">
              <a:latin typeface="Al Qalam Quran Majeed Web" panose="02010000000000000000" pitchFamily="2" charset="-78"/>
              <a:ea typeface="Arial" charset="0"/>
              <a:cs typeface="Al Qalam Quran Majeed Web" panose="02010000000000000000" pitchFamily="2" charset="-78"/>
            </a:endParaRPr>
          </a:p>
          <a:p>
            <a:pPr marL="0" indent="0" algn="ctr">
              <a:buNone/>
            </a:pPr>
            <a:r>
              <a:rPr lang="ur-PK" dirty="0">
                <a:latin typeface="Jameel Noori Nastaleeq" panose="02000503000000020004" pitchFamily="2" charset="-78"/>
                <a:cs typeface="Jameel Noori Nastaleeq" panose="02000503000000020004" pitchFamily="2" charset="-78"/>
              </a:rPr>
              <a:t>اور تمہیں کیا ہے کہ اللہ پر ایمان نہ لاؤ حالانکہ یہ رسول تمہیں بلارہے ہیں کہ اپنے رب پر ایمان لاؤ اور بےشک وہ تم سے پہلے ہی عہد لے چکا ہے اگر تمہیں یقین ہو</a:t>
            </a:r>
            <a:endParaRPr lang="ur-PK" sz="3200" dirty="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637581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الحدید:8</a:t>
            </a:r>
            <a:endParaRPr lang="ur-PK" b="1" dirty="0">
              <a:latin typeface="Al Qalam Quran Majeed Web" panose="02010000000000000000" pitchFamily="2" charset="-78"/>
              <a:cs typeface="Al Qalam Quran Majeed Web" panose="02010000000000000000" pitchFamily="2" charset="-78"/>
            </a:endParaRPr>
          </a:p>
          <a:p>
            <a:pPr marL="0" indent="0" algn="r">
              <a:buNone/>
            </a:pPr>
            <a:endParaRPr lang="ur-PK" sz="3600" b="1" u="sng" dirty="0" smtClean="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Rectangle 1"/>
          <p:cNvSpPr/>
          <p:nvPr/>
        </p:nvSpPr>
        <p:spPr>
          <a:xfrm>
            <a:off x="404948" y="2201322"/>
            <a:ext cx="11124321" cy="3416320"/>
          </a:xfrm>
          <a:prstGeom prst="rect">
            <a:avLst/>
          </a:prstGeom>
        </p:spPr>
        <p:txBody>
          <a:bodyPr wrap="square">
            <a:spAutoFit/>
          </a:bodyPr>
          <a:lstStyle/>
          <a:p>
            <a:pPr algn="r"/>
            <a:r>
              <a:rPr lang="ur-PK" sz="2400" dirty="0">
                <a:solidFill>
                  <a:srgbClr val="000000"/>
                </a:solidFill>
                <a:latin typeface="Jameel Noori Nastaleeq" panose="02000503000000020004" pitchFamily="2" charset="-78"/>
                <a:cs typeface="Jameel Noori Nastaleeq" panose="02000503000000020004" pitchFamily="2" charset="-78"/>
              </a:rPr>
              <a:t>اس سے پہلی آیت میں اللہ اور اس کے رسول پر ایمان لانے کا حکم دیا گیا ہے لیکن اس آیت میں یوں ارشاد ہوا کہ آخر تم اللہ پر ایمان کیوں نہیں لاتے ؟ حالانکہ رسول تمہیں اس پر ایمان لانے کے دعوت دے رہا ہے۔ پہلی آیت میں اللہ اور اس کے رسول پر ایمان لانے کا حکم تھا۔ اس آیت میں صرف اللہ پر ایمان لانے کا ارشاد ہوا ہے جو تمہارا رب ہے اس کی وجہ یہ ہے کہ ایمان اور اسلام میں پہلی اور مرکزی بات اللہ پر ایمان لانا اور اس کے تقاضے پورے کرنا ہے۔ جن میں سب سے پہلا تقاضا یہ ہے کہ ” اللہ“ پر اس طرح ایمان لایا جائے جس طرح اس کے رسول نے بتلایا اور عمل کرکے دکھلایا ہے۔ اس لیے قرآن مجید کے کئی مقامات پر صرف اللہ پر ایمان لانے کی دعوت دی گئی ہے جس میں ایمان کے تمام اجزاشامل ہیں۔ اللہ تعالیٰ پر اس لیے ایمان لانا ہے کیونکہ اس نے انبیائے کرام (علیہ السلام) اور عوام الناس سے عہد لے رکھا ہے جس کی یاددہانی یہ کہہ کر کروائی گئی کہ اگر تم اس عہد کو مانتے ہو تو پھر اپنے رب پر ایمان لاؤ۔ آیت کے پہلے حصہ میں اللہ پر ایمان لانے کا حکم ہے اور اس کے بعد رب پر ایمان لانے کا ارشاد ہوا ہے۔ لفظ اللہ کی بجائے رب کا لفظ اس لیے استعمال کیا گیا ہے کہ اگر انسان کو حقیقی علم اور یقین حاصل ہوجائے کہ اللہ کا دوسرا عظیم نام ” رب“ ہے اور وہی میرا خالق، مالک، رازق اور بادشاہ ہے اس کے بعد انسان اپنے ” اللہ“ کے ساتھ کبھی کفر و شرک نہیں کرسکتا۔ اللہ تعالیٰ کے ہاں وہی ایمان قابل قبول ہے جو اس کے رسول نے بتلایا۔</a:t>
            </a:r>
            <a:r>
              <a:rPr lang="ur-PK" dirty="0">
                <a:solidFill>
                  <a:srgbClr val="000000"/>
                </a:solidFill>
                <a:latin typeface="shamilaSymbols"/>
              </a:rPr>
              <a:t> </a:t>
            </a:r>
            <a:endParaRPr lang="en-US" dirty="0"/>
          </a:p>
        </p:txBody>
      </p:sp>
    </p:spTree>
    <p:extLst>
      <p:ext uri="{BB962C8B-B14F-4D97-AF65-F5344CB8AC3E}">
        <p14:creationId xmlns:p14="http://schemas.microsoft.com/office/powerpoint/2010/main" val="2059844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F7170C3-FB1F-4CF8-A115-23304150A008}"/>
              </a:ext>
            </a:extLst>
          </p:cNvPr>
          <p:cNvSpPr>
            <a:spLocks noGrp="1"/>
          </p:cNvSpPr>
          <p:nvPr>
            <p:ph idx="1"/>
          </p:nvPr>
        </p:nvSpPr>
        <p:spPr>
          <a:xfrm>
            <a:off x="404948" y="1462527"/>
            <a:ext cx="11482277" cy="5201477"/>
          </a:xfrm>
        </p:spPr>
        <p:txBody>
          <a:bodyPr>
            <a:normAutofit/>
          </a:bodyPr>
          <a:lstStyle/>
          <a:p>
            <a:pPr marL="0" indent="0" algn="r">
              <a:buNone/>
            </a:pPr>
            <a:r>
              <a:rPr lang="ur-PK" sz="3600" b="1" u="sng" dirty="0" smtClean="0">
                <a:latin typeface="Jameel Noori Nastaleeq" panose="02000503000000020004" pitchFamily="2" charset="-78"/>
                <a:ea typeface="Arial" charset="0"/>
                <a:cs typeface="Jameel Noori Nastaleeq" panose="02000503000000020004" pitchFamily="2" charset="-78"/>
              </a:rPr>
              <a:t>الحدید:8</a:t>
            </a:r>
            <a:endParaRPr lang="ur-PK" b="1" dirty="0">
              <a:latin typeface="Al Qalam Quran Majeed Web" panose="02010000000000000000" pitchFamily="2" charset="-78"/>
              <a:cs typeface="Al Qalam Quran Majeed Web" panose="02010000000000000000" pitchFamily="2" charset="-78"/>
            </a:endParaRPr>
          </a:p>
          <a:p>
            <a:pPr marL="0" indent="0" algn="r">
              <a:buNone/>
            </a:pPr>
            <a:r>
              <a:rPr lang="ur-PK" sz="3600" dirty="0" smtClean="0">
                <a:solidFill>
                  <a:srgbClr val="000000"/>
                </a:solidFill>
                <a:latin typeface="Jameel Noori Nastaleeq" panose="02000503000000020004" pitchFamily="2" charset="-78"/>
                <a:cs typeface="Jameel Noori Nastaleeq" panose="02000503000000020004" pitchFamily="2" charset="-78"/>
              </a:rPr>
              <a:t>مسائل:</a:t>
            </a:r>
          </a:p>
          <a:p>
            <a:pPr marL="0" indent="0" algn="r">
              <a:buNone/>
            </a:pPr>
            <a:r>
              <a:rPr lang="ur-PK" sz="3600" dirty="0" smtClean="0">
                <a:solidFill>
                  <a:srgbClr val="000000"/>
                </a:solidFill>
                <a:latin typeface="Jameel Noori Nastaleeq" panose="02000503000000020004" pitchFamily="2" charset="-78"/>
                <a:cs typeface="Jameel Noori Nastaleeq" panose="02000503000000020004" pitchFamily="2" charset="-78"/>
              </a:rPr>
              <a:t>1۔ </a:t>
            </a:r>
            <a:r>
              <a:rPr lang="ur-PK" sz="3600" dirty="0">
                <a:solidFill>
                  <a:srgbClr val="000000"/>
                </a:solidFill>
                <a:latin typeface="Jameel Noori Nastaleeq" panose="02000503000000020004" pitchFamily="2" charset="-78"/>
                <a:cs typeface="Jameel Noori Nastaleeq" panose="02000503000000020004" pitchFamily="2" charset="-78"/>
              </a:rPr>
              <a:t>لوگوں کو ہر صورت اللہ اور اس کے رسول پر ایمان لانا </a:t>
            </a:r>
            <a:r>
              <a:rPr lang="ur-PK" sz="3600" dirty="0" smtClean="0">
                <a:solidFill>
                  <a:srgbClr val="000000"/>
                </a:solidFill>
                <a:latin typeface="Jameel Noori Nastaleeq" panose="02000503000000020004" pitchFamily="2" charset="-78"/>
                <a:cs typeface="Jameel Noori Nastaleeq" panose="02000503000000020004" pitchFamily="2" charset="-78"/>
              </a:rPr>
              <a:t>چاہیے</a:t>
            </a:r>
            <a:endParaRPr lang="ur-PK" sz="3600" dirty="0">
              <a:solidFill>
                <a:srgbClr val="000000"/>
              </a:solidFill>
              <a:latin typeface="Jameel Noori Nastaleeq" panose="02000503000000020004" pitchFamily="2" charset="-78"/>
              <a:cs typeface="Jameel Noori Nastaleeq" panose="02000503000000020004" pitchFamily="2" charset="-78"/>
            </a:endParaRPr>
          </a:p>
          <a:p>
            <a:pPr marL="0" indent="0" algn="r">
              <a:buNone/>
            </a:pPr>
            <a:r>
              <a:rPr lang="ur-PK" sz="3600" dirty="0" smtClean="0">
                <a:solidFill>
                  <a:srgbClr val="000000"/>
                </a:solidFill>
                <a:latin typeface="Jameel Noori Nastaleeq" panose="02000503000000020004" pitchFamily="2" charset="-78"/>
                <a:cs typeface="Jameel Noori Nastaleeq" panose="02000503000000020004" pitchFamily="2" charset="-78"/>
              </a:rPr>
              <a:t>2 </a:t>
            </a:r>
            <a:r>
              <a:rPr lang="ur-PK" sz="3600" dirty="0">
                <a:solidFill>
                  <a:srgbClr val="000000"/>
                </a:solidFill>
                <a:latin typeface="Jameel Noori Nastaleeq" panose="02000503000000020004" pitchFamily="2" charset="-78"/>
                <a:cs typeface="Jameel Noori Nastaleeq" panose="02000503000000020004" pitchFamily="2" charset="-78"/>
              </a:rPr>
              <a:t>وعدے کا پورہ کرنا ہر مسلمان پر فرض ہے۔</a:t>
            </a:r>
            <a:endParaRPr lang="ur-PK" sz="3600" b="1" u="sng" dirty="0" smtClean="0">
              <a:latin typeface="Jameel Noori Nastaleeq" panose="02000503000000020004" pitchFamily="2" charset="-78"/>
              <a:ea typeface="Arial" charset="0"/>
              <a:cs typeface="Jameel Noori Nastaleeq" panose="02000503000000020004" pitchFamily="2" charset="-78"/>
            </a:endParaRPr>
          </a:p>
        </p:txBody>
      </p:sp>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Rectangle 1"/>
          <p:cNvSpPr/>
          <p:nvPr/>
        </p:nvSpPr>
        <p:spPr>
          <a:xfrm>
            <a:off x="404948" y="2201322"/>
            <a:ext cx="11124321" cy="369332"/>
          </a:xfrm>
          <a:prstGeom prst="rect">
            <a:avLst/>
          </a:prstGeom>
        </p:spPr>
        <p:txBody>
          <a:bodyPr wrap="square">
            <a:spAutoFit/>
          </a:bodyPr>
          <a:lstStyle/>
          <a:p>
            <a:pPr algn="r"/>
            <a:r>
              <a:rPr lang="ur-PK" dirty="0">
                <a:solidFill>
                  <a:srgbClr val="000000"/>
                </a:solidFill>
                <a:latin typeface="shamilaSymbols"/>
              </a:rPr>
              <a:t> </a:t>
            </a:r>
            <a:endParaRPr lang="en-US" dirty="0"/>
          </a:p>
        </p:txBody>
      </p:sp>
    </p:spTree>
    <p:extLst>
      <p:ext uri="{BB962C8B-B14F-4D97-AF65-F5344CB8AC3E}">
        <p14:creationId xmlns:p14="http://schemas.microsoft.com/office/powerpoint/2010/main" val="1262403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19163-209C-4AAC-9D0B-A21627686F3E}"/>
              </a:ext>
            </a:extLst>
          </p:cNvPr>
          <p:cNvSpPr>
            <a:spLocks noGrp="1"/>
          </p:cNvSpPr>
          <p:nvPr>
            <p:ph idx="1"/>
          </p:nvPr>
        </p:nvSpPr>
        <p:spPr>
          <a:xfrm>
            <a:off x="1162594" y="1169597"/>
            <a:ext cx="10045337" cy="5647777"/>
          </a:xfrm>
        </p:spPr>
        <p:txBody>
          <a:bodyPr>
            <a:noAutofit/>
          </a:bodyPr>
          <a:lstStyle/>
          <a:p>
            <a:pPr marL="0" indent="0" algn="ctr">
              <a:buNone/>
            </a:pPr>
            <a:endParaRPr lang="ur-PK" sz="2400" dirty="0" smtClean="0">
              <a:latin typeface="Jameel Noori Nastaleeq" panose="02000503000000000004" pitchFamily="2" charset="-78"/>
              <a:cs typeface="Jameel Noori Nastaleeq" panose="02000503000000000004" pitchFamily="2" charset="-78"/>
            </a:endParaRPr>
          </a:p>
          <a:p>
            <a:pPr marL="0" indent="0" algn="ctr">
              <a:buNone/>
            </a:pPr>
            <a:endParaRPr lang="ur-PK" sz="2400" dirty="0">
              <a:latin typeface="Jameel Noori Nastaleeq" panose="02000503000000000004" pitchFamily="2" charset="-78"/>
              <a:cs typeface="Jameel Noori Nastaleeq" panose="02000503000000000004" pitchFamily="2" charset="-78"/>
            </a:endParaRPr>
          </a:p>
          <a:p>
            <a:pPr marL="0" indent="0" algn="ctr">
              <a:buNone/>
            </a:pPr>
            <a:endParaRPr lang="ur-PK" sz="2400" dirty="0" smtClean="0">
              <a:latin typeface="Jameel Noori Nastaleeq" panose="02000503000000000004" pitchFamily="2" charset="-78"/>
              <a:cs typeface="Jameel Noori Nastaleeq" panose="02000503000000000004" pitchFamily="2" charset="-78"/>
            </a:endParaRPr>
          </a:p>
          <a:p>
            <a:pPr marL="0" indent="0" algn="ctr">
              <a:buNone/>
            </a:pPr>
            <a:endParaRPr lang="ur-PK" sz="2400" dirty="0">
              <a:latin typeface="Jameel Noori Nastaleeq" panose="02000503000000000004" pitchFamily="2" charset="-78"/>
              <a:cs typeface="Jameel Noori Nastaleeq" panose="02000503000000000004" pitchFamily="2" charset="-78"/>
            </a:endParaRPr>
          </a:p>
          <a:p>
            <a:pPr marL="0" indent="0" algn="ctr">
              <a:buNone/>
            </a:pPr>
            <a:endParaRPr lang="ur-PK" sz="2400" dirty="0" smtClean="0">
              <a:latin typeface="Jameel Noori Nastaleeq" panose="02000503000000000004" pitchFamily="2" charset="-78"/>
              <a:cs typeface="Jameel Noori Nastaleeq" panose="02000503000000000004" pitchFamily="2" charset="-78"/>
            </a:endParaRPr>
          </a:p>
          <a:p>
            <a:pPr marL="0" indent="0" algn="ctr">
              <a:buNone/>
            </a:pPr>
            <a:r>
              <a:rPr lang="en-US" sz="6600" dirty="0" smtClean="0">
                <a:latin typeface="Georgia" panose="02040502050405020303" pitchFamily="18" charset="0"/>
                <a:cs typeface="Jameel Noori Nastaleeq" panose="02000503000000000004" pitchFamily="2" charset="-78"/>
              </a:rPr>
              <a:t>Thank you</a:t>
            </a:r>
            <a:endParaRPr lang="ur-PK" sz="6600" dirty="0">
              <a:latin typeface="Georgia" panose="02040502050405020303" pitchFamily="18" charset="0"/>
              <a:cs typeface="Jameel Noori Nastaleeq" panose="02000503000000000004" pitchFamily="2" charset="-78"/>
            </a:endParaRPr>
          </a:p>
        </p:txBody>
      </p:sp>
      <p:grpSp>
        <p:nvGrpSpPr>
          <p:cNvPr id="8" name="Group 7">
            <a:extLst>
              <a:ext uri="{FF2B5EF4-FFF2-40B4-BE49-F238E27FC236}">
                <a16:creationId xmlns:a16="http://schemas.microsoft.com/office/drawing/2014/main" id="{3DB829FF-4C37-46B6-B4E2-5F205C614DC1}"/>
              </a:ext>
            </a:extLst>
          </p:cNvPr>
          <p:cNvGrpSpPr/>
          <p:nvPr/>
        </p:nvGrpSpPr>
        <p:grpSpPr>
          <a:xfrm>
            <a:off x="0" y="0"/>
            <a:ext cx="12749348" cy="1115736"/>
            <a:chOff x="0" y="0"/>
            <a:chExt cx="12749348" cy="1115736"/>
          </a:xfrm>
        </p:grpSpPr>
        <p:sp>
          <p:nvSpPr>
            <p:cNvPr id="9" name="Rectangle 8">
              <a:extLst>
                <a:ext uri="{FF2B5EF4-FFF2-40B4-BE49-F238E27FC236}">
                  <a16:creationId xmlns:a16="http://schemas.microsoft.com/office/drawing/2014/main" id="{67866F03-AB28-4076-A101-C05ED2916839}"/>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p>
          </p:txBody>
        </p:sp>
        <p:pic>
          <p:nvPicPr>
            <p:cNvPr id="10" name="Picture 9">
              <a:extLst>
                <a:ext uri="{FF2B5EF4-FFF2-40B4-BE49-F238E27FC236}">
                  <a16:creationId xmlns:a16="http://schemas.microsoft.com/office/drawing/2014/main" id="{CFF2093B-3FF1-45E4-8236-0C753316ADF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1" name="TextBox 10">
              <a:extLst>
                <a:ext uri="{FF2B5EF4-FFF2-40B4-BE49-F238E27FC236}">
                  <a16:creationId xmlns:a16="http://schemas.microsoft.com/office/drawing/2014/main" id="{9BF863EB-B7C4-4845-A157-7BB371E924B3}"/>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PK" sz="1100" dirty="0">
                <a:solidFill>
                  <a:schemeClr val="bg1"/>
                </a:solidFill>
              </a:endParaRPr>
            </a:p>
          </p:txBody>
        </p:sp>
        <p:pic>
          <p:nvPicPr>
            <p:cNvPr id="12" name="Graphic 11">
              <a:extLst>
                <a:ext uri="{FF2B5EF4-FFF2-40B4-BE49-F238E27FC236}">
                  <a16:creationId xmlns:a16="http://schemas.microsoft.com/office/drawing/2014/main" id="{86F0B4C8-CC62-4891-9C99-B146F4A850B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3" name="TextBox 12">
              <a:extLst>
                <a:ext uri="{FF2B5EF4-FFF2-40B4-BE49-F238E27FC236}">
                  <a16:creationId xmlns:a16="http://schemas.microsoft.com/office/drawing/2014/main" id="{818007ED-0B2B-42D8-9394-014EC0497A35}"/>
                </a:ext>
              </a:extLst>
            </p:cNvPr>
            <p:cNvSpPr txBox="1"/>
            <p:nvPr/>
          </p:nvSpPr>
          <p:spPr>
            <a:xfrm>
              <a:off x="10142944" y="350125"/>
              <a:ext cx="2606404" cy="369332"/>
            </a:xfrm>
            <a:prstGeom prst="rect">
              <a:avLst/>
            </a:prstGeom>
            <a:noFill/>
          </p:spPr>
          <p:txBody>
            <a:bodyPr wrap="square" rtlCol="0">
              <a:spAutoFit/>
            </a:bodyPr>
            <a:lstStyle/>
            <a:p>
              <a:r>
                <a:rPr lang="en-BB" dirty="0">
                  <a:solidFill>
                    <a:schemeClr val="bg1"/>
                  </a:solidFill>
                </a:rPr>
                <a:t>w</a:t>
              </a:r>
              <a:r>
                <a:rPr lang="en-US" dirty="0">
                  <a:solidFill>
                    <a:schemeClr val="bg1"/>
                  </a:solidFill>
                </a:rPr>
                <a:t>w</a:t>
              </a:r>
              <a:r>
                <a:rPr lang="en-BB" dirty="0">
                  <a:solidFill>
                    <a:schemeClr val="bg1"/>
                  </a:solidFill>
                </a:rPr>
                <a:t>w.</a:t>
              </a:r>
              <a:r>
                <a:rPr lang="en-US" dirty="0">
                  <a:solidFill>
                    <a:schemeClr val="bg1"/>
                  </a:solidFill>
                </a:rPr>
                <a:t>t</a:t>
              </a:r>
              <a:r>
                <a:rPr lang="en-BB" dirty="0">
                  <a:solidFill>
                    <a:schemeClr val="bg1"/>
                  </a:solidFill>
                </a:rPr>
                <a:t>u</a:t>
              </a:r>
              <a:r>
                <a:rPr lang="en-US" dirty="0">
                  <a:solidFill>
                    <a:schemeClr val="bg1"/>
                  </a:solidFill>
                </a:rPr>
                <a:t>f</a:t>
              </a:r>
              <a:r>
                <a:rPr lang="en-BB" dirty="0">
                  <a:solidFill>
                    <a:schemeClr val="bg1"/>
                  </a:solidFill>
                </a:rPr>
                <a:t>.</a:t>
              </a:r>
              <a:r>
                <a:rPr lang="en-US" dirty="0">
                  <a:solidFill>
                    <a:schemeClr val="bg1"/>
                  </a:solidFill>
                </a:rPr>
                <a:t>e</a:t>
              </a:r>
              <a:r>
                <a:rPr lang="en-BB" dirty="0">
                  <a:solidFill>
                    <a:schemeClr val="bg1"/>
                  </a:solidFill>
                </a:rPr>
                <a:t>d</a:t>
              </a:r>
              <a:r>
                <a:rPr lang="en-US" dirty="0">
                  <a:solidFill>
                    <a:schemeClr val="bg1"/>
                  </a:solidFill>
                </a:rPr>
                <a:t>u</a:t>
              </a:r>
              <a:r>
                <a:rPr lang="en-BB" dirty="0">
                  <a:solidFill>
                    <a:schemeClr val="bg1"/>
                  </a:solidFill>
                </a:rPr>
                <a:t>.</a:t>
              </a:r>
              <a:r>
                <a:rPr lang="en-US" dirty="0">
                  <a:solidFill>
                    <a:schemeClr val="bg1"/>
                  </a:solidFill>
                </a:rPr>
                <a:t>p</a:t>
              </a:r>
              <a:r>
                <a:rPr lang="en-BB" dirty="0">
                  <a:solidFill>
                    <a:schemeClr val="bg1"/>
                  </a:solidFill>
                </a:rPr>
                <a:t>k</a:t>
              </a:r>
              <a:endParaRPr lang="en-PK" dirty="0">
                <a:solidFill>
                  <a:schemeClr val="bg1"/>
                </a:solidFill>
              </a:endParaRPr>
            </a:p>
          </p:txBody>
        </p:sp>
        <p:pic>
          <p:nvPicPr>
            <p:cNvPr id="14" name="Graphic 13">
              <a:extLst>
                <a:ext uri="{FF2B5EF4-FFF2-40B4-BE49-F238E27FC236}">
                  <a16:creationId xmlns:a16="http://schemas.microsoft.com/office/drawing/2014/main" id="{26482E21-91A3-466E-88F0-0149ECFB73F8}"/>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5" name="Picture 14">
              <a:extLst>
                <a:ext uri="{FF2B5EF4-FFF2-40B4-BE49-F238E27FC236}">
                  <a16:creationId xmlns:a16="http://schemas.microsoft.com/office/drawing/2014/main" id="{7BBDC86F-ED38-4A71-B98D-BFBFB34B9A3B}"/>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454098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2223</TotalTime>
  <Words>820</Words>
  <Application>Microsoft Office PowerPoint</Application>
  <PresentationFormat>Widescreen</PresentationFormat>
  <Paragraphs>93</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Al Qalam Quran Majeed Web</vt:lpstr>
      <vt:lpstr>Arial</vt:lpstr>
      <vt:lpstr>Calibri</vt:lpstr>
      <vt:lpstr>Calibri Light</vt:lpstr>
      <vt:lpstr>Georgia</vt:lpstr>
      <vt:lpstr>Jameel Noori Nastaleeq</vt:lpstr>
      <vt:lpstr>shamilaSymbols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Kalsoom Akhtar</cp:lastModifiedBy>
  <cp:revision>273</cp:revision>
  <dcterms:created xsi:type="dcterms:W3CDTF">2024-06-21T09:49:54Z</dcterms:created>
  <dcterms:modified xsi:type="dcterms:W3CDTF">2025-02-25T07:44:36Z</dcterms:modified>
</cp:coreProperties>
</file>