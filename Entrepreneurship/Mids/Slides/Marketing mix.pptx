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Marketing-Mix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334043"/>
            <a:ext cx="5373858" cy="14489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Asad Bashir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Marketing-Mix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Marketing-Mix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Marketing-Mix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Marketing-Mix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Marketing-Mix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Marketing-Mix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Marketing-Mix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Marketing-Mix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Marketing-Mix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Office PowerPoint</Application>
  <PresentationFormat>On-screen Show (4:3)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pc</cp:lastModifiedBy>
  <cp:revision>4</cp:revision>
  <dcterms:created xsi:type="dcterms:W3CDTF">2013-01-27T09:14:16Z</dcterms:created>
  <dcterms:modified xsi:type="dcterms:W3CDTF">2025-03-09T19:29:31Z</dcterms:modified>
  <cp:category/>
</cp:coreProperties>
</file>