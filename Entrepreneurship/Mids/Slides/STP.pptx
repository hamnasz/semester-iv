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3676" autoAdjust="0"/>
    <p:restoredTop sz="94259" autoAdjust="0"/>
  </p:normalViewPr>
  <p:slideViewPr>
    <p:cSldViewPr snapToGrid="0" snapToObjects="1">
      <p:cViewPr varScale="1">
        <p:scale>
          <a:sx n="72" d="100"/>
          <a:sy n="72" d="100"/>
        </p:scale>
        <p:origin x="140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59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6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 descr="01-Segmentation-Targeting-and-Positioning-STP-1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  <p:sp>
        <p:nvSpPr>
          <p:cNvPr id="1048584" name="Rounded Rectangle 2"/>
          <p:cNvSpPr/>
          <p:nvPr/>
        </p:nvSpPr>
        <p:spPr>
          <a:xfrm>
            <a:off x="6029739" y="5141843"/>
            <a:ext cx="3114261" cy="1716157"/>
          </a:xfrm>
          <a:prstGeom prst="roundRect"/>
          <a:blipFill>
            <a:blip xmlns:r="http://schemas.openxmlformats.org/officeDocument/2006/relationships" r:embed="rId2"/>
            <a:tile algn="tl" flip="none" sx="100000" sy="100000" tx="0" ty="0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b="1" dirty="0" sz="2400"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algn="ctr"/>
            <a:r>
              <a:rPr b="1" dirty="0" sz="2400"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ASAD BASHIR</a:t>
            </a:r>
            <a:endParaRPr b="1" dirty="0" sz="2400"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1" descr="02-Segmentation-Targeting-and-Positioning-STP-2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1" descr="03-Segmentation-Targeting-and-Positioning-STP-3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13252"/>
            <a:ext cx="9144000" cy="685800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" descr="04-Segmentation-Targeting-and-Positioning-STP-4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1" descr="05-Segmentation-Targeting-and-Positioning-STP-5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1" descr="06-Segmentation-Targeting-and-Positioning-STP-6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1" descr="07-Segmentation-Targeting-and-Positioning-STP-7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11400"/>
            <a:ext cx="9144000" cy="68580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1" descr="08-Segmentation-Targeting-and-Positioning-STP-8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1" descr="09-Segmentation-Targeting-and-Positioning-STP-9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1" descr="10-Segmentation-Targeting-and-Positioning-STP-10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1" descr="11-Segmentation-Targeting-and-Positioning-STP-11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1" descr="12-Segmentation-Targeting-and-Positioning-STP-12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1" descr="13-Segmentation-Targeting-and-Positioning-STP-13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Picture 1" descr="14-Segmentation-Targeting-and-Positioning-STP-14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1" descr="16-Segmentation-Targeting-and-Positioning-STP-16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1" descr="17-Segmentation-Targeting-and-Positioning-STP-17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1" descr="18-Segmentation-Targeting-and-Positioning-STP-18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Picture 1" descr="19-Segmentation-Targeting-and-Positioning-STP-19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1" descr="20-Segmentation-Targeting-and-Positioning-STP-20-2048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CPH2349</dc:creator>
  <cp:lastModifiedBy>pc</cp:lastModifiedBy>
  <dcterms:created xsi:type="dcterms:W3CDTF">2013-01-26T13:14:16Z</dcterms:created>
  <dcterms:modified xsi:type="dcterms:W3CDTF">2025-03-09T23:39:27Z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706c1ec830b3490c9452f47df218ee0b</vt:lpwstr>
  </property>
</Properties>
</file>