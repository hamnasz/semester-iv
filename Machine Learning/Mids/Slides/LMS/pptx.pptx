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theme/theme4.xml" ContentType="application/vnd.openxmlformats-officedocument.theme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5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94" r:id="rId2"/>
    <p:sldMasterId id="2147483682" r:id="rId3"/>
    <p:sldMasterId id="2147483706" r:id="rId4"/>
    <p:sldMasterId id="2147483718" r:id="rId5"/>
    <p:sldMasterId id="2147483730" r:id="rId6"/>
  </p:sldMasterIdLst>
  <p:notesMasterIdLst>
    <p:notesMasterId r:id="rId39"/>
  </p:notesMasterIdLst>
  <p:handoutMasterIdLst>
    <p:handoutMasterId r:id="rId40"/>
  </p:handoutMasterIdLst>
  <p:sldIdLst>
    <p:sldId id="287" r:id="rId7"/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4630400" cy="8229600"/>
  <p:notesSz cx="8229600" cy="14630400"/>
  <p:embeddedFontLst>
    <p:embeddedFont>
      <p:font typeface="Calibri" panose="020F0502020204030204" pitchFamily="34" charset="0"/>
      <p:regular r:id="rId41"/>
      <p:bold r:id="rId42"/>
      <p:italic r:id="rId43"/>
      <p:boldItalic r:id="rId44"/>
    </p:embeddedFont>
    <p:embeddedFont>
      <p:font typeface="Inter" panose="020B0604020202020204" charset="0"/>
      <p:regular r:id="rId45"/>
    </p:embeddedFont>
    <p:embeddedFont>
      <p:font typeface="Calibri Light" panose="020F0302020204030204" pitchFamily="34" charset="0"/>
      <p:regular r:id="rId46"/>
      <p: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50" autoAdjust="0"/>
    <p:restoredTop sz="94610"/>
  </p:normalViewPr>
  <p:slideViewPr>
    <p:cSldViewPr snapToGrid="0" snapToObjects="1">
      <p:cViewPr>
        <p:scale>
          <a:sx n="60" d="100"/>
          <a:sy n="60" d="100"/>
        </p:scale>
        <p:origin x="-378" y="-120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35" d="100"/>
          <a:sy n="35" d="100"/>
        </p:scale>
        <p:origin x="-3132" y="-72"/>
      </p:cViewPr>
      <p:guideLst>
        <p:guide orient="horz" pos="4608"/>
        <p:guide pos="259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theme" Target="theme/theme1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font" Target="fonts/font4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font" Target="fonts/font3.fntdata"/><Relationship Id="rId48" Type="http://schemas.openxmlformats.org/officeDocument/2006/relationships/presProps" Target="presProps.xml"/><Relationship Id="rId8" Type="http://schemas.openxmlformats.org/officeDocument/2006/relationships/slide" Target="slides/slide2.xml"/><Relationship Id="rId51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font" Target="fonts/font6.fntdata"/><Relationship Id="rId20" Type="http://schemas.openxmlformats.org/officeDocument/2006/relationships/slide" Target="slides/slide14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CD46FF-FFE6-4EC1-9ABB-3F02DB84220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B2CCA-0586-4D2F-993C-86B0C79F40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6443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5802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838" y="330200"/>
            <a:ext cx="13166725" cy="1371600"/>
          </a:xfrm>
          <a:prstGeom prst="rect">
            <a:avLst/>
          </a:prstGeo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lc="http://schemas.openxmlformats.org/drawingml/2006/lockedCanvas" xmlns:a16="http://schemas.microsoft.com/office/drawing/2014/main" xmlns="" id="{BAEFE420-0C07-4D1B-9094-F2C452FF1011}"/>
              </a:ext>
            </a:extLst>
          </p:cNvPr>
          <p:cNvGrpSpPr/>
          <p:nvPr userDrawn="1"/>
        </p:nvGrpSpPr>
        <p:grpSpPr>
          <a:xfrm>
            <a:off x="694522" y="1875"/>
            <a:ext cx="14836207" cy="1115736"/>
            <a:chOff x="662730" y="1875"/>
            <a:chExt cx="14324109" cy="1115736"/>
          </a:xfrm>
        </p:grpSpPr>
        <p:sp>
          <p:nvSpPr>
            <p:cNvPr id="4" name="Rectangle 3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6FBB4837-678E-4FCE-A1B7-2AE1B9432890}"/>
                </a:ext>
              </a:extLst>
            </p:cNvPr>
            <p:cNvSpPr/>
            <p:nvPr/>
          </p:nvSpPr>
          <p:spPr>
            <a:xfrm>
              <a:off x="869254" y="1875"/>
              <a:ext cx="14117585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x-none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D279BBF0-3F01-4944-AF8F-73A34B5B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2730" y="155317"/>
              <a:ext cx="1504919" cy="805101"/>
            </a:xfrm>
            <a:prstGeom prst="rect">
              <a:avLst/>
            </a:prstGeom>
          </p:spPr>
        </p:pic>
        <p:sp>
          <p:nvSpPr>
            <p:cNvPr id="6" name="TextBox 10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650112A7-3B60-423A-8682-3EC1CCAA7ABE}"/>
                </a:ext>
              </a:extLst>
            </p:cNvPr>
            <p:cNvSpPr txBox="1"/>
            <p:nvPr/>
          </p:nvSpPr>
          <p:spPr>
            <a:xfrm>
              <a:off x="11064862" y="704497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7" name="Graphic 11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75FFEA7F-8809-458D-BE80-99F7CFB96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lc="http://schemas.openxmlformats.org/drawingml/2006/lockedCanvas"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>
              <a:off x="10281435" y="350125"/>
              <a:ext cx="261610" cy="261610"/>
            </a:xfrm>
            <a:prstGeom prst="rect">
              <a:avLst/>
            </a:prstGeom>
          </p:spPr>
        </p:pic>
        <p:sp>
          <p:nvSpPr>
            <p:cNvPr id="8" name="TextBox 12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B3F075CD-8CB0-4BD0-B756-BA559BF9DF2D}"/>
                </a:ext>
              </a:extLst>
            </p:cNvPr>
            <p:cNvSpPr txBox="1"/>
            <p:nvPr/>
          </p:nvSpPr>
          <p:spPr>
            <a:xfrm>
              <a:off x="10504742" y="242403"/>
              <a:ext cx="33955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9" name="Graphic 13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ACED766F-A0E3-4D45-8A6E-86CCFAFA5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lc="http://schemas.openxmlformats.org/drawingml/2006/lockedCanvas" xmlns:asvg="http://schemas.microsoft.com/office/drawing/2016/SVG/main" xmlns="" r:embed="rId6"/>
                </a:ext>
              </a:extLst>
            </a:blip>
            <a:stretch>
              <a:fillRect/>
            </a:stretch>
          </p:blipFill>
          <p:spPr>
            <a:xfrm>
              <a:off x="10893412" y="749577"/>
              <a:ext cx="171450" cy="17145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F83660F3-45D1-4CA0-BE2A-E7E6C1B7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43045" y="804910"/>
              <a:ext cx="171452" cy="171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8746242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6963" y="2555875"/>
            <a:ext cx="12436475" cy="17653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3925" y="4664075"/>
            <a:ext cx="10242550" cy="21018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874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1536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5700" y="5287963"/>
            <a:ext cx="12436475" cy="163512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5700" y="3487738"/>
            <a:ext cx="12436475" cy="1800225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6710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838" y="1920875"/>
            <a:ext cx="6507162" cy="54308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91400" y="1920875"/>
            <a:ext cx="6507163" cy="54308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30252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838" y="1841500"/>
            <a:ext cx="6464300" cy="768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838" y="2609850"/>
            <a:ext cx="6464300" cy="4741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675" y="1841500"/>
            <a:ext cx="6465888" cy="768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675" y="2609850"/>
            <a:ext cx="6465888" cy="4741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1093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9410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4125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838" y="327025"/>
            <a:ext cx="4813300" cy="139541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9763" y="327025"/>
            <a:ext cx="8178800" cy="70246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722438"/>
            <a:ext cx="4813300" cy="56292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84045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67025" y="5761038"/>
            <a:ext cx="8778875" cy="679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67025" y="735013"/>
            <a:ext cx="8778875" cy="49387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67025" y="6440488"/>
            <a:ext cx="8778875" cy="9667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6126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21676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675" y="330200"/>
            <a:ext cx="3290888" cy="702151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838" y="330200"/>
            <a:ext cx="9723437" cy="702151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3711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6963" y="2555875"/>
            <a:ext cx="12436475" cy="17653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3925" y="4664075"/>
            <a:ext cx="10242550" cy="21018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182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9180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5700" y="5287963"/>
            <a:ext cx="12436475" cy="163512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5700" y="3487738"/>
            <a:ext cx="12436475" cy="1800225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9299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838" y="1920875"/>
            <a:ext cx="6507162" cy="54308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91400" y="1920875"/>
            <a:ext cx="6507163" cy="54308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56969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838" y="1841500"/>
            <a:ext cx="6464300" cy="768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838" y="2609850"/>
            <a:ext cx="6464300" cy="4741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675" y="1841500"/>
            <a:ext cx="6465888" cy="768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675" y="2609850"/>
            <a:ext cx="6465888" cy="4741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8583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156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5989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838" y="327025"/>
            <a:ext cx="4813300" cy="139541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9763" y="327025"/>
            <a:ext cx="8178800" cy="70246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722438"/>
            <a:ext cx="4813300" cy="56292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618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67025" y="5761038"/>
            <a:ext cx="8778875" cy="679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67025" y="735013"/>
            <a:ext cx="8778875" cy="49387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67025" y="6440488"/>
            <a:ext cx="8778875" cy="9667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5877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545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675" y="330200"/>
            <a:ext cx="3290888" cy="702151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838" y="330200"/>
            <a:ext cx="9723437" cy="702151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333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5"/>
            <a:ext cx="10972800" cy="1986916"/>
          </a:xfrm>
        </p:spPr>
        <p:txBody>
          <a:bodyPr/>
          <a:lstStyle>
            <a:lvl1pPr marL="0" indent="0" algn="ctr">
              <a:buNone/>
              <a:defRPr sz="290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300"/>
            </a:lvl3pPr>
            <a:lvl4pPr marL="1645920" indent="0" algn="ctr">
              <a:buNone/>
              <a:defRPr sz="1900"/>
            </a:lvl4pPr>
            <a:lvl5pPr marL="2194560" indent="0" algn="ctr">
              <a:buNone/>
              <a:defRPr sz="1900"/>
            </a:lvl5pPr>
            <a:lvl6pPr marL="2743200" indent="0" algn="ctr">
              <a:buNone/>
              <a:defRPr sz="1900"/>
            </a:lvl6pPr>
            <a:lvl7pPr marL="3291840" indent="0" algn="ctr">
              <a:buNone/>
              <a:defRPr sz="1900"/>
            </a:lvl7pPr>
            <a:lvl8pPr marL="3840480" indent="0" algn="ctr">
              <a:buNone/>
              <a:defRPr sz="1900"/>
            </a:lvl8pPr>
            <a:lvl9pPr marL="4389120" indent="0" algn="ctr">
              <a:buNone/>
              <a:defRPr sz="1900"/>
            </a:lvl9pPr>
          </a:lstStyle>
          <a:p>
            <a:r>
              <a:rPr lang="en-US" smtClean="0"/>
              <a:t>Click to edit Master subtitle style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89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58"/>
            <a:ext cx="12618720" cy="1800224"/>
          </a:xfrm>
        </p:spPr>
        <p:txBody>
          <a:bodyPr/>
          <a:lstStyle>
            <a:lvl1pPr marL="0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1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1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8" y="2017396"/>
            <a:ext cx="6189344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300" b="1"/>
            </a:lvl3pPr>
            <a:lvl4pPr marL="1645920" indent="0">
              <a:buNone/>
              <a:defRPr sz="1900" b="1"/>
            </a:lvl4pPr>
            <a:lvl5pPr marL="2194560" indent="0">
              <a:buNone/>
              <a:defRPr sz="1900" b="1"/>
            </a:lvl5pPr>
            <a:lvl6pPr marL="2743200" indent="0">
              <a:buNone/>
              <a:defRPr sz="1900" b="1"/>
            </a:lvl6pPr>
            <a:lvl7pPr marL="3291840" indent="0">
              <a:buNone/>
              <a:defRPr sz="1900" b="1"/>
            </a:lvl7pPr>
            <a:lvl8pPr marL="3840480" indent="0">
              <a:buNone/>
              <a:defRPr sz="1900" b="1"/>
            </a:lvl8pPr>
            <a:lvl9pPr marL="4389120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8" y="3006090"/>
            <a:ext cx="6189344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300" b="1"/>
            </a:lvl3pPr>
            <a:lvl4pPr marL="1645920" indent="0">
              <a:buNone/>
              <a:defRPr sz="1900" b="1"/>
            </a:lvl4pPr>
            <a:lvl5pPr marL="2194560" indent="0">
              <a:buNone/>
              <a:defRPr sz="1900" b="1"/>
            </a:lvl5pPr>
            <a:lvl6pPr marL="2743200" indent="0">
              <a:buNone/>
              <a:defRPr sz="1900" b="1"/>
            </a:lvl6pPr>
            <a:lvl7pPr marL="3291840" indent="0">
              <a:buNone/>
              <a:defRPr sz="1900" b="1"/>
            </a:lvl7pPr>
            <a:lvl8pPr marL="3840480" indent="0">
              <a:buNone/>
              <a:defRPr sz="1900" b="1"/>
            </a:lvl8pPr>
            <a:lvl9pPr marL="4389120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2"/>
            <a:ext cx="7406640" cy="5848350"/>
          </a:xfrm>
        </p:spPr>
        <p:txBody>
          <a:bodyPr/>
          <a:lstStyle>
            <a:lvl1pPr>
              <a:defRPr sz="3800"/>
            </a:lvl1pPr>
            <a:lvl2pPr>
              <a:defRPr sz="3400"/>
            </a:lvl2pPr>
            <a:lvl3pPr>
              <a:defRPr sz="29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640" indent="0">
              <a:buNone/>
              <a:defRPr sz="1800"/>
            </a:lvl2pPr>
            <a:lvl3pPr marL="1097280" indent="0">
              <a:buNone/>
              <a:defRPr sz="1400"/>
            </a:lvl3pPr>
            <a:lvl4pPr marL="1645920" indent="0">
              <a:buNone/>
              <a:defRPr sz="1300"/>
            </a:lvl4pPr>
            <a:lvl5pPr marL="2194560" indent="0">
              <a:buNone/>
              <a:defRPr sz="1300"/>
            </a:lvl5pPr>
            <a:lvl6pPr marL="2743200" indent="0">
              <a:buNone/>
              <a:defRPr sz="1300"/>
            </a:lvl6pPr>
            <a:lvl7pPr marL="3291840" indent="0">
              <a:buNone/>
              <a:defRPr sz="1300"/>
            </a:lvl7pPr>
            <a:lvl8pPr marL="3840480" indent="0">
              <a:buNone/>
              <a:defRPr sz="1300"/>
            </a:lvl8pPr>
            <a:lvl9pPr marL="4389120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19826" y="1184912"/>
            <a:ext cx="7406640" cy="5848350"/>
          </a:xfrm>
        </p:spPr>
        <p:txBody>
          <a:bodyPr/>
          <a:lstStyle>
            <a:lvl1pPr marL="0" indent="0">
              <a:buNone/>
              <a:defRPr sz="3800"/>
            </a:lvl1pPr>
            <a:lvl2pPr marL="548640" indent="0">
              <a:buNone/>
              <a:defRPr sz="3400"/>
            </a:lvl2pPr>
            <a:lvl3pPr marL="1097280" indent="0">
              <a:buNone/>
              <a:defRPr sz="290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 smtClean="0"/>
              <a:t>Click icon to add picture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640" indent="0">
              <a:buNone/>
              <a:defRPr sz="1800"/>
            </a:lvl2pPr>
            <a:lvl3pPr marL="1097280" indent="0">
              <a:buNone/>
              <a:defRPr sz="1400"/>
            </a:lvl3pPr>
            <a:lvl4pPr marL="1645920" indent="0">
              <a:buNone/>
              <a:defRPr sz="1300"/>
            </a:lvl4pPr>
            <a:lvl5pPr marL="2194560" indent="0">
              <a:buNone/>
              <a:defRPr sz="1300"/>
            </a:lvl5pPr>
            <a:lvl6pPr marL="2743200" indent="0">
              <a:buNone/>
              <a:defRPr sz="1300"/>
            </a:lvl6pPr>
            <a:lvl7pPr marL="3291840" indent="0">
              <a:buNone/>
              <a:defRPr sz="1300"/>
            </a:lvl7pPr>
            <a:lvl8pPr marL="3840480" indent="0">
              <a:buNone/>
              <a:defRPr sz="1300"/>
            </a:lvl8pPr>
            <a:lvl9pPr marL="4389120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2"/>
            <a:ext cx="3154680" cy="697420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2"/>
            <a:ext cx="9281160" cy="697420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7"/>
            <a:ext cx="10972800" cy="1986916"/>
          </a:xfrm>
        </p:spPr>
        <p:txBody>
          <a:bodyPr/>
          <a:lstStyle>
            <a:lvl1pPr marL="0" indent="0" algn="ctr">
              <a:buNone/>
              <a:defRPr sz="2900"/>
            </a:lvl1pPr>
            <a:lvl2pPr marL="548596" indent="0" algn="ctr">
              <a:buNone/>
              <a:defRPr sz="2400"/>
            </a:lvl2pPr>
            <a:lvl3pPr marL="1097192" indent="0" algn="ctr">
              <a:buNone/>
              <a:defRPr sz="2300"/>
            </a:lvl3pPr>
            <a:lvl4pPr marL="1645788" indent="0" algn="ctr">
              <a:buNone/>
              <a:defRPr sz="1900"/>
            </a:lvl4pPr>
            <a:lvl5pPr marL="2194385" indent="0" algn="ctr">
              <a:buNone/>
              <a:defRPr sz="1900"/>
            </a:lvl5pPr>
            <a:lvl6pPr marL="2742982" indent="0" algn="ctr">
              <a:buNone/>
              <a:defRPr sz="1900"/>
            </a:lvl6pPr>
            <a:lvl7pPr marL="3291576" indent="0" algn="ctr">
              <a:buNone/>
              <a:defRPr sz="1900"/>
            </a:lvl7pPr>
            <a:lvl8pPr marL="3840173" indent="0" algn="ctr">
              <a:buNone/>
              <a:defRPr sz="1900"/>
            </a:lvl8pPr>
            <a:lvl9pPr marL="4388770" indent="0" algn="ctr">
              <a:buNone/>
              <a:defRPr sz="1900"/>
            </a:lvl9pPr>
          </a:lstStyle>
          <a:p>
            <a:r>
              <a:rPr lang="en-US" smtClean="0"/>
              <a:t>Click to edit Master subtitle style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83471967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1565292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91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60"/>
            <a:ext cx="12618720" cy="1800224"/>
          </a:xfrm>
        </p:spPr>
        <p:txBody>
          <a:bodyPr/>
          <a:lstStyle>
            <a:lvl1pPr marL="0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1pPr>
            <a:lvl2pPr marL="548596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19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3pPr>
            <a:lvl4pPr marL="164578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194385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2742982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291576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38401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38877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5626102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3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3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6781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50" y="2017396"/>
            <a:ext cx="6189344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596" indent="0">
              <a:buNone/>
              <a:defRPr sz="2400" b="1"/>
            </a:lvl2pPr>
            <a:lvl3pPr marL="1097192" indent="0">
              <a:buNone/>
              <a:defRPr sz="2300" b="1"/>
            </a:lvl3pPr>
            <a:lvl4pPr marL="1645788" indent="0">
              <a:buNone/>
              <a:defRPr sz="1900" b="1"/>
            </a:lvl4pPr>
            <a:lvl5pPr marL="2194385" indent="0">
              <a:buNone/>
              <a:defRPr sz="1900" b="1"/>
            </a:lvl5pPr>
            <a:lvl6pPr marL="2742982" indent="0">
              <a:buNone/>
              <a:defRPr sz="1900" b="1"/>
            </a:lvl6pPr>
            <a:lvl7pPr marL="3291576" indent="0">
              <a:buNone/>
              <a:defRPr sz="1900" b="1"/>
            </a:lvl7pPr>
            <a:lvl8pPr marL="3840173" indent="0">
              <a:buNone/>
              <a:defRPr sz="1900" b="1"/>
            </a:lvl8pPr>
            <a:lvl9pPr marL="4388770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50" y="3006090"/>
            <a:ext cx="6189344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596" indent="0">
              <a:buNone/>
              <a:defRPr sz="2400" b="1"/>
            </a:lvl2pPr>
            <a:lvl3pPr marL="1097192" indent="0">
              <a:buNone/>
              <a:defRPr sz="2300" b="1"/>
            </a:lvl3pPr>
            <a:lvl4pPr marL="1645788" indent="0">
              <a:buNone/>
              <a:defRPr sz="1900" b="1"/>
            </a:lvl4pPr>
            <a:lvl5pPr marL="2194385" indent="0">
              <a:buNone/>
              <a:defRPr sz="1900" b="1"/>
            </a:lvl5pPr>
            <a:lvl6pPr marL="2742982" indent="0">
              <a:buNone/>
              <a:defRPr sz="1900" b="1"/>
            </a:lvl6pPr>
            <a:lvl7pPr marL="3291576" indent="0">
              <a:buNone/>
              <a:defRPr sz="1900" b="1"/>
            </a:lvl7pPr>
            <a:lvl8pPr marL="3840173" indent="0">
              <a:buNone/>
              <a:defRPr sz="1900" b="1"/>
            </a:lvl8pPr>
            <a:lvl9pPr marL="4388770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5087072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1273575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85637330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4"/>
            <a:ext cx="7406640" cy="5848350"/>
          </a:xfrm>
        </p:spPr>
        <p:txBody>
          <a:bodyPr/>
          <a:lstStyle>
            <a:lvl1pPr>
              <a:defRPr sz="3800"/>
            </a:lvl1pPr>
            <a:lvl2pPr>
              <a:defRPr sz="3400"/>
            </a:lvl2pPr>
            <a:lvl3pPr>
              <a:defRPr sz="29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596" indent="0">
              <a:buNone/>
              <a:defRPr sz="1800"/>
            </a:lvl2pPr>
            <a:lvl3pPr marL="1097192" indent="0">
              <a:buNone/>
              <a:defRPr sz="1400"/>
            </a:lvl3pPr>
            <a:lvl4pPr marL="1645788" indent="0">
              <a:buNone/>
              <a:defRPr sz="1300"/>
            </a:lvl4pPr>
            <a:lvl5pPr marL="2194385" indent="0">
              <a:buNone/>
              <a:defRPr sz="1300"/>
            </a:lvl5pPr>
            <a:lvl6pPr marL="2742982" indent="0">
              <a:buNone/>
              <a:defRPr sz="1300"/>
            </a:lvl6pPr>
            <a:lvl7pPr marL="3291576" indent="0">
              <a:buNone/>
              <a:defRPr sz="1300"/>
            </a:lvl7pPr>
            <a:lvl8pPr marL="3840173" indent="0">
              <a:buNone/>
              <a:defRPr sz="1300"/>
            </a:lvl8pPr>
            <a:lvl9pPr marL="4388770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21743383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19826" y="1184914"/>
            <a:ext cx="7406640" cy="5848350"/>
          </a:xfrm>
        </p:spPr>
        <p:txBody>
          <a:bodyPr/>
          <a:lstStyle>
            <a:lvl1pPr marL="0" indent="0">
              <a:buNone/>
              <a:defRPr sz="3800"/>
            </a:lvl1pPr>
            <a:lvl2pPr marL="548596" indent="0">
              <a:buNone/>
              <a:defRPr sz="3400"/>
            </a:lvl2pPr>
            <a:lvl3pPr marL="1097192" indent="0">
              <a:buNone/>
              <a:defRPr sz="2900"/>
            </a:lvl3pPr>
            <a:lvl4pPr marL="1645788" indent="0">
              <a:buNone/>
              <a:defRPr sz="2400"/>
            </a:lvl4pPr>
            <a:lvl5pPr marL="2194385" indent="0">
              <a:buNone/>
              <a:defRPr sz="2400"/>
            </a:lvl5pPr>
            <a:lvl6pPr marL="2742982" indent="0">
              <a:buNone/>
              <a:defRPr sz="2400"/>
            </a:lvl6pPr>
            <a:lvl7pPr marL="3291576" indent="0">
              <a:buNone/>
              <a:defRPr sz="2400"/>
            </a:lvl7pPr>
            <a:lvl8pPr marL="3840173" indent="0">
              <a:buNone/>
              <a:defRPr sz="2400"/>
            </a:lvl8pPr>
            <a:lvl9pPr marL="4388770" indent="0">
              <a:buNone/>
              <a:defRPr sz="2400"/>
            </a:lvl9pPr>
          </a:lstStyle>
          <a:p>
            <a:r>
              <a:rPr lang="en-US" smtClean="0"/>
              <a:t>Click icon to add picture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596" indent="0">
              <a:buNone/>
              <a:defRPr sz="1800"/>
            </a:lvl2pPr>
            <a:lvl3pPr marL="1097192" indent="0">
              <a:buNone/>
              <a:defRPr sz="1400"/>
            </a:lvl3pPr>
            <a:lvl4pPr marL="1645788" indent="0">
              <a:buNone/>
              <a:defRPr sz="1300"/>
            </a:lvl4pPr>
            <a:lvl5pPr marL="2194385" indent="0">
              <a:buNone/>
              <a:defRPr sz="1300"/>
            </a:lvl5pPr>
            <a:lvl6pPr marL="2742982" indent="0">
              <a:buNone/>
              <a:defRPr sz="1300"/>
            </a:lvl6pPr>
            <a:lvl7pPr marL="3291576" indent="0">
              <a:buNone/>
              <a:defRPr sz="1300"/>
            </a:lvl7pPr>
            <a:lvl8pPr marL="3840173" indent="0">
              <a:buNone/>
              <a:defRPr sz="1300"/>
            </a:lvl8pPr>
            <a:lvl9pPr marL="4388770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7715623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32222812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4"/>
            <a:ext cx="3154680" cy="697420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4"/>
            <a:ext cx="9281160" cy="697420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54773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7"/>
            <a:ext cx="10972800" cy="1986916"/>
          </a:xfrm>
        </p:spPr>
        <p:txBody>
          <a:bodyPr/>
          <a:lstStyle>
            <a:lvl1pPr marL="0" indent="0" algn="ctr">
              <a:buNone/>
              <a:defRPr sz="2900"/>
            </a:lvl1pPr>
            <a:lvl2pPr marL="548574" indent="0" algn="ctr">
              <a:buNone/>
              <a:defRPr sz="2400"/>
            </a:lvl2pPr>
            <a:lvl3pPr marL="1097148" indent="0" algn="ctr">
              <a:buNone/>
              <a:defRPr sz="2300"/>
            </a:lvl3pPr>
            <a:lvl4pPr marL="1645722" indent="0" algn="ctr">
              <a:buNone/>
              <a:defRPr sz="1900"/>
            </a:lvl4pPr>
            <a:lvl5pPr marL="2194297" indent="0" algn="ctr">
              <a:buNone/>
              <a:defRPr sz="1900"/>
            </a:lvl5pPr>
            <a:lvl6pPr marL="2742872" indent="0" algn="ctr">
              <a:buNone/>
              <a:defRPr sz="1900"/>
            </a:lvl6pPr>
            <a:lvl7pPr marL="3291444" indent="0" algn="ctr">
              <a:buNone/>
              <a:defRPr sz="1900"/>
            </a:lvl7pPr>
            <a:lvl8pPr marL="3840019" indent="0" algn="ctr">
              <a:buNone/>
              <a:defRPr sz="1900"/>
            </a:lvl8pPr>
            <a:lvl9pPr marL="4388594" indent="0" algn="ctr">
              <a:buNone/>
              <a:defRPr sz="1900"/>
            </a:lvl9pPr>
          </a:lstStyle>
          <a:p>
            <a:r>
              <a:rPr lang="en-US" smtClean="0"/>
              <a:t>Click to edit Master subtitle style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865722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86326426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91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61"/>
            <a:ext cx="12618720" cy="1800224"/>
          </a:xfrm>
        </p:spPr>
        <p:txBody>
          <a:bodyPr/>
          <a:lstStyle>
            <a:lvl1pPr marL="0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1pPr>
            <a:lvl2pPr marL="548574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148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3pPr>
            <a:lvl4pPr marL="1645722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19429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2742872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291444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3840019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388594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2760560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4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4"/>
            <a:ext cx="6217920" cy="52216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8830333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50" y="2017396"/>
            <a:ext cx="6189344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574" indent="0">
              <a:buNone/>
              <a:defRPr sz="2400" b="1"/>
            </a:lvl2pPr>
            <a:lvl3pPr marL="1097148" indent="0">
              <a:buNone/>
              <a:defRPr sz="2300" b="1"/>
            </a:lvl3pPr>
            <a:lvl4pPr marL="1645722" indent="0">
              <a:buNone/>
              <a:defRPr sz="1900" b="1"/>
            </a:lvl4pPr>
            <a:lvl5pPr marL="2194297" indent="0">
              <a:buNone/>
              <a:defRPr sz="1900" b="1"/>
            </a:lvl5pPr>
            <a:lvl6pPr marL="2742872" indent="0">
              <a:buNone/>
              <a:defRPr sz="1900" b="1"/>
            </a:lvl6pPr>
            <a:lvl7pPr marL="3291444" indent="0">
              <a:buNone/>
              <a:defRPr sz="1900" b="1"/>
            </a:lvl7pPr>
            <a:lvl8pPr marL="3840019" indent="0">
              <a:buNone/>
              <a:defRPr sz="1900" b="1"/>
            </a:lvl8pPr>
            <a:lvl9pPr marL="4388594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50" y="3006090"/>
            <a:ext cx="6189344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900" b="1"/>
            </a:lvl1pPr>
            <a:lvl2pPr marL="548574" indent="0">
              <a:buNone/>
              <a:defRPr sz="2400" b="1"/>
            </a:lvl2pPr>
            <a:lvl3pPr marL="1097148" indent="0">
              <a:buNone/>
              <a:defRPr sz="2300" b="1"/>
            </a:lvl3pPr>
            <a:lvl4pPr marL="1645722" indent="0">
              <a:buNone/>
              <a:defRPr sz="1900" b="1"/>
            </a:lvl4pPr>
            <a:lvl5pPr marL="2194297" indent="0">
              <a:buNone/>
              <a:defRPr sz="1900" b="1"/>
            </a:lvl5pPr>
            <a:lvl6pPr marL="2742872" indent="0">
              <a:buNone/>
              <a:defRPr sz="1900" b="1"/>
            </a:lvl6pPr>
            <a:lvl7pPr marL="3291444" indent="0">
              <a:buNone/>
              <a:defRPr sz="1900" b="1"/>
            </a:lvl7pPr>
            <a:lvl8pPr marL="3840019" indent="0">
              <a:buNone/>
              <a:defRPr sz="1900" b="1"/>
            </a:lvl8pPr>
            <a:lvl9pPr marL="4388594" indent="0">
              <a:buNone/>
              <a:defRPr sz="19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7694364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41886014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4727950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4"/>
            <a:ext cx="7406640" cy="5848350"/>
          </a:xfrm>
        </p:spPr>
        <p:txBody>
          <a:bodyPr/>
          <a:lstStyle>
            <a:lvl1pPr>
              <a:defRPr sz="3800"/>
            </a:lvl1pPr>
            <a:lvl2pPr>
              <a:defRPr sz="3400"/>
            </a:lvl2pPr>
            <a:lvl3pPr>
              <a:defRPr sz="29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574" indent="0">
              <a:buNone/>
              <a:defRPr sz="1800"/>
            </a:lvl2pPr>
            <a:lvl3pPr marL="1097148" indent="0">
              <a:buNone/>
              <a:defRPr sz="1400"/>
            </a:lvl3pPr>
            <a:lvl4pPr marL="1645722" indent="0">
              <a:buNone/>
              <a:defRPr sz="1300"/>
            </a:lvl4pPr>
            <a:lvl5pPr marL="2194297" indent="0">
              <a:buNone/>
              <a:defRPr sz="1300"/>
            </a:lvl5pPr>
            <a:lvl6pPr marL="2742872" indent="0">
              <a:buNone/>
              <a:defRPr sz="1300"/>
            </a:lvl6pPr>
            <a:lvl7pPr marL="3291444" indent="0">
              <a:buNone/>
              <a:defRPr sz="1300"/>
            </a:lvl7pPr>
            <a:lvl8pPr marL="3840019" indent="0">
              <a:buNone/>
              <a:defRPr sz="1300"/>
            </a:lvl8pPr>
            <a:lvl9pPr marL="4388594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8264977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00"/>
            </a:lvl1pPr>
          </a:lstStyle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19826" y="1184914"/>
            <a:ext cx="7406640" cy="5848350"/>
          </a:xfrm>
        </p:spPr>
        <p:txBody>
          <a:bodyPr/>
          <a:lstStyle>
            <a:lvl1pPr marL="0" indent="0">
              <a:buNone/>
              <a:defRPr sz="3800"/>
            </a:lvl1pPr>
            <a:lvl2pPr marL="548574" indent="0">
              <a:buNone/>
              <a:defRPr sz="3400"/>
            </a:lvl2pPr>
            <a:lvl3pPr marL="1097148" indent="0">
              <a:buNone/>
              <a:defRPr sz="2900"/>
            </a:lvl3pPr>
            <a:lvl4pPr marL="1645722" indent="0">
              <a:buNone/>
              <a:defRPr sz="2400"/>
            </a:lvl4pPr>
            <a:lvl5pPr marL="2194297" indent="0">
              <a:buNone/>
              <a:defRPr sz="2400"/>
            </a:lvl5pPr>
            <a:lvl6pPr marL="2742872" indent="0">
              <a:buNone/>
              <a:defRPr sz="2400"/>
            </a:lvl6pPr>
            <a:lvl7pPr marL="3291444" indent="0">
              <a:buNone/>
              <a:defRPr sz="2400"/>
            </a:lvl7pPr>
            <a:lvl8pPr marL="3840019" indent="0">
              <a:buNone/>
              <a:defRPr sz="2400"/>
            </a:lvl8pPr>
            <a:lvl9pPr marL="4388594" indent="0">
              <a:buNone/>
              <a:defRPr sz="2400"/>
            </a:lvl9pPr>
          </a:lstStyle>
          <a:p>
            <a:r>
              <a:rPr lang="en-US" smtClean="0"/>
              <a:t>Click icon to add picture</a:t>
            </a:r>
            <a:endParaRPr lang="x-non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1"/>
            <a:ext cx="4718684" cy="4573906"/>
          </a:xfrm>
        </p:spPr>
        <p:txBody>
          <a:bodyPr/>
          <a:lstStyle>
            <a:lvl1pPr marL="0" indent="0">
              <a:buNone/>
              <a:defRPr sz="1900"/>
            </a:lvl1pPr>
            <a:lvl2pPr marL="548574" indent="0">
              <a:buNone/>
              <a:defRPr sz="1800"/>
            </a:lvl2pPr>
            <a:lvl3pPr marL="1097148" indent="0">
              <a:buNone/>
              <a:defRPr sz="1400"/>
            </a:lvl3pPr>
            <a:lvl4pPr marL="1645722" indent="0">
              <a:buNone/>
              <a:defRPr sz="1300"/>
            </a:lvl4pPr>
            <a:lvl5pPr marL="2194297" indent="0">
              <a:buNone/>
              <a:defRPr sz="1300"/>
            </a:lvl5pPr>
            <a:lvl6pPr marL="2742872" indent="0">
              <a:buNone/>
              <a:defRPr sz="1300"/>
            </a:lvl6pPr>
            <a:lvl7pPr marL="3291444" indent="0">
              <a:buNone/>
              <a:defRPr sz="1300"/>
            </a:lvl7pPr>
            <a:lvl8pPr marL="3840019" indent="0">
              <a:buNone/>
              <a:defRPr sz="1300"/>
            </a:lvl8pPr>
            <a:lvl9pPr marL="4388594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2410426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069766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5"/>
            <a:ext cx="3154680" cy="697420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5"/>
            <a:ext cx="9281160" cy="697420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86589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image" Target="../media/image1.png"/><Relationship Id="rId18" Type="http://schemas.openxmlformats.org/officeDocument/2006/relationships/image" Target="../media/image4.png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3.xml"/><Relationship Id="rId17" Type="http://schemas.openxmlformats.org/officeDocument/2006/relationships/image" Target="../media/image7.svg"/><Relationship Id="rId2" Type="http://schemas.openxmlformats.org/officeDocument/2006/relationships/slideLayout" Target="../slideLayouts/slideLayout46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image" Target="../media/image5.svg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13" Type="http://schemas.openxmlformats.org/officeDocument/2006/relationships/image" Target="../media/image5.png"/><Relationship Id="rId18" Type="http://schemas.openxmlformats.org/officeDocument/2006/relationships/image" Target="../media/image6.png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5.xml"/><Relationship Id="rId17" Type="http://schemas.openxmlformats.org/officeDocument/2006/relationships/image" Target="../media/image7.svg"/><Relationship Id="rId2" Type="http://schemas.openxmlformats.org/officeDocument/2006/relationships/slideLayout" Target="../slideLayouts/slideLayout68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5" Type="http://schemas.openxmlformats.org/officeDocument/2006/relationships/image" Target="../media/image5.svg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Relationship Id="rId14" Type="http://schemas.openxmlformats.org/officeDocument/2006/relationships/image" Target="../media/image2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838" y="330200"/>
            <a:ext cx="13166725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838" y="1920875"/>
            <a:ext cx="13166725" cy="5430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838" y="7627938"/>
            <a:ext cx="34131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81CD3-D4D5-4579-A4DE-B7AD6595689E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9038" y="7627938"/>
            <a:ext cx="46323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438" y="7627938"/>
            <a:ext cx="34131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C01FDC-002C-4873-96DC-B9F550115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542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838" y="330200"/>
            <a:ext cx="13166725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838" y="1920875"/>
            <a:ext cx="13166725" cy="5430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838" y="7627938"/>
            <a:ext cx="34131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BD6F1-857B-44CA-889A-4DE8C0D689A8}" type="datetimeFigureOut">
              <a:rPr lang="en-US" smtClean="0"/>
              <a:t>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9038" y="7627938"/>
            <a:ext cx="46323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438" y="7627938"/>
            <a:ext cx="3413125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C4274-229A-4E63-A953-5206A8D33DE9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lc="http://schemas.openxmlformats.org/drawingml/2006/lockedCanvas" xmlns:a16="http://schemas.microsoft.com/office/drawing/2014/main" xmlns="" id="{BAEFE420-0C07-4D1B-9094-F2C452FF1011}"/>
              </a:ext>
            </a:extLst>
          </p:cNvPr>
          <p:cNvGrpSpPr/>
          <p:nvPr userDrawn="1"/>
        </p:nvGrpSpPr>
        <p:grpSpPr>
          <a:xfrm>
            <a:off x="0" y="7397"/>
            <a:ext cx="16609454" cy="1115736"/>
            <a:chOff x="101370" y="7397"/>
            <a:chExt cx="18519377" cy="1115736"/>
          </a:xfrm>
        </p:grpSpPr>
        <p:sp>
          <p:nvSpPr>
            <p:cNvPr id="8" name="Rectangle 7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6FBB4837-678E-4FCE-A1B7-2AE1B9432890}"/>
                </a:ext>
              </a:extLst>
            </p:cNvPr>
            <p:cNvSpPr/>
            <p:nvPr/>
          </p:nvSpPr>
          <p:spPr>
            <a:xfrm>
              <a:off x="101370" y="7397"/>
              <a:ext cx="18519377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x-none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D279BBF0-3F01-4944-AF8F-73A34B5B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2730" y="155317"/>
              <a:ext cx="1504919" cy="805101"/>
            </a:xfrm>
            <a:prstGeom prst="rect">
              <a:avLst/>
            </a:prstGeom>
          </p:spPr>
        </p:pic>
        <p:sp>
          <p:nvSpPr>
            <p:cNvPr id="10" name="TextBox 10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650112A7-3B60-423A-8682-3EC1CCAA7ABE}"/>
                </a:ext>
              </a:extLst>
            </p:cNvPr>
            <p:cNvSpPr txBox="1"/>
            <p:nvPr/>
          </p:nvSpPr>
          <p:spPr>
            <a:xfrm>
              <a:off x="14109412" y="546959"/>
              <a:ext cx="161903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 err="1">
                  <a:solidFill>
                    <a:schemeClr val="bg1"/>
                  </a:solidFill>
                </a:rPr>
                <a:t>unioffaisalabad</a:t>
              </a:r>
              <a:endParaRPr lang="x-none" sz="1100" dirty="0">
                <a:solidFill>
                  <a:schemeClr val="bg1"/>
                </a:solidFill>
              </a:endParaRPr>
            </a:p>
          </p:txBody>
        </p:sp>
        <p:pic>
          <p:nvPicPr>
            <p:cNvPr id="11" name="Graphic 11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75FFEA7F-8809-458D-BE80-99F7CFB96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lc="http://schemas.openxmlformats.org/drawingml/2006/lockedCanvas" xmlns:asvg="http://schemas.microsoft.com/office/drawing/2016/SVG/main" xmlns="" r:embed="rId15"/>
                </a:ext>
              </a:extLst>
            </a:blip>
            <a:stretch>
              <a:fillRect/>
            </a:stretch>
          </p:blipFill>
          <p:spPr>
            <a:xfrm>
              <a:off x="13554319" y="198363"/>
              <a:ext cx="261610" cy="261610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B3F075CD-8CB0-4BD0-B756-BA559BF9DF2D}"/>
                </a:ext>
              </a:extLst>
            </p:cNvPr>
            <p:cNvSpPr txBox="1"/>
            <p:nvPr/>
          </p:nvSpPr>
          <p:spPr>
            <a:xfrm>
              <a:off x="13815930" y="144502"/>
              <a:ext cx="25088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3" name="Graphic 13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ACED766F-A0E3-4D45-8A6E-86CCFAFA5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lc="http://schemas.openxmlformats.org/drawingml/2006/lockedCanvas" xmlns:asvg="http://schemas.microsoft.com/office/drawing/2016/SVG/main" xmlns="" r:embed="rId17"/>
                </a:ext>
              </a:extLst>
            </a:blip>
            <a:stretch>
              <a:fillRect/>
            </a:stretch>
          </p:blipFill>
          <p:spPr>
            <a:xfrm>
              <a:off x="13937962" y="618216"/>
              <a:ext cx="171451" cy="17145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lc="http://schemas.openxmlformats.org/drawingml/2006/lockedCanvas" xmlns:a16="http://schemas.microsoft.com/office/drawing/2014/main" xmlns="" id="{F83660F3-45D1-4CA0-BE2A-E7E6C1B79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652903" y="620090"/>
              <a:ext cx="171452" cy="171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12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109726" tIns="54863" rIns="109726" bIns="54863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1"/>
            <a:ext cx="12618720" cy="5221607"/>
          </a:xfrm>
          <a:prstGeom prst="rect">
            <a:avLst/>
          </a:prstGeom>
        </p:spPr>
        <p:txBody>
          <a:bodyPr vert="horz" lIns="109726" tIns="54863" rIns="109726" bIns="54863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2"/>
            <a:ext cx="3291840" cy="438150"/>
          </a:xfrm>
          <a:prstGeom prst="rect">
            <a:avLst/>
          </a:prstGeom>
        </p:spPr>
        <p:txBody>
          <a:bodyPr vert="horz" lIns="109726" tIns="54863" rIns="109726" bIns="54863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2"/>
            <a:ext cx="4937760" cy="438150"/>
          </a:xfrm>
          <a:prstGeom prst="rect">
            <a:avLst/>
          </a:prstGeom>
        </p:spPr>
        <p:txBody>
          <a:bodyPr vert="horz" lIns="109726" tIns="54863" rIns="109726" bIns="54863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2"/>
            <a:ext cx="3291840" cy="438150"/>
          </a:xfrm>
          <a:prstGeom prst="rect">
            <a:avLst/>
          </a:prstGeom>
        </p:spPr>
        <p:txBody>
          <a:bodyPr vert="horz" lIns="109726" tIns="54863" rIns="109726" bIns="54863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109722" tIns="54860" rIns="109722" bIns="5486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2"/>
            <a:ext cx="12618720" cy="5221607"/>
          </a:xfrm>
          <a:prstGeom prst="rect">
            <a:avLst/>
          </a:prstGeom>
        </p:spPr>
        <p:txBody>
          <a:bodyPr vert="horz" lIns="109722" tIns="54860" rIns="109722" bIns="5486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3"/>
            <a:ext cx="3291840" cy="438150"/>
          </a:xfrm>
          <a:prstGeom prst="rect">
            <a:avLst/>
          </a:prstGeom>
        </p:spPr>
        <p:txBody>
          <a:bodyPr vert="horz" lIns="109722" tIns="54860" rIns="109722" bIns="5486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3"/>
            <a:ext cx="4937760" cy="438150"/>
          </a:xfrm>
          <a:prstGeom prst="rect">
            <a:avLst/>
          </a:prstGeom>
        </p:spPr>
        <p:txBody>
          <a:bodyPr vert="horz" lIns="109722" tIns="54860" rIns="109722" bIns="5486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3"/>
            <a:ext cx="3291840" cy="438150"/>
          </a:xfrm>
          <a:prstGeom prst="rect">
            <a:avLst/>
          </a:prstGeom>
        </p:spPr>
        <p:txBody>
          <a:bodyPr vert="horz" lIns="109722" tIns="54860" rIns="109722" bIns="5486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BAEFE420-0C07-4D1B-9094-F2C452FF1011}"/>
              </a:ext>
            </a:extLst>
          </p:cNvPr>
          <p:cNvGrpSpPr/>
          <p:nvPr/>
        </p:nvGrpSpPr>
        <p:grpSpPr>
          <a:xfrm>
            <a:off x="0" y="0"/>
            <a:ext cx="15299218" cy="1338883"/>
            <a:chOff x="0" y="0"/>
            <a:chExt cx="12749348" cy="1115736"/>
          </a:xfrm>
        </p:grpSpPr>
        <p:sp>
          <p:nvSpPr>
            <p:cNvPr id="8" name="Rectangle 7">
              <a:extLst>
                <a:ext uri="{FF2B5EF4-FFF2-40B4-BE49-F238E27FC236}">
                  <a16:creationId xmlns="" xmlns:a16="http://schemas.microsoft.com/office/drawing/2014/main" id="{6FBB4837-678E-4FCE-A1B7-2AE1B9432890}"/>
                </a:ext>
              </a:extLst>
            </p:cNvPr>
            <p:cNvSpPr/>
            <p:nvPr userDrawn="1"/>
          </p:nvSpPr>
          <p:spPr>
            <a:xfrm>
              <a:off x="0" y="0"/>
              <a:ext cx="12192000" cy="1115736"/>
            </a:xfrm>
            <a:prstGeom prst="rect">
              <a:avLst/>
            </a:prstGeom>
            <a:solidFill>
              <a:srgbClr val="D32A2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x-none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="" xmlns:a16="http://schemas.microsoft.com/office/drawing/2014/main" id="{D279BBF0-3F01-4944-AF8F-73A34B5B9C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2730" y="155317"/>
              <a:ext cx="1504919" cy="805101"/>
            </a:xfrm>
            <a:prstGeom prst="rect">
              <a:avLst/>
            </a:prstGeom>
          </p:spPr>
        </p:pic>
        <p:sp>
          <p:nvSpPr>
            <p:cNvPr id="10" name="TextBox 10">
              <a:extLst>
                <a:ext uri="{FF2B5EF4-FFF2-40B4-BE49-F238E27FC236}">
                  <a16:creationId xmlns="" xmlns:a16="http://schemas.microsoft.com/office/drawing/2014/main" id="{650112A7-3B60-423A-8682-3EC1CCAA7ABE}"/>
                </a:ext>
              </a:extLst>
            </p:cNvPr>
            <p:cNvSpPr txBox="1"/>
            <p:nvPr userDrawn="1"/>
          </p:nvSpPr>
          <p:spPr>
            <a:xfrm>
              <a:off x="10719753" y="696917"/>
              <a:ext cx="1619033" cy="2436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300" dirty="0" err="1">
                  <a:solidFill>
                    <a:schemeClr val="bg1"/>
                  </a:solidFill>
                </a:rPr>
                <a:t>unioffaisalabad</a:t>
              </a:r>
              <a:endParaRPr lang="x-none" sz="1300" dirty="0">
                <a:solidFill>
                  <a:schemeClr val="bg1"/>
                </a:solidFill>
              </a:endParaRPr>
            </a:p>
          </p:txBody>
        </p:sp>
        <p:pic>
          <p:nvPicPr>
            <p:cNvPr id="11" name="Graphic 11">
              <a:extLst>
                <a:ext uri="{FF2B5EF4-FFF2-40B4-BE49-F238E27FC236}">
                  <a16:creationId xmlns="" xmlns:a16="http://schemas.microsoft.com/office/drawing/2014/main" id="{75FFEA7F-8809-458D-BE80-99F7CFB965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96DAC541-7B7A-43D3-8B79-37D633B846F1}">
                  <asvg:svgBlip xmlns="" xmlns:asvg="http://schemas.microsoft.com/office/drawing/2016/SVG/main" xmlns:lc="http://schemas.openxmlformats.org/drawingml/2006/lockedCanvas" r:embed="rId15"/>
                </a:ext>
              </a:extLst>
            </a:blip>
            <a:stretch>
              <a:fillRect/>
            </a:stretch>
          </p:blipFill>
          <p:spPr>
            <a:xfrm>
              <a:off x="9906056" y="403986"/>
              <a:ext cx="261610" cy="261610"/>
            </a:xfrm>
            <a:prstGeom prst="rect">
              <a:avLst/>
            </a:prstGeom>
          </p:spPr>
        </p:pic>
        <p:sp>
          <p:nvSpPr>
            <p:cNvPr id="12" name="TextBox 12">
              <a:extLst>
                <a:ext uri="{FF2B5EF4-FFF2-40B4-BE49-F238E27FC236}">
                  <a16:creationId xmlns="" xmlns:a16="http://schemas.microsoft.com/office/drawing/2014/main" id="{B3F075CD-8CB0-4BD0-B756-BA559BF9DF2D}"/>
                </a:ext>
              </a:extLst>
            </p:cNvPr>
            <p:cNvSpPr txBox="1"/>
            <p:nvPr userDrawn="1"/>
          </p:nvSpPr>
          <p:spPr>
            <a:xfrm>
              <a:off x="10142944" y="350125"/>
              <a:ext cx="26064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x-none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x-none" dirty="0">
                  <a:solidFill>
                    <a:schemeClr val="bg1"/>
                  </a:solidFill>
                </a:rPr>
                <a:t>w</a:t>
              </a:r>
              <a:r>
                <a:rPr lang="en-US" dirty="0">
                  <a:solidFill>
                    <a:schemeClr val="bg1"/>
                  </a:solidFill>
                </a:rPr>
                <a:t>w</a:t>
              </a:r>
              <a:r>
                <a:rPr lang="x-none" dirty="0">
                  <a:solidFill>
                    <a:schemeClr val="bg1"/>
                  </a:solidFill>
                </a:rPr>
                <a:t>w.</a:t>
              </a:r>
              <a:r>
                <a:rPr lang="en-US" dirty="0">
                  <a:solidFill>
                    <a:schemeClr val="bg1"/>
                  </a:solidFill>
                </a:rPr>
                <a:t>t</a:t>
              </a:r>
              <a:r>
                <a:rPr lang="x-none" dirty="0">
                  <a:solidFill>
                    <a:schemeClr val="bg1"/>
                  </a:solidFill>
                </a:rPr>
                <a:t>u</a:t>
              </a:r>
              <a:r>
                <a:rPr lang="en-US" dirty="0">
                  <a:solidFill>
                    <a:schemeClr val="bg1"/>
                  </a:solidFill>
                </a:rPr>
                <a:t>f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e</a:t>
              </a:r>
              <a:r>
                <a:rPr lang="x-none" dirty="0">
                  <a:solidFill>
                    <a:schemeClr val="bg1"/>
                  </a:solidFill>
                </a:rPr>
                <a:t>d</a:t>
              </a:r>
              <a:r>
                <a:rPr lang="en-US" dirty="0">
                  <a:solidFill>
                    <a:schemeClr val="bg1"/>
                  </a:solidFill>
                </a:rPr>
                <a:t>u</a:t>
              </a:r>
              <a:r>
                <a:rPr lang="x-none" dirty="0">
                  <a:solidFill>
                    <a:schemeClr val="bg1"/>
                  </a:solidFill>
                </a:rPr>
                <a:t>.</a:t>
              </a:r>
              <a:r>
                <a:rPr lang="en-US" dirty="0">
                  <a:solidFill>
                    <a:schemeClr val="bg1"/>
                  </a:solidFill>
                </a:rPr>
                <a:t>p</a:t>
              </a:r>
              <a:r>
                <a:rPr lang="x-none" dirty="0">
                  <a:solidFill>
                    <a:schemeClr val="bg1"/>
                  </a:solidFill>
                </a:rPr>
                <a:t>k</a:t>
              </a:r>
            </a:p>
          </p:txBody>
        </p:sp>
        <p:pic>
          <p:nvPicPr>
            <p:cNvPr id="13" name="Graphic 13">
              <a:extLst>
                <a:ext uri="{FF2B5EF4-FFF2-40B4-BE49-F238E27FC236}">
                  <a16:creationId xmlns="" xmlns:a16="http://schemas.microsoft.com/office/drawing/2014/main" id="{ACED766F-A0E3-4D45-8A6E-86CCFAFA5D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>
              <a:extLst>
                <a:ext uri="{96DAC541-7B7A-43D3-8B79-37D633B846F1}">
                  <asvg:svgBlip xmlns="" xmlns:asvg="http://schemas.microsoft.com/office/drawing/2016/SVG/main" xmlns:lc="http://schemas.openxmlformats.org/drawingml/2006/lockedCanvas" r:embed="rId17"/>
                </a:ext>
              </a:extLst>
            </a:blip>
            <a:stretch>
              <a:fillRect/>
            </a:stretch>
          </p:blipFill>
          <p:spPr>
            <a:xfrm>
              <a:off x="10591033" y="741997"/>
              <a:ext cx="171450" cy="17145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="" xmlns:a16="http://schemas.microsoft.com/office/drawing/2014/main" id="{F83660F3-45D1-4CA0-BE2A-E7E6C1B794A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53170" y="749176"/>
              <a:ext cx="171451" cy="171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2409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l" defTabSz="1097236" rtl="0" eaLnBrk="1" latinLnBrk="0" hangingPunct="1">
        <a:lnSpc>
          <a:spcPct val="90000"/>
        </a:lnSpc>
        <a:spcBef>
          <a:spcPct val="0"/>
        </a:spcBef>
        <a:buNone/>
        <a:defRPr sz="5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09" indent="-274309" algn="l" defTabSz="1097236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22928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545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163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68782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3017399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017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636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254" indent="-274309" algn="l" defTabSz="1097236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18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36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645854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194472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091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291708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40326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388945" algn="l" defTabSz="1097236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109717" tIns="54858" rIns="109717" bIns="5485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x-non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3"/>
            <a:ext cx="12618720" cy="5221607"/>
          </a:xfrm>
          <a:prstGeom prst="rect">
            <a:avLst/>
          </a:prstGeom>
        </p:spPr>
        <p:txBody>
          <a:bodyPr vert="horz" lIns="109717" tIns="54858" rIns="109717" bIns="54858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x-non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4"/>
            <a:ext cx="3291840" cy="438150"/>
          </a:xfrm>
          <a:prstGeom prst="rect">
            <a:avLst/>
          </a:prstGeom>
        </p:spPr>
        <p:txBody>
          <a:bodyPr vert="horz" lIns="109717" tIns="54858" rIns="109717" bIns="54858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7A82C-AEEE-48DB-A866-3B1CA0AC9D5D}" type="datetimeFigureOut">
              <a:rPr lang="x-none" smtClean="0"/>
              <a:t>2/25/2025</a:t>
            </a:fld>
            <a:endParaRPr lang="x-non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4"/>
            <a:ext cx="4937760" cy="438150"/>
          </a:xfrm>
          <a:prstGeom prst="rect">
            <a:avLst/>
          </a:prstGeom>
        </p:spPr>
        <p:txBody>
          <a:bodyPr vert="horz" lIns="109717" tIns="54858" rIns="109717" bIns="54858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4"/>
            <a:ext cx="3291840" cy="438150"/>
          </a:xfrm>
          <a:prstGeom prst="rect">
            <a:avLst/>
          </a:prstGeom>
        </p:spPr>
        <p:txBody>
          <a:bodyPr vert="horz" lIns="109717" tIns="54858" rIns="109717" bIns="54858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9F7D7-3C9C-4146-9FA1-B77DEB44278D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0576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</p:sldLayoutIdLst>
  <p:txStyles>
    <p:titleStyle>
      <a:lvl1pPr algn="l" defTabSz="1097192" rtl="0" eaLnBrk="1" latinLnBrk="0" hangingPunct="1">
        <a:lnSpc>
          <a:spcPct val="90000"/>
        </a:lnSpc>
        <a:spcBef>
          <a:spcPct val="0"/>
        </a:spcBef>
        <a:buNone/>
        <a:defRPr sz="5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298" indent="-274298" algn="l" defTabSz="1097192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822895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490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086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68683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3017279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565874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471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068" indent="-274298" algn="l" defTabSz="1097192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48596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192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645788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194385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742982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291576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840173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388770" algn="l" defTabSz="1097192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8.png"/><Relationship Id="rId5" Type="http://schemas.openxmlformats.org/officeDocument/2006/relationships/image" Target="../media/image27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8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8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771076" cy="822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94366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200263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Differentiating Learning Paradigms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760351"/>
            <a:ext cx="7556421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journey into the world of machine learning. This presentation explores the nuances of Supervised, Unsupervised, Semi-Supervised, and Reinforcement Learning. Each paradigm offers unique approaches to problem-solving. Understand when to apply each for optimal results.</a:t>
            </a:r>
            <a:endParaRPr lang="en-US" sz="17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4728874" cy="12136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07102"/>
            <a:ext cx="5486400" cy="592249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869" y="1322363"/>
            <a:ext cx="12458288" cy="394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650"/>
              </a:lnSpc>
              <a:buNone/>
            </a:pPr>
            <a:r>
              <a:rPr lang="en-US" sz="37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Landscape of Machine Learning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666869" y="2002274"/>
            <a:ext cx="78102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learning is a vast field. It has diverse techniques for extracting knowledge from data. We will navigate the primary categories of learning algorithms. Each category addresses different types of problems.</a:t>
            </a:r>
            <a:endParaRPr lang="en-US" sz="15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69" y="3130987"/>
            <a:ext cx="952619" cy="114323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05238" y="3321487"/>
            <a:ext cx="2381726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Supervised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1905238" y="3733443"/>
            <a:ext cx="657189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from labeled data.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69" y="4274225"/>
            <a:ext cx="952619" cy="114323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905238" y="4464725"/>
            <a:ext cx="2381726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Unsupervised</a:t>
            </a:r>
            <a:endParaRPr lang="en-US" sz="1850" dirty="0"/>
          </a:p>
        </p:txBody>
      </p:sp>
      <p:sp>
        <p:nvSpPr>
          <p:cNvPr id="10" name="Text 5"/>
          <p:cNvSpPr/>
          <p:nvPr/>
        </p:nvSpPr>
        <p:spPr>
          <a:xfrm>
            <a:off x="1905238" y="4876681"/>
            <a:ext cx="657189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Discovering hidden structures.</a:t>
            </a:r>
            <a:endParaRPr lang="en-US" sz="15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69" y="5417463"/>
            <a:ext cx="952619" cy="114323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905238" y="5607963"/>
            <a:ext cx="2381726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Semi-Supervised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1905238" y="6019919"/>
            <a:ext cx="657189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Combining labeled and unlabeled data.</a:t>
            </a:r>
            <a:endParaRPr lang="en-US" sz="15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869" y="6560701"/>
            <a:ext cx="952619" cy="114323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905238" y="6751201"/>
            <a:ext cx="2381726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Reinforcement</a:t>
            </a:r>
            <a:endParaRPr lang="en-US" sz="1850" dirty="0"/>
          </a:p>
        </p:txBody>
      </p:sp>
      <p:sp>
        <p:nvSpPr>
          <p:cNvPr id="16" name="Text 9"/>
          <p:cNvSpPr/>
          <p:nvPr/>
        </p:nvSpPr>
        <p:spPr>
          <a:xfrm>
            <a:off x="1905238" y="7163157"/>
            <a:ext cx="657189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through interaction.</a:t>
            </a:r>
            <a:endParaRPr lang="en-US" sz="15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4294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71334"/>
            <a:ext cx="5486400" cy="54582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16062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Learning from Labeled Data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918341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 uses labeled datasets. It maps inputs to outputs. The algorithm learns from examples. It then predicts new, unseen data. Labeled data is crucial for effective learning.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4517350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61998" y="4602361"/>
            <a:ext cx="14668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7017306" y="45173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Labeled Datasets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17306" y="5007769"/>
            <a:ext cx="292774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with pre-defined answers.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10171867" y="4517350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319861" y="4602361"/>
            <a:ext cx="21419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10908983" y="451735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Mapping Inputs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0908983" y="5007769"/>
            <a:ext cx="292774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relationships between data points.</a:t>
            </a:r>
            <a:endParaRPr lang="en-US" sz="1750" dirty="0"/>
          </a:p>
        </p:txBody>
      </p:sp>
      <p:sp>
        <p:nvSpPr>
          <p:cNvPr id="13" name="Shape 10"/>
          <p:cNvSpPr/>
          <p:nvPr/>
        </p:nvSpPr>
        <p:spPr>
          <a:xfrm>
            <a:off x="6280190" y="6215539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25446" y="6300549"/>
            <a:ext cx="219670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5" name="Text 12"/>
          <p:cNvSpPr/>
          <p:nvPr/>
        </p:nvSpPr>
        <p:spPr>
          <a:xfrm>
            <a:off x="7017306" y="621553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Predicting New Data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17306" y="6705957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learned knowledge to unseen examples.</a:t>
            </a:r>
            <a:endParaRPr lang="en-US" sz="175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55652"/>
            <a:ext cx="821900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Classification and Regression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1805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Classification assigns data to categories. Examples include spam detection and image recognition. Regression predicts continuous values. Examples are stock prices and sales forecasts. Both are key applications.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Classification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530697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Assigning data points to categories.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599521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Regression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599521" y="530697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Predicting continuous values.</a:t>
            </a:r>
            <a:endParaRPr lang="en-US" sz="175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71077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3493413"/>
            <a:ext cx="1158371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Common Supervised Learning Algorithms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542353"/>
            <a:ext cx="130428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Algorithms are essential to supervised learning. Linear Regression finds relationships between variables. Support Vector Machines (SVM) classify data by finding optimal boundaries. Neural Networks learn complex patterns through interconnected nodes.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5886212"/>
            <a:ext cx="4196358" cy="1685092"/>
          </a:xfrm>
          <a:prstGeom prst="roundRect">
            <a:avLst>
              <a:gd name="adj" fmla="val 5654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28224" y="6120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Linear Regression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8224" y="6611064"/>
            <a:ext cx="372749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Finds linear relationships.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5886212"/>
            <a:ext cx="4196358" cy="1685092"/>
          </a:xfrm>
          <a:prstGeom prst="roundRect">
            <a:avLst>
              <a:gd name="adj" fmla="val 5654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51396" y="6120646"/>
            <a:ext cx="352436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Support Vector Machines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51396" y="6611064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Classifies data with optimal boundaries.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5886212"/>
            <a:ext cx="4196358" cy="1685092"/>
          </a:xfrm>
          <a:prstGeom prst="roundRect">
            <a:avLst>
              <a:gd name="adj" fmla="val 5654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74568" y="6120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Neural Networks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874568" y="6611064"/>
            <a:ext cx="372749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Learns complex patterns.</a:t>
            </a:r>
            <a:endParaRPr lang="en-US" sz="175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03659"/>
            <a:ext cx="5486400" cy="56259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554718"/>
            <a:ext cx="75471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Predicting Customer Churn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603659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 predicts customer churn. It analyzes past customer data. It identifies patterns of churn behavior. Businesses can take proactive measures. They can retain at-risk customers. Reduce customer churn.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4310420"/>
            <a:ext cx="566976" cy="566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280190" y="5104209"/>
            <a:ext cx="22919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Analysis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6280190" y="5594628"/>
            <a:ext cx="22919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Analyzing past customer data.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304" y="4310420"/>
            <a:ext cx="566976" cy="5669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912304" y="5104209"/>
            <a:ext cx="2292072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Pattern Identification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912304" y="5948958"/>
            <a:ext cx="229207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Identifying patterns of churn.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44538" y="4310420"/>
            <a:ext cx="566976" cy="56697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544538" y="5104209"/>
            <a:ext cx="2291953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Proactive Measures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11544538" y="5948958"/>
            <a:ext cx="229195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Retaining at-risk customers.</a:t>
            </a:r>
            <a:endParaRPr lang="en-US" sz="175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813280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8057" y="2823567"/>
            <a:ext cx="6936581" cy="578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4550"/>
              </a:lnSpc>
              <a:buNone/>
            </a:pPr>
            <a:r>
              <a:rPr lang="en-US" sz="36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Discovering Hidden Structures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648057" y="3679865"/>
            <a:ext cx="13334286" cy="592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sz="14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 learning uncovers hidden patterns. It analyzes unlabeled data. It finds clusters and reduces dimensionality. No pre-defined labels are needed. This reveals insights and structures.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7303770" y="4480560"/>
            <a:ext cx="22860" cy="3240167"/>
          </a:xfrm>
          <a:prstGeom prst="roundRect">
            <a:avLst>
              <a:gd name="adj" fmla="val 340199"/>
            </a:avLst>
          </a:prstGeom>
          <a:solidFill>
            <a:srgbClr val="E5DCB2"/>
          </a:solidFill>
          <a:ln/>
        </p:spPr>
      </p:sp>
      <p:sp>
        <p:nvSpPr>
          <p:cNvPr id="6" name="Shape 3"/>
          <p:cNvSpPr/>
          <p:nvPr/>
        </p:nvSpPr>
        <p:spPr>
          <a:xfrm>
            <a:off x="6481703" y="4885611"/>
            <a:ext cx="648057" cy="22860"/>
          </a:xfrm>
          <a:prstGeom prst="roundRect">
            <a:avLst>
              <a:gd name="adj" fmla="val 340199"/>
            </a:avLst>
          </a:prstGeom>
          <a:solidFill>
            <a:srgbClr val="E5DCB2"/>
          </a:solidFill>
          <a:ln/>
        </p:spPr>
      </p:sp>
      <p:sp>
        <p:nvSpPr>
          <p:cNvPr id="7" name="Shape 4"/>
          <p:cNvSpPr/>
          <p:nvPr/>
        </p:nvSpPr>
        <p:spPr>
          <a:xfrm>
            <a:off x="7106900" y="4688800"/>
            <a:ext cx="416600" cy="416600"/>
          </a:xfrm>
          <a:prstGeom prst="roundRect">
            <a:avLst>
              <a:gd name="adj" fmla="val 18668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55252" y="4758214"/>
            <a:ext cx="119777" cy="277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3982403" y="4665702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Unlabeled Data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8057" y="5066109"/>
            <a:ext cx="5648801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4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Analyzing data without pre-defined answers.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500640" y="5811322"/>
            <a:ext cx="648057" cy="22860"/>
          </a:xfrm>
          <a:prstGeom prst="roundRect">
            <a:avLst>
              <a:gd name="adj" fmla="val 340199"/>
            </a:avLst>
          </a:prstGeom>
          <a:solidFill>
            <a:srgbClr val="E5DCB2"/>
          </a:solidFill>
          <a:ln/>
        </p:spPr>
      </p:sp>
      <p:sp>
        <p:nvSpPr>
          <p:cNvPr id="12" name="Shape 9"/>
          <p:cNvSpPr/>
          <p:nvPr/>
        </p:nvSpPr>
        <p:spPr>
          <a:xfrm>
            <a:off x="7106900" y="5614511"/>
            <a:ext cx="416600" cy="416600"/>
          </a:xfrm>
          <a:prstGeom prst="roundRect">
            <a:avLst>
              <a:gd name="adj" fmla="val 18668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27749" y="5683925"/>
            <a:ext cx="174784" cy="277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150" dirty="0"/>
          </a:p>
        </p:txBody>
      </p:sp>
      <p:sp>
        <p:nvSpPr>
          <p:cNvPr id="14" name="Text 11"/>
          <p:cNvSpPr/>
          <p:nvPr/>
        </p:nvSpPr>
        <p:spPr>
          <a:xfrm>
            <a:off x="8333542" y="5591413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Cluster Finding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333542" y="5991820"/>
            <a:ext cx="5648801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Grouping similar data points.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81703" y="6644521"/>
            <a:ext cx="648057" cy="22860"/>
          </a:xfrm>
          <a:prstGeom prst="roundRect">
            <a:avLst>
              <a:gd name="adj" fmla="val 340199"/>
            </a:avLst>
          </a:prstGeom>
          <a:solidFill>
            <a:srgbClr val="E5DCB2"/>
          </a:solidFill>
          <a:ln/>
        </p:spPr>
      </p:sp>
      <p:sp>
        <p:nvSpPr>
          <p:cNvPr id="17" name="Shape 14"/>
          <p:cNvSpPr/>
          <p:nvPr/>
        </p:nvSpPr>
        <p:spPr>
          <a:xfrm>
            <a:off x="7106900" y="6447711"/>
            <a:ext cx="416600" cy="416600"/>
          </a:xfrm>
          <a:prstGeom prst="roundRect">
            <a:avLst>
              <a:gd name="adj" fmla="val 18668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225486" y="6517124"/>
            <a:ext cx="179308" cy="2777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50" dirty="0"/>
          </a:p>
        </p:txBody>
      </p:sp>
      <p:sp>
        <p:nvSpPr>
          <p:cNvPr id="19" name="Text 16"/>
          <p:cNvSpPr/>
          <p:nvPr/>
        </p:nvSpPr>
        <p:spPr>
          <a:xfrm>
            <a:off x="3406140" y="6424613"/>
            <a:ext cx="2890718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Dimensionality Reduction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8057" y="6825020"/>
            <a:ext cx="5648801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4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Simplifying complex data.</a:t>
            </a:r>
            <a:endParaRPr lang="en-US" sz="145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827348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41774"/>
            <a:ext cx="11274266" cy="581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Clustering and Dimensionality Reduction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92297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Clustering groups similar data points together. Customer segmentation is a practical application. Dimensionality reduction simplifies data. It reduces noise and improves algorithm performance. Both are vital techniques.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1743789" y="50091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Clustering</a:t>
            </a:r>
            <a:endParaRPr lang="en-US" sz="2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79877" y="4684871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937790" y="37829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Segmentation</a:t>
            </a:r>
            <a:endParaRPr lang="en-US" sz="2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50793" y="3733800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937790" y="62355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Reduction</a:t>
            </a:r>
            <a:endParaRPr lang="en-US" sz="2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653" y="3587262"/>
            <a:ext cx="4564975" cy="38816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72638" y="6459974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053"/>
            <a:ext cx="1474294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4508"/>
            <a:ext cx="1229796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Common Unsupervised Learning Algorithms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3691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K-Means clustering groups data into K clusters. Principal Component Analysis (PCA) reduces dimensionality. It identifies key components. Association Rule Mining finds relationships between items. Each has unique applications.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3917871"/>
            <a:ext cx="2152055" cy="8079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993237" y="4182189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357217" y="4144685"/>
            <a:ext cx="333017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Association Rule Mining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187077" y="4738926"/>
            <a:ext cx="8592860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81" y="4782503"/>
            <a:ext cx="4304109" cy="8079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65138" y="4959668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433304" y="5009317"/>
            <a:ext cx="505360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Principal Component Analysis (PCA)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263164" y="5603558"/>
            <a:ext cx="7516773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94" y="5647134"/>
            <a:ext cx="6456164" cy="8079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62757" y="5824299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509272" y="5873948"/>
            <a:ext cx="275713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K-Means Clustering</a:t>
            </a:r>
            <a:endParaRPr lang="en-US" sz="22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57009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124222"/>
            <a:ext cx="5486400" cy="61053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9046" y="1049952"/>
            <a:ext cx="67370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Customer Segmentation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1744504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 learning segments customers. It groups them by behavior and preferences. This informs marketing and product strategies. It helps businesses target specific segments effectively. Increase customer satisfaction and loyalty.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451265"/>
            <a:ext cx="1134070" cy="13608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268022" y="3678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Grouping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268022" y="4168497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 by behavior.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812149"/>
            <a:ext cx="1134070" cy="13608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268022" y="50389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Informing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2268022" y="5529382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strategies.</a:t>
            </a:r>
            <a:endParaRPr lang="en-US" sz="1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6173033"/>
            <a:ext cx="1134070" cy="13608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268022" y="63998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Targeting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2268022" y="6890266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segments.</a:t>
            </a:r>
            <a:endParaRPr lang="en-US" sz="175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6061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17834"/>
            <a:ext cx="1235333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Leveraging Both Labeled and Unlabeled Data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8024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 uses both. It trains models with limited labels. It leverages the abundance of unlabeled data. This improves accuracy and efficiency. It addresses the challenge of scarce labeled data.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861197"/>
            <a:ext cx="2173724" cy="807958"/>
          </a:xfrm>
          <a:prstGeom prst="roundRect">
            <a:avLst>
              <a:gd name="adj" fmla="val 11791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8224" y="4038362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194328" y="4088011"/>
            <a:ext cx="138600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Efficiency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080861" y="4653915"/>
            <a:ext cx="10642402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sp>
        <p:nvSpPr>
          <p:cNvPr id="8" name="Shape 6"/>
          <p:cNvSpPr/>
          <p:nvPr/>
        </p:nvSpPr>
        <p:spPr>
          <a:xfrm>
            <a:off x="793790" y="4782503"/>
            <a:ext cx="4347567" cy="807958"/>
          </a:xfrm>
          <a:prstGeom prst="roundRect">
            <a:avLst>
              <a:gd name="adj" fmla="val 11791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8224" y="4959668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68171" y="5009317"/>
            <a:ext cx="132326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254704" y="5575221"/>
            <a:ext cx="8468558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sp>
        <p:nvSpPr>
          <p:cNvPr id="12" name="Shape 10"/>
          <p:cNvSpPr/>
          <p:nvPr/>
        </p:nvSpPr>
        <p:spPr>
          <a:xfrm>
            <a:off x="793790" y="5703808"/>
            <a:ext cx="6521410" cy="807958"/>
          </a:xfrm>
          <a:prstGeom prst="roundRect">
            <a:avLst>
              <a:gd name="adj" fmla="val 11791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224" y="5880973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542014" y="5930622"/>
            <a:ext cx="199572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Limited Labels</a:t>
            </a:r>
            <a:endParaRPr lang="en-US" sz="22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5" y="0"/>
            <a:ext cx="1476362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55652"/>
            <a:ext cx="821674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Power of Combining Data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1805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Combining labeled and unlabeled data is powerful. It improves model generalization and performance. Labeled data provides structure and guidance. Unlabeled data expands the dataset. It enhances robustness and adaptability.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Generalization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Improves model performance.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332928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Guidance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32928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Labeled data provides structure.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9872067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Adaptability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872067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Enhances robustness.</a:t>
            </a:r>
            <a:endParaRPr lang="en-US" sz="175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6313" y="0"/>
            <a:ext cx="14811458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16062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Semi-Supervised Learning Techniques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918341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Pseudo-labeling assigns labels to unlabeled data. Self-training iteratively refines the model. It uses its own predictions. These techniques enhance learning. They maximize the use of available data.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4880253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61998" y="4965263"/>
            <a:ext cx="14668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7017306" y="48802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Pseudo-Labeling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017306" y="5370671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Assigns labels to unlabeled data.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6280190" y="6215539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28184" y="6300549"/>
            <a:ext cx="21419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7017306" y="621553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Self-Training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017306" y="6705957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Iteratively refines the model.</a:t>
            </a:r>
            <a:endParaRPr lang="en-US" sz="1750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222"/>
            <a:ext cx="1479921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693914"/>
            <a:ext cx="105625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Image Classification with Limited Data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74285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 classifies images. It is useful with limited labeled examples. It leverages unlabeled images for better performance. Applications include medical imaging and satellite imagery. Maximize data usage.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5723811"/>
            <a:ext cx="566976" cy="566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3790" y="65176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Medical Imaging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7008019"/>
            <a:ext cx="63512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Classifying medical scans.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5221" y="5723811"/>
            <a:ext cx="566976" cy="5669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85221" y="651760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Satellite Imagery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7485221" y="7008019"/>
            <a:ext cx="63513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Analyzing satellite data.</a:t>
            </a:r>
            <a:endParaRPr lang="en-US" sz="175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843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90607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Learning through Interaction and Reward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663791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Reinforcement learning trains agents. It learns through interaction with an environment. The agent receives rewards or penalties. It optimizes its actions over time. Goal: maximize cumulative reward.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5007650"/>
            <a:ext cx="7556421" cy="1315879"/>
          </a:xfrm>
          <a:prstGeom prst="roundRect">
            <a:avLst>
              <a:gd name="adj" fmla="val 724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1410" y="5015270"/>
            <a:ext cx="7540347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29057" y="515897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3546038" y="5158978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6059210" y="515897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Reward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801410" y="5665589"/>
            <a:ext cx="7540347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029057" y="580929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Learns actions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3546038" y="5809298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feedback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6059210" y="580929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Guides learning</a:t>
            </a:r>
            <a:endParaRPr lang="en-US" sz="1750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843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89" y="1214199"/>
            <a:ext cx="1224010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Components of Reinforcement Learning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922978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makes decisions. The environment provides context and feedback. The reward signals success or failure. Policy defines the agent’s strategy. These components are interconnected.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1857256" y="37829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Agent</a:t>
            </a:r>
            <a:endParaRPr lang="en-US" sz="2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35197" y="3652361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937790" y="37829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Environment</a:t>
            </a:r>
            <a:endParaRPr lang="en-US" sz="2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533090" y="4040862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937790" y="62355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Reward</a:t>
            </a:r>
            <a:endParaRPr lang="en-US" sz="2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142208" y="6266736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8"/>
          <p:cNvSpPr/>
          <p:nvPr/>
        </p:nvSpPr>
        <p:spPr>
          <a:xfrm>
            <a:off x="1857256" y="62355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Policy</a:t>
            </a:r>
            <a:endParaRPr lang="en-US" sz="2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2653" y="2903934"/>
            <a:ext cx="4564975" cy="456497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912048" y="5878235"/>
            <a:ext cx="19169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22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053"/>
            <a:ext cx="1484141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16114"/>
            <a:ext cx="7556421" cy="1352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Reinforcement Learning Algorithms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708910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Q-Learning learns optimal actions. Deep Q-Networks (DQN) use neural networks. Policy Gradients optimize policies directly. These algorithms drive advances. They are used across diverse applications.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4052768"/>
            <a:ext cx="3664863" cy="1676519"/>
          </a:xfrm>
          <a:prstGeom prst="roundRect">
            <a:avLst>
              <a:gd name="adj" fmla="val 5682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14624" y="42872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Q-Learning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14624" y="4777621"/>
            <a:ext cx="31959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Learns optimal actions.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10171867" y="4052768"/>
            <a:ext cx="3664863" cy="1676519"/>
          </a:xfrm>
          <a:prstGeom prst="roundRect">
            <a:avLst>
              <a:gd name="adj" fmla="val 5682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06301" y="4287203"/>
            <a:ext cx="319599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Deep Q-Networks (DQN)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406301" y="5131951"/>
            <a:ext cx="31959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Uses neural networks.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6280190" y="5956102"/>
            <a:ext cx="7556421" cy="1322189"/>
          </a:xfrm>
          <a:prstGeom prst="roundRect">
            <a:avLst>
              <a:gd name="adj" fmla="val 7205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14624" y="61905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Policy Gradients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14624" y="6680954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Optimizes policies directly.</a:t>
            </a:r>
            <a:endParaRPr lang="en-US" sz="1750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1765" y="-99898"/>
            <a:ext cx="14987248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55652"/>
            <a:ext cx="961929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Training an AI to Play Video Games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518059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Reinforcement learning trains AI. It masters complex video games. The AI learns through trial and error. It adapts to game dynamics. It optimizes strategies for high scores. Achieves human-level performance.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Trial and Error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through experimentation.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332928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Adaptation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32928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Adjusting to game dynamics.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9872067" y="472582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Optimization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872067" y="5306973"/>
            <a:ext cx="39781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Maximizing scores.</a:t>
            </a:r>
            <a:endParaRPr lang="en-US" sz="1750" dirty="0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813280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0670"/>
            <a:ext cx="5486400" cy="72589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39946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Supervised vs. Unsupervised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157180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 uses labeled data. Unsupervised learning uses unlabeled data. Supervised learning predicts outputs. Unsupervised learning discovers patterns. Each serves different purposes. Choose wisely.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80190" y="4863941"/>
            <a:ext cx="7556421" cy="1966198"/>
          </a:xfrm>
          <a:prstGeom prst="roundRect">
            <a:avLst>
              <a:gd name="adj" fmla="val 484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87810" y="4871561"/>
            <a:ext cx="7540347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515457" y="5015270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Characteristic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9032438" y="5015270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11545610" y="5015270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7810" y="5521881"/>
            <a:ext cx="7540347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515457" y="5665589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9032438" y="5665589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Labeled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11545610" y="5665589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Unlabeled</a:t>
            </a:r>
            <a:endParaRPr lang="en-US" sz="1750" dirty="0"/>
          </a:p>
        </p:txBody>
      </p:sp>
      <p:sp>
        <p:nvSpPr>
          <p:cNvPr id="14" name="Shape 11"/>
          <p:cNvSpPr/>
          <p:nvPr/>
        </p:nvSpPr>
        <p:spPr>
          <a:xfrm>
            <a:off x="6287810" y="6172200"/>
            <a:ext cx="7540347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6515457" y="631590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9032438" y="6315908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Prediction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11545610" y="6315908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Discovery</a:t>
            </a:r>
            <a:endParaRPr lang="en-US" sz="1750" dirty="0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3766"/>
            <a:ext cx="1479921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40303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Feature Engineering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451973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engineering is crucial. Supervised learning requires relevant features. Unsupervised learning benefits from reduced noise. Select features carefully. Enhance model performance. Improve insights.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3795832"/>
            <a:ext cx="1134070" cy="16698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54422" y="402264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Relevance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754422" y="4513064"/>
            <a:ext cx="60821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 needs clear and understandable data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190" y="5465683"/>
            <a:ext cx="1134070" cy="13608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754422" y="56924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Noise Reduction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7754422" y="6182916"/>
            <a:ext cx="6082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 Learning benefits from noise reduction</a:t>
            </a:r>
            <a:endParaRPr lang="en-US" sz="1750" dirty="0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7293"/>
            <a:ext cx="14757009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9317"/>
            <a:ext cx="14630400" cy="21459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963233"/>
            <a:ext cx="851904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Evaluating Model Performance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501217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 uses accuracy, precision, and recall. Unsupervised learning uses silhouette score and Davies-Bouldin index. Choose appropriate metrics. Understand model strengths and weaknesses. Fine-tune algorithms.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624828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5598" y="6333292"/>
            <a:ext cx="14668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1530906" y="62482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Accuracy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30906" y="6738699"/>
            <a:ext cx="345924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overall correctness.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5216962" y="624828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64956" y="6333292"/>
            <a:ext cx="21419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5954078" y="62482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Precision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954078" y="6738699"/>
            <a:ext cx="345924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positive predictions.</a:t>
            </a:r>
            <a:endParaRPr lang="en-US" sz="1750" dirty="0"/>
          </a:p>
        </p:txBody>
      </p:sp>
      <p:sp>
        <p:nvSpPr>
          <p:cNvPr id="13" name="Shape 10"/>
          <p:cNvSpPr/>
          <p:nvPr/>
        </p:nvSpPr>
        <p:spPr>
          <a:xfrm>
            <a:off x="9640133" y="624828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85390" y="6333292"/>
            <a:ext cx="219670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650" dirty="0"/>
          </a:p>
        </p:txBody>
      </p:sp>
      <p:sp>
        <p:nvSpPr>
          <p:cNvPr id="15" name="Text 12"/>
          <p:cNvSpPr/>
          <p:nvPr/>
        </p:nvSpPr>
        <p:spPr>
          <a:xfrm>
            <a:off x="10377249" y="62482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Recall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0377249" y="6738699"/>
            <a:ext cx="345924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true positives.</a:t>
            </a:r>
            <a:endParaRPr lang="en-US" sz="1750" dirty="0"/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3117" y="-85249"/>
            <a:ext cx="14996397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89" y="1287066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Semi-Supervised vs. Reinforcement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704624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 combines data types. Reinforcement learning learns through interaction. Semi-supervised enhances limited labels. Reinforcement optimizes actions. Different approaches for different challenges.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4411385"/>
            <a:ext cx="7556421" cy="1322189"/>
          </a:xfrm>
          <a:prstGeom prst="roundRect">
            <a:avLst>
              <a:gd name="adj" fmla="val 7205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28224" y="464581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Combination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8224" y="5136237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leverages labeled/unlabeled data.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793790" y="5960388"/>
            <a:ext cx="7556421" cy="1322189"/>
          </a:xfrm>
          <a:prstGeom prst="roundRect">
            <a:avLst>
              <a:gd name="adj" fmla="val 7205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8224" y="61948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Interaction Learning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28224" y="6685240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Reinforcement learns through environment interaction.</a:t>
            </a:r>
            <a:endParaRPr lang="en-US" sz="1750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171" y="1117164"/>
            <a:ext cx="5376863" cy="672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Requirements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752713" y="1757720"/>
            <a:ext cx="7638574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16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 needs both types. Reinforcement learning needs an environment. Semi-supervised benefits from more data. Reinforcement benefits from structured environments. Choose data strategically.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752713" y="3139083"/>
            <a:ext cx="7638574" cy="709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55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5550" dirty="0"/>
          </a:p>
        </p:txBody>
      </p:sp>
      <p:sp>
        <p:nvSpPr>
          <p:cNvPr id="6" name="Text 3"/>
          <p:cNvSpPr/>
          <p:nvPr/>
        </p:nvSpPr>
        <p:spPr>
          <a:xfrm>
            <a:off x="3227784" y="4117538"/>
            <a:ext cx="2688431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Types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52713" y="4582478"/>
            <a:ext cx="7638574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6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752713" y="5679162"/>
            <a:ext cx="7638574" cy="7097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55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5550" dirty="0"/>
          </a:p>
        </p:txBody>
      </p:sp>
      <p:sp>
        <p:nvSpPr>
          <p:cNvPr id="9" name="Text 6"/>
          <p:cNvSpPr/>
          <p:nvPr/>
        </p:nvSpPr>
        <p:spPr>
          <a:xfrm>
            <a:off x="3227784" y="6657618"/>
            <a:ext cx="2688431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Environment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52713" y="7122557"/>
            <a:ext cx="7638574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6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Reinforcement Learning</a:t>
            </a:r>
            <a:endParaRPr lang="en-US" sz="1650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6688"/>
            <a:ext cx="1479921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049952"/>
            <a:ext cx="5486400" cy="71796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112469"/>
            <a:ext cx="608707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Application Scenarios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1744504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Supervised: classification and regression. Unsupervised: clustering and dimensionality reduction. Semi-supervised: limited labeled data. Reinforcement: sequential decision making. Match approach to problem.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451265"/>
            <a:ext cx="1134070" cy="13608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268022" y="36780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Classification</a:t>
            </a:r>
            <a:endParaRPr lang="en-US" sz="2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812149"/>
            <a:ext cx="1134070" cy="136088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268022" y="50389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Clustering</a:t>
            </a:r>
            <a:endParaRPr lang="en-US" sz="2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6173033"/>
            <a:ext cx="1134070" cy="1360884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268022" y="6399848"/>
            <a:ext cx="383857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Sequential Decision Making</a:t>
            </a:r>
            <a:endParaRPr lang="en-US" sz="2200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544"/>
            <a:ext cx="14785145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048047"/>
            <a:ext cx="5486400" cy="7181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6280" y="1035248"/>
            <a:ext cx="5624512" cy="639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Ethical Considerations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716280" y="1674733"/>
            <a:ext cx="7711440" cy="982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16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paradigm raises ethical questions. Supervised data can reflect bias. Unsupervised data must be used responsibly. Semi-supervised methods need careful evaluation. Reinforcement learning needs fair reward structures.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16280" y="3117294"/>
            <a:ext cx="460415" cy="460415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0229" y="3193971"/>
            <a:ext cx="132398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81244" y="3117294"/>
            <a:ext cx="2558177" cy="319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Bias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81244" y="3559850"/>
            <a:ext cx="7046476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16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learning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6280" y="4321969"/>
            <a:ext cx="460415" cy="460415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9868" y="4398645"/>
            <a:ext cx="193119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381244" y="4321969"/>
            <a:ext cx="2558177" cy="319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Responsible Use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81244" y="4764524"/>
            <a:ext cx="7046476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16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 learning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6280" y="5526643"/>
            <a:ext cx="460415" cy="460415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7368" y="5603319"/>
            <a:ext cx="198120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381244" y="5526643"/>
            <a:ext cx="2558177" cy="319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Careful Evaluation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381244" y="5969198"/>
            <a:ext cx="7046476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16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Semi-supervised learning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16280" y="6731318"/>
            <a:ext cx="460415" cy="460415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2724" y="6807994"/>
            <a:ext cx="207526" cy="306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381244" y="6731318"/>
            <a:ext cx="2558177" cy="319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Fair Rewards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381244" y="7173873"/>
            <a:ext cx="7046476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160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Reinforcement learning</a:t>
            </a:r>
            <a:endParaRPr lang="en-US" sz="1600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6219" y="0"/>
            <a:ext cx="14856619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4508"/>
            <a:ext cx="652855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Bias in Supervised Data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3691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Supervised data can contain bias. It reflects societal prejudices. Bias affects model fairness and accuracy. Mitigate bias through careful data collection. Implement bias detection techniques.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3917871"/>
            <a:ext cx="2152055" cy="8079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993237" y="4182189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357217" y="4144685"/>
            <a:ext cx="178058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Mitigate bias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187077" y="4738926"/>
            <a:ext cx="8592860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81" y="4782503"/>
            <a:ext cx="4304109" cy="8079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65138" y="4959668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433304" y="5009317"/>
            <a:ext cx="56786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Bias affects model fairness and accuracy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263164" y="5603558"/>
            <a:ext cx="7516773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94" y="5647134"/>
            <a:ext cx="6456164" cy="8079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62757" y="5824299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509272" y="5873948"/>
            <a:ext cx="22880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Supervised Data</a:t>
            </a:r>
            <a:endParaRPr lang="en-US" sz="2200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71077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083212"/>
            <a:ext cx="5486400" cy="71463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39946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Responsible Use of Unsupervised Learning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157180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Unsupervised learning discovers patterns. It must be used ethically. Avoid reinforcing stereotypes. Protect privacy and confidentiality. Ensure fair and transparent applications. Promote responsible data exploration.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4863941"/>
            <a:ext cx="7556421" cy="1966198"/>
          </a:xfrm>
          <a:prstGeom prst="roundRect">
            <a:avLst>
              <a:gd name="adj" fmla="val 4845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1410" y="4871561"/>
            <a:ext cx="75411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28224" y="5015270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4802624" y="5015270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801410" y="5521881"/>
            <a:ext cx="7541181" cy="6503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028224" y="5665589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stereotypes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4802624" y="5665589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Ethical use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801410" y="6172200"/>
            <a:ext cx="7541181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028224" y="6315908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privacy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4802624" y="6315908"/>
            <a:ext cx="331315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Confidentiality</a:t>
            </a:r>
            <a:endParaRPr lang="en-US" sz="1750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" y="0"/>
            <a:ext cx="14822943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209822"/>
            <a:ext cx="5486400" cy="70197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559004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Future of Machine Learning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316724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learning evolves rapidly. Trends include AutoML and federated learning. Innovations address scalability and privacy. Expect more automation and decentralized approaches. The future looks promising.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5023485"/>
            <a:ext cx="566976" cy="566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3790" y="581727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AutoML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6307693"/>
            <a:ext cx="36080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machine learning.</a:t>
            </a:r>
            <a:endParaRPr lang="en-US" sz="1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021" y="5023485"/>
            <a:ext cx="566976" cy="56697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742021" y="581727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Federated Learning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4742021" y="6307693"/>
            <a:ext cx="360818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Decentralized approaches.</a:t>
            </a:r>
            <a:endParaRPr lang="en-US" sz="1750" dirty="0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6198" y="0"/>
            <a:ext cx="14855410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31852"/>
            <a:ext cx="5486400" cy="65977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5150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Emerging Research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564011"/>
            <a:ext cx="75564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focuses on robustness and explainability. New methods address adversarial attacks. Interpretability enhances trust and transparency. Focus on reliable and understandable AI. Promote ethical development.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4525923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5598" y="4610933"/>
            <a:ext cx="146685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1530906" y="452592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Robustness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30906" y="5016341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Protecting against attacks.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793790" y="5861209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FFF6CC"/>
          </a:solidFill>
          <a:ln w="7620">
            <a:solidFill>
              <a:srgbClr val="E5DC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41784" y="5946219"/>
            <a:ext cx="214193" cy="340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1530906" y="586120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Explainability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530906" y="6351627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Enhancing transparency.</a:t>
            </a:r>
            <a:endParaRPr lang="en-US" sz="1750" dirty="0"/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701532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585792"/>
            <a:ext cx="5486400" cy="66438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978" y="123140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Q&amp;A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1925955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to answer your questions. Clarify concepts and address concerns. Engage in open discussion. Share insights and experiences. Promote understanding and collaboration.</a:t>
            </a:r>
            <a:endParaRPr lang="en-US" sz="17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269813"/>
            <a:ext cx="1134070" cy="13608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268022" y="34966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Clarify Concepts</a:t>
            </a:r>
            <a:endParaRPr lang="en-US" sz="2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630698"/>
            <a:ext cx="1134070" cy="136088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268022" y="48575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Address Concerns</a:t>
            </a:r>
            <a:endParaRPr lang="en-US" sz="2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5991582"/>
            <a:ext cx="1134070" cy="1360884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268022" y="6218396"/>
            <a:ext cx="329755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Promote Understanding</a:t>
            </a:r>
            <a:endParaRPr lang="en-US" sz="2200" dirty="0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403" y="-87173"/>
            <a:ext cx="14871480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4508"/>
            <a:ext cx="802600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Choosing the Right Paradigm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36915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50"/>
              </a:lnSpc>
              <a:buNone/>
            </a:pPr>
            <a:r>
              <a:rPr lang="en-US" sz="1750" dirty="0">
                <a:solidFill>
                  <a:srgbClr val="0141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the learning paradigm carefully. Consider data availability and problem type. Supervised, unsupervised, semi-supervised, and reinforcement learning. Each offers unique advantages. Apply them effectively.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3917871"/>
            <a:ext cx="2152055" cy="8079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993237" y="4182189"/>
            <a:ext cx="122277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357217" y="4144685"/>
            <a:ext cx="236612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Apply Effectively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187077" y="4738926"/>
            <a:ext cx="8592860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81" y="4782503"/>
            <a:ext cx="4304109" cy="8079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65138" y="4959668"/>
            <a:ext cx="178356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6433304" y="5009317"/>
            <a:ext cx="376654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Consider Data and Problem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263164" y="5603558"/>
            <a:ext cx="7516773" cy="15240"/>
          </a:xfrm>
          <a:prstGeom prst="roundRect">
            <a:avLst>
              <a:gd name="adj" fmla="val 625116"/>
            </a:avLst>
          </a:prstGeom>
          <a:solidFill>
            <a:srgbClr val="E5DCB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94" y="5647134"/>
            <a:ext cx="6456164" cy="8079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62757" y="5824299"/>
            <a:ext cx="182999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509272" y="5873948"/>
            <a:ext cx="354080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141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Select Learning Paradigm</a:t>
            </a:r>
            <a:endParaRPr lang="en-US" sz="2200" dirty="0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2930" y="201588"/>
            <a:ext cx="14869939" cy="1116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ypes of  Machine lear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ecture 6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Words>1561</Words>
  <Application>Microsoft Office PowerPoint</Application>
  <PresentationFormat>Custom</PresentationFormat>
  <Paragraphs>279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Inter</vt:lpstr>
      <vt:lpstr>Calibri Light</vt:lpstr>
      <vt:lpstr>Inter Bold</vt:lpstr>
      <vt:lpstr>Office Theme</vt:lpstr>
      <vt:lpstr>1_Custom Design</vt:lpstr>
      <vt:lpstr>Custom Design</vt:lpstr>
      <vt:lpstr>types of  Machine learning</vt:lpstr>
      <vt:lpstr>Lecture 6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ayesha anwar</cp:lastModifiedBy>
  <cp:revision>18</cp:revision>
  <dcterms:created xsi:type="dcterms:W3CDTF">2025-02-19T11:26:21Z</dcterms:created>
  <dcterms:modified xsi:type="dcterms:W3CDTF">2025-02-25T05:12:26Z</dcterms:modified>
</cp:coreProperties>
</file>