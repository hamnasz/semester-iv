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ML Ecosystem &amp; Environment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Guide to Setting Up Machine Learning Environments with Anaconda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Creating a Virtual Environment in Anaconda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Open Anaconda Prompt</a:t>
            </a:r>
          </a:p>
          <a:p>
            <a:r>
              <a:t>2. Create a new environment:</a:t>
            </a:r>
          </a:p>
          <a:p>
            <a:r>
              <a:t>   conda create --name myenv</a:t>
            </a:r>
          </a:p>
          <a:p>
            <a:r>
              <a:t>3. Specify Python version (optional):</a:t>
            </a:r>
          </a:p>
          <a:p>
            <a:r>
              <a:t>   conda create --name myenv python=3.12</a:t>
            </a:r>
          </a:p>
          <a:p>
            <a:r>
              <a:t>4. Install specific packages (optional):</a:t>
            </a:r>
          </a:p>
          <a:p>
            <a:r>
              <a:t>   conda create --name myenv python=3.12 numpy pandas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Activating and Managing Virtual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Activate the environment:</a:t>
            </a:r>
          </a:p>
          <a:p>
            <a:r>
              <a:t>   conda activate myenv</a:t>
            </a:r>
          </a:p>
          <a:p>
            <a:r>
              <a:t>2. List all environments:</a:t>
            </a:r>
          </a:p>
          <a:p>
            <a:r>
              <a:t>   conda env list</a:t>
            </a:r>
          </a:p>
          <a:p>
            <a:r>
              <a:t>3. Remove an environment:</a:t>
            </a:r>
          </a:p>
          <a:p>
            <a:r>
              <a:t>   conda remove --name myenv --all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ML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Open Anaconda Prompt or Terminal</a:t>
            </a:r>
          </a:p>
          <a:p>
            <a:r>
              <a:t>2. Activate your environment:</a:t>
            </a:r>
          </a:p>
          <a:p>
            <a:r>
              <a:t>   conda activate myenv</a:t>
            </a:r>
          </a:p>
          <a:p>
            <a:r>
              <a:t>3. Install ML packages using conda or pip:</a:t>
            </a:r>
          </a:p>
          <a:p>
            <a:r>
              <a:t>   - Using conda:</a:t>
            </a:r>
          </a:p>
          <a:p>
            <a:r>
              <a:t>      conda install scikit-learn</a:t>
            </a:r>
          </a:p>
          <a:p>
            <a:r>
              <a:t>   - Using pip:</a:t>
            </a:r>
          </a:p>
          <a:p>
            <a:r>
              <a:t>      pip install tensorflow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Verifying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To verify installation, use Python:</a:t>
            </a:r>
          </a:p>
          <a:p>
            <a:endParaRPr dirty="0"/>
          </a:p>
          <a:p>
            <a:endParaRPr dirty="0"/>
          </a:p>
          <a:p>
            <a:r>
              <a:rPr dirty="0"/>
              <a:t>import </a:t>
            </a:r>
            <a:r>
              <a:rPr dirty="0" err="1"/>
              <a:t>package_name</a:t>
            </a:r>
            <a:endParaRPr dirty="0"/>
          </a:p>
          <a:p>
            <a:endParaRPr dirty="0"/>
          </a:p>
          <a:p>
            <a:r>
              <a:rPr dirty="0"/>
              <a:t>For example, to verify </a:t>
            </a:r>
            <a:r>
              <a:rPr dirty="0" err="1"/>
              <a:t>scikit</a:t>
            </a:r>
            <a:r>
              <a:rPr dirty="0"/>
              <a:t>-learn:</a:t>
            </a:r>
          </a:p>
          <a:p>
            <a:endParaRPr dirty="0"/>
          </a:p>
          <a:p>
            <a:r>
              <a:rPr dirty="0"/>
              <a:t>import </a:t>
            </a:r>
            <a:r>
              <a:rPr dirty="0" err="1"/>
              <a:t>sklearn</a:t>
            </a:r>
            <a:endParaRPr dirty="0"/>
          </a:p>
          <a:p>
            <a:endParaRPr dirty="0"/>
          </a:p>
          <a:p>
            <a:r>
              <a:rPr dirty="0"/>
              <a:t>print(</a:t>
            </a:r>
            <a:r>
              <a:rPr dirty="0" err="1"/>
              <a:t>sklearn</a:t>
            </a:r>
            <a:r>
              <a:rPr dirty="0"/>
              <a:t>.__version__)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- Always use virtual environments for projects</a:t>
            </a:r>
          </a:p>
          <a:p>
            <a:endParaRPr dirty="0"/>
          </a:p>
          <a:p>
            <a:r>
              <a:rPr dirty="0"/>
              <a:t>- Prefer </a:t>
            </a:r>
            <a:r>
              <a:rPr dirty="0" err="1"/>
              <a:t>conda</a:t>
            </a:r>
            <a:r>
              <a:rPr dirty="0"/>
              <a:t> for package installations where possible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- Keep environments minimal and install only necessary packages</a:t>
            </a:r>
          </a:p>
          <a:p>
            <a:endParaRPr dirty="0"/>
          </a:p>
          <a:p>
            <a:r>
              <a:rPr dirty="0"/>
              <a:t>- Regularly update and remove unused environments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216</Words>
  <Application>Microsoft Office PowerPoint</Application>
  <PresentationFormat>On-screen Show (4:3)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ML Ecosystem &amp; Environment</vt:lpstr>
      <vt:lpstr>Creating a Virtual Environment in Anaconda</vt:lpstr>
      <vt:lpstr>Activating and Managing Virtual Environments</vt:lpstr>
      <vt:lpstr>Installing ML Packages</vt:lpstr>
      <vt:lpstr>Verifying Installation</vt:lpstr>
      <vt:lpstr>Conclusion &amp; 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Ecosystem &amp; Environment</dc:title>
  <dc:subject/>
  <dc:creator/>
  <cp:keywords/>
  <dc:description>generated using python-pptx</dc:description>
  <cp:lastModifiedBy>Silicon computers</cp:lastModifiedBy>
  <cp:revision>2</cp:revision>
  <dcterms:created xsi:type="dcterms:W3CDTF">2013-01-27T09:14:16Z</dcterms:created>
  <dcterms:modified xsi:type="dcterms:W3CDTF">2025-03-07T10:01:35Z</dcterms:modified>
  <cp:category/>
</cp:coreProperties>
</file>