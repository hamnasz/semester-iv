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98" r:id="rId2"/>
  </p:sldMasterIdLst>
  <p:notesMasterIdLst>
    <p:notesMasterId r:id="rId29"/>
  </p:notesMasterIdLst>
  <p:sldIdLst>
    <p:sldId id="256" r:id="rId3"/>
    <p:sldId id="286" r:id="rId4"/>
    <p:sldId id="260" r:id="rId5"/>
    <p:sldId id="282" r:id="rId6"/>
    <p:sldId id="283" r:id="rId7"/>
    <p:sldId id="284" r:id="rId8"/>
    <p:sldId id="276" r:id="rId9"/>
    <p:sldId id="288" r:id="rId10"/>
    <p:sldId id="303" r:id="rId11"/>
    <p:sldId id="293" r:id="rId12"/>
    <p:sldId id="289" r:id="rId13"/>
    <p:sldId id="295" r:id="rId14"/>
    <p:sldId id="306" r:id="rId15"/>
    <p:sldId id="291" r:id="rId16"/>
    <p:sldId id="292" r:id="rId17"/>
    <p:sldId id="304" r:id="rId18"/>
    <p:sldId id="294" r:id="rId19"/>
    <p:sldId id="30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274" r:id="rId28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30"/>
    </p:embeddedFont>
    <p:embeddedFont>
      <p:font typeface="Cascadia Code" panose="020B0609020000020004" pitchFamily="49" charset="0"/>
      <p:regular r:id="rId31"/>
      <p:bold r:id="rId32"/>
      <p:italic r:id="rId33"/>
      <p:boldItalic r:id="rId34"/>
    </p:embeddedFont>
    <p:embeddedFont>
      <p:font typeface="Karla" pitchFamily="2" charset="0"/>
      <p:regular r:id="rId35"/>
      <p:bold r:id="rId36"/>
      <p:italic r:id="rId37"/>
      <p:boldItalic r:id="rId38"/>
    </p:embeddedFont>
    <p:embeddedFont>
      <p:font typeface="Palatino Linotype" panose="02040502050505030304" pitchFamily="18" charset="0"/>
      <p:regular r:id="rId39"/>
      <p:bold r:id="rId40"/>
      <p:italic r:id="rId41"/>
      <p:boldItalic r:id="rId42"/>
    </p:embeddedFont>
    <p:embeddedFont>
      <p:font typeface="Rubik Black" panose="020B0604020202020204" charset="-79"/>
      <p:bold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0A8F59-A537-42C4-B920-3BD6E4487048}">
  <a:tblStyle styleId="{BF0A8F59-A537-42C4-B920-3BD6E44870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A75E611-5018-4D60-BFD8-EF939B54E4F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0.fntdata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4d2792e9d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4d2792e9d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37F6B14E-CAA9-5889-A009-5C40BE6F4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ED9D70F0-4190-9B6F-9DAE-67464B0637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0F42ABA9-43D1-9972-9ACF-0DDB16650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9507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F6CD3D40-DC37-2AD3-9AE3-DA2D8782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68FA0891-4807-748D-9CA8-52F2D66A85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4B70373F-26DE-5360-ACA2-18BABFACC1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6199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5B7956FB-8915-8CA7-5C0D-F570CB81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0301BB91-C047-B42B-FACC-D4461D1C1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776C9BC8-6763-E2A4-2E20-5760AC875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0169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6FE080AE-49BF-B24E-3C74-F917331B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D7AA1AFF-A8C6-9FA2-78DD-7AF7F89661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12FDF330-9299-8229-96DB-F8FEAD892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199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14e1613f9b3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14e1613f9b3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72D6CFBD-DBE9-ED19-F5DF-6089DB21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69F70C3B-3241-AF93-5F5D-CCFEAB21C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0C8B8516-C58E-1542-DA02-A4B4455266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3957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E53571E5-F43B-0FEA-9D89-30AC8BABD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19EC3897-07E5-12F7-6F96-E20FA3E9E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38F0EE49-BE99-83B4-935E-5A06DA5ED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1175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87AA3DAC-81BF-8B9A-1B44-726673E2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F598BC23-6CA3-CE7F-1DB9-2C09FE7B4A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8418EFF9-82F2-50CE-DAB2-5C52A0B8F3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836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1B48BA52-AD18-8B53-F090-28D6AC0FE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5CD65AB5-3A41-4240-D327-D7C0B83E4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D9935599-9D78-D1E5-57E0-78BE7ADBB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6188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1D2DC98E-8F7C-2976-32CA-F30DF6876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8FA1E63F-613B-B470-5658-52934E8FA4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F408D1BC-6F46-95BD-2734-5ABE39C42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288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22D60FCF-FD80-927A-580F-AE9E4C00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683440EB-2B80-5D32-B33F-B25BC69CE6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5D3A0A7C-A5EB-DE8D-F8F7-E494566B6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676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981169CF-877A-79B9-4A87-358AFB99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8CFD7791-283F-E768-6E7E-AD8100831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4FC4EEEE-3C1B-2AC8-5646-A503A67BD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6403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569EED1E-4AAF-3EC3-C638-35A8002A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0CFD7F60-C0F9-38FA-D72B-D0420058D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9DDB8C08-82A2-BE6F-7B54-6E56070F81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2629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858C4D29-0ACB-CBBD-0DF2-0C24090F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6D4A1626-5D87-6849-2207-D14102B312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8D146D06-B9B1-74C3-75D9-6D4D29A290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839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C3FD189A-C9C1-8247-917A-73B83292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E4E7F2F2-D027-B12F-40D2-800FF29BF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97DBA3FD-71A9-92C8-F92D-2C844ECAB6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6902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7E22836C-4296-3B94-CA68-2E3B873F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50AB9438-8F3A-2945-AF1C-22BF9BA67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C765E54F-99F4-C3CF-DC52-04B43E913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8524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BAB4AD96-8AF2-0D43-4127-5334F275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7FC18CE5-7332-0197-BEE9-58347BEA19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90A6E171-7FBC-D547-BDB0-02ABF4517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8906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42865353-1312-C4A5-8710-44E6FAC0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5C2CEB2A-3E93-EF53-7F09-85355537A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733CF5B4-DA4E-7D84-DF9D-B3D96B26E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3805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EB13A288-F0AA-4FFF-4D48-13A342C9D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8DB8B3B5-B969-36CC-D747-1FF070C07A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0C2D2111-3FAA-37A0-2002-7C191B7B9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3369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5EA48F83-EA65-E093-A6C4-6666118A6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17CA6641-6282-DB6A-C67F-9F4094D94B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07A4B88D-D1E0-E2AC-15A8-5709959F8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31380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3476AE75-E791-F63E-E5E7-E329FAFC1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3376c31365_0_0:notes">
            <a:extLst>
              <a:ext uri="{FF2B5EF4-FFF2-40B4-BE49-F238E27FC236}">
                <a16:creationId xmlns:a16="http://schemas.microsoft.com/office/drawing/2014/main" id="{43B82034-41C1-D572-95B7-701BD29AE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3376c31365_0_0:notes">
            <a:extLst>
              <a:ext uri="{FF2B5EF4-FFF2-40B4-BE49-F238E27FC236}">
                <a16:creationId xmlns:a16="http://schemas.microsoft.com/office/drawing/2014/main" id="{CB371B56-1FF0-7707-795B-A390F9430C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35155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B0E67003-7553-EFF3-3F95-972695B2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16C31AB3-9B8E-4805-4DA3-0C51BF2CE6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1B413988-9C37-AB1D-60CD-A974F2D9D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765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>
          <a:extLst>
            <a:ext uri="{FF2B5EF4-FFF2-40B4-BE49-F238E27FC236}">
              <a16:creationId xmlns:a16="http://schemas.microsoft.com/office/drawing/2014/main" id="{7802A171-9E77-22EC-6BE2-D33879D5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>
            <a:extLst>
              <a:ext uri="{FF2B5EF4-FFF2-40B4-BE49-F238E27FC236}">
                <a16:creationId xmlns:a16="http://schemas.microsoft.com/office/drawing/2014/main" id="{41F03479-76B3-11BD-239B-42A39298D4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>
            <a:extLst>
              <a:ext uri="{FF2B5EF4-FFF2-40B4-BE49-F238E27FC236}">
                <a16:creationId xmlns:a16="http://schemas.microsoft.com/office/drawing/2014/main" id="{E55A405A-1EEA-E503-C48A-924D1C6DE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9317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4e1613f9b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4e1613f9b3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alatino Linotype" panose="02040502050505030304" pitchFamily="18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45" name="Google Shape;14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8" name="Google Shape;14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49" name="Google Shape;14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2" name="Google Shape;15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" name="Google Shape;15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4" name="Google Shape;154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5" name="Google Shape;15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8" name="Google Shape;15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59" name="Google Shape;15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0" name="Google Shape;16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62" name="Google Shape;16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3" name="Google Shape;16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0" name="Google Shape;180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>
            <a:spLocks noGrp="1"/>
          </p:cNvSpPr>
          <p:nvPr>
            <p:ph type="subTitle" idx="1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alatino Linotype" panose="02040502050505030304" pitchFamily="18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708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5" name="Google Shape;45;p3"/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title" idx="2" hasCustomPrompt="1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042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66" name="Google Shape;66;p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" name="Google Shape;67;p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68" name="Google Shape;68;p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69" name="Google Shape;69;p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0" name="Google Shape;70;p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1" name="Google Shape;71;p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72" name="Google Shape;72;p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4" name="Google Shape;74;p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5" name="Google Shape;75;p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6" name="Google Shape;76;p5"/>
          <p:cNvSpPr txBox="1">
            <a:spLocks noGrp="1"/>
          </p:cNvSpPr>
          <p:nvPr>
            <p:ph type="subTitle" idx="1"/>
          </p:nvPr>
        </p:nvSpPr>
        <p:spPr>
          <a:xfrm>
            <a:off x="2639725" y="2147800"/>
            <a:ext cx="1566300" cy="81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subTitle" idx="2"/>
          </p:nvPr>
        </p:nvSpPr>
        <p:spPr>
          <a:xfrm>
            <a:off x="6682288" y="2147800"/>
            <a:ext cx="1563600" cy="8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ubTitle" idx="3"/>
          </p:nvPr>
        </p:nvSpPr>
        <p:spPr>
          <a:xfrm>
            <a:off x="2639725" y="2892425"/>
            <a:ext cx="15663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5"/>
          <p:cNvSpPr txBox="1">
            <a:spLocks noGrp="1"/>
          </p:cNvSpPr>
          <p:nvPr>
            <p:ph type="subTitle" idx="4"/>
          </p:nvPr>
        </p:nvSpPr>
        <p:spPr>
          <a:xfrm>
            <a:off x="6682288" y="2892425"/>
            <a:ext cx="15636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947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84" name="Google Shape;84;p6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" name="Google Shape;85;p6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86" name="Google Shape;86;p6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87" name="Google Shape;87;p6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8" name="Google Shape;88;p6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9" name="Google Shape;89;p6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0" name="Google Shape;90;p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92" name="Google Shape;92;p6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3" name="Google Shape;93;p6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4" name="Google Shape;94;p6"/>
          <p:cNvSpPr txBox="1">
            <a:spLocks noGrp="1"/>
          </p:cNvSpPr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438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7"/>
          <p:cNvGrpSpPr/>
          <p:nvPr/>
        </p:nvGrpSpPr>
        <p:grpSpPr>
          <a:xfrm>
            <a:off x="1438985" y="535000"/>
            <a:ext cx="5919000" cy="4425900"/>
            <a:chOff x="274200" y="274200"/>
            <a:chExt cx="5919000" cy="4425900"/>
          </a:xfrm>
        </p:grpSpPr>
        <p:sp>
          <p:nvSpPr>
            <p:cNvPr id="98" name="Google Shape;9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" name="Google Shape;9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00" name="Google Shape;10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1" name="Google Shape;10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2" name="Google Shape;10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" name="Google Shape;10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" name="Google Shape;10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7" name="Google Shape;107;p7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108" name="Google Shape;10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" name="Google Shape;10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10" name="Google Shape;11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" name="Google Shape;11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12" name="Google Shape;11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3" name="Google Shape;11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14" name="Google Shape;11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5" name="Google Shape;11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714250" y="731525"/>
            <a:ext cx="50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715850" y="1600325"/>
            <a:ext cx="5019900" cy="25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Palatino Linotype" panose="02040502050505030304" pitchFamily="18" charset="0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109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8"/>
          <p:cNvGrpSpPr/>
          <p:nvPr/>
        </p:nvGrpSpPr>
        <p:grpSpPr>
          <a:xfrm>
            <a:off x="2028115" y="535000"/>
            <a:ext cx="6492300" cy="3749100"/>
            <a:chOff x="1371300" y="742950"/>
            <a:chExt cx="6492300" cy="3749100"/>
          </a:xfrm>
        </p:grpSpPr>
        <p:sp>
          <p:nvSpPr>
            <p:cNvPr id="122" name="Google Shape;12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" name="Google Shape;12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24" name="Google Shape;12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5" name="Google Shape;12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26" name="Google Shape;12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27" name="Google Shape;12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" name="Google Shape;12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29" name="Google Shape;12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0" name="Google Shape;13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1" name="Google Shape;131;p8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32" name="Google Shape;13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" name="Google Shape;13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5" name="Google Shape;13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36" name="Google Shape;13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37" name="Google Shape;13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39" name="Google Shape;13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0" name="Google Shape;14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1828800" y="1307100"/>
            <a:ext cx="5486400" cy="27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311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45" name="Google Shape;14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8" name="Google Shape;14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49" name="Google Shape;14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2" name="Google Shape;15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" name="Google Shape;15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4" name="Google Shape;154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5" name="Google Shape;15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8" name="Google Shape;15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59" name="Google Shape;15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0" name="Google Shape;16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62" name="Google Shape;16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3" name="Google Shape;16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278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0" name="Google Shape;180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>
            <a:spLocks noGrp="1"/>
          </p:cNvSpPr>
          <p:nvPr>
            <p:ph type="subTitle" idx="1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85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45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" name="Google Shape;196;p13"/>
          <p:cNvSpPr txBox="1">
            <a:spLocks noGrp="1"/>
          </p:cNvSpPr>
          <p:nvPr>
            <p:ph type="subTitle" idx="1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2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3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4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title" hasCustomPrompt="1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5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2" name="Google Shape;202;p13"/>
          <p:cNvSpPr txBox="1">
            <a:spLocks noGrp="1"/>
          </p:cNvSpPr>
          <p:nvPr>
            <p:ph type="title" idx="6" hasCustomPrompt="1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7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8" hasCustomPrompt="1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9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14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15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565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14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212" name="Google Shape;21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3" name="Google Shape;21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14" name="Google Shape;21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15" name="Google Shape;21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16" name="Google Shape;21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17" name="Google Shape;21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8" name="Google Shape;21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19" name="Google Shape;21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0" name="Google Shape;22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21" name="Google Shape;221;p14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222" name="Google Shape;22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3" name="Google Shape;22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24" name="Google Shape;22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5" name="Google Shape;22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26" name="Google Shape;22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27" name="Google Shape;22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8" name="Google Shape;22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29" name="Google Shape;22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0" name="Google Shape;23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31" name="Google Shape;231;p14"/>
          <p:cNvSpPr txBox="1">
            <a:spLocks noGrp="1"/>
          </p:cNvSpPr>
          <p:nvPr>
            <p:ph type="title"/>
          </p:nvPr>
        </p:nvSpPr>
        <p:spPr>
          <a:xfrm>
            <a:off x="2286000" y="3293217"/>
            <a:ext cx="4572000" cy="5028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32" name="Google Shape;232;p14"/>
          <p:cNvSpPr txBox="1">
            <a:spLocks noGrp="1"/>
          </p:cNvSpPr>
          <p:nvPr>
            <p:ph type="subTitle" idx="1"/>
          </p:nvPr>
        </p:nvSpPr>
        <p:spPr>
          <a:xfrm>
            <a:off x="1828800" y="1600317"/>
            <a:ext cx="54864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656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1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36" name="Google Shape;236;p1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" name="Google Shape;237;p1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38" name="Google Shape;238;p1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39" name="Google Shape;239;p1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40" name="Google Shape;240;p1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41" name="Google Shape;241;p1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42" name="Google Shape;242;p1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3" name="Google Shape;243;p1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44" name="Google Shape;244;p1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5" name="Google Shape;245;p1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46" name="Google Shape;246;p15"/>
          <p:cNvSpPr txBox="1">
            <a:spLocks noGrp="1"/>
          </p:cNvSpPr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706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6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250" name="Google Shape;250;p16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1" name="Google Shape;251;p16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252" name="Google Shape;252;p16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3" name="Google Shape;253;p16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54" name="Google Shape;254;p1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5" name="Google Shape;255;p1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56" name="Google Shape;256;p16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57" name="Google Shape;257;p16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6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59" name="Google Shape;259;p16"/>
          <p:cNvSpPr txBox="1">
            <a:spLocks noGrp="1"/>
          </p:cNvSpPr>
          <p:nvPr>
            <p:ph type="subTitle" idx="1"/>
          </p:nvPr>
        </p:nvSpPr>
        <p:spPr>
          <a:xfrm>
            <a:off x="715100" y="1600325"/>
            <a:ext cx="3674100" cy="9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Palatino Linotype" panose="02040502050505030304" pitchFamily="18" charset="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260" name="Google Shape;260;p16"/>
          <p:cNvSpPr txBox="1">
            <a:spLocks noGrp="1"/>
          </p:cNvSpPr>
          <p:nvPr>
            <p:ph type="title"/>
          </p:nvPr>
        </p:nvSpPr>
        <p:spPr>
          <a:xfrm>
            <a:off x="714350" y="731525"/>
            <a:ext cx="36741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039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1_One column text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7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64" name="Google Shape;264;p17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" name="Google Shape;265;p17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66" name="Google Shape;266;p17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67" name="Google Shape;267;p17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69" name="Google Shape;269;p17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70" name="Google Shape;270;p1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1" name="Google Shape;271;p1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72" name="Google Shape;272;p17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3" name="Google Shape;273;p17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4" name="Google Shape;274;p17"/>
          <p:cNvSpPr txBox="1">
            <a:spLocks noGrp="1"/>
          </p:cNvSpPr>
          <p:nvPr>
            <p:ph type="subTitle" idx="1"/>
          </p:nvPr>
        </p:nvSpPr>
        <p:spPr>
          <a:xfrm>
            <a:off x="714325" y="2754900"/>
            <a:ext cx="3674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5" name="Google Shape;275;p17"/>
          <p:cNvSpPr txBox="1">
            <a:spLocks noGrp="1"/>
          </p:cNvSpPr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91440"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7"/>
          <p:cNvSpPr>
            <a:spLocks noGrp="1"/>
          </p:cNvSpPr>
          <p:nvPr>
            <p:ph type="pic" idx="2"/>
          </p:nvPr>
        </p:nvSpPr>
        <p:spPr>
          <a:xfrm>
            <a:off x="4769625" y="1271375"/>
            <a:ext cx="3644400" cy="321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148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18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80" name="Google Shape;280;p18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82" name="Google Shape;282;p18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83" name="Google Shape;283;p18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85" name="Google Shape;285;p18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86" name="Google Shape;28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7" name="Google Shape;28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8" name="Google Shape;288;p18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9" name="Google Shape;289;p18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90" name="Google Shape;290;p18"/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1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2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3"/>
          </p:nvPr>
        </p:nvSpPr>
        <p:spPr>
          <a:xfrm>
            <a:off x="34748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4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5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6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282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9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00" name="Google Shape;300;p19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1" name="Google Shape;301;p19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02" name="Google Shape;302;p19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03" name="Google Shape;303;p19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04" name="Google Shape;304;p19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5" name="Google Shape;305;p19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06" name="Google Shape;306;p1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7" name="Google Shape;307;p1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08" name="Google Shape;308;p19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9" name="Google Shape;309;p19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0" name="Google Shape;310;p19"/>
          <p:cNvSpPr txBox="1">
            <a:spLocks noGrp="1"/>
          </p:cNvSpPr>
          <p:nvPr>
            <p:ph type="title"/>
          </p:nvPr>
        </p:nvSpPr>
        <p:spPr>
          <a:xfrm>
            <a:off x="715100" y="731525"/>
            <a:ext cx="77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1"/>
          </p:nvPr>
        </p:nvSpPr>
        <p:spPr>
          <a:xfrm>
            <a:off x="3408500" y="2103624"/>
            <a:ext cx="50202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2"/>
          </p:nvPr>
        </p:nvSpPr>
        <p:spPr>
          <a:xfrm>
            <a:off x="3408500" y="3104632"/>
            <a:ext cx="50202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3"/>
          </p:nvPr>
        </p:nvSpPr>
        <p:spPr>
          <a:xfrm>
            <a:off x="3408200" y="4105448"/>
            <a:ext cx="50208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4"/>
          </p:nvPr>
        </p:nvSpPr>
        <p:spPr>
          <a:xfrm>
            <a:off x="3408500" y="1600325"/>
            <a:ext cx="5020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5"/>
          </p:nvPr>
        </p:nvSpPr>
        <p:spPr>
          <a:xfrm>
            <a:off x="3408500" y="2601333"/>
            <a:ext cx="5020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6"/>
          </p:nvPr>
        </p:nvSpPr>
        <p:spPr>
          <a:xfrm>
            <a:off x="3408200" y="3602149"/>
            <a:ext cx="50208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657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subTitle" idx="1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 txBox="1">
            <a:spLocks noGrp="1"/>
          </p:cNvSpPr>
          <p:nvPr>
            <p:ph type="subTitle" idx="2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3" name="Google Shape;333;p20"/>
          <p:cNvSpPr txBox="1">
            <a:spLocks noGrp="1"/>
          </p:cNvSpPr>
          <p:nvPr>
            <p:ph type="subTitle" idx="3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4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5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6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subTitle" idx="7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8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399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1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42" name="Google Shape;342;p21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3" name="Google Shape;343;p21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44" name="Google Shape;344;p21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45" name="Google Shape;345;p21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47" name="Google Shape;347;p21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48" name="Google Shape;348;p2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9" name="Google Shape;349;p2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50" name="Google Shape;350;p21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1" name="Google Shape;351;p21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52" name="Google Shape;352;p21"/>
          <p:cNvSpPr txBox="1">
            <a:spLocks noGrp="1"/>
          </p:cNvSpPr>
          <p:nvPr>
            <p:ph type="title"/>
          </p:nvPr>
        </p:nvSpPr>
        <p:spPr>
          <a:xfrm>
            <a:off x="715100" y="731525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21"/>
          <p:cNvSpPr txBox="1">
            <a:spLocks noGrp="1"/>
          </p:cNvSpPr>
          <p:nvPr>
            <p:ph type="subTitle" idx="1"/>
          </p:nvPr>
        </p:nvSpPr>
        <p:spPr>
          <a:xfrm>
            <a:off x="347480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4" name="Google Shape;354;p21"/>
          <p:cNvSpPr txBox="1">
            <a:spLocks noGrp="1"/>
          </p:cNvSpPr>
          <p:nvPr>
            <p:ph type="subTitle" idx="2"/>
          </p:nvPr>
        </p:nvSpPr>
        <p:spPr>
          <a:xfrm>
            <a:off x="616665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5" name="Google Shape;355;p21"/>
          <p:cNvSpPr txBox="1">
            <a:spLocks noGrp="1"/>
          </p:cNvSpPr>
          <p:nvPr>
            <p:ph type="subTitle" idx="3"/>
          </p:nvPr>
        </p:nvSpPr>
        <p:spPr>
          <a:xfrm>
            <a:off x="347430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6" name="Google Shape;356;p21"/>
          <p:cNvSpPr txBox="1">
            <a:spLocks noGrp="1"/>
          </p:cNvSpPr>
          <p:nvPr>
            <p:ph type="subTitle" idx="4"/>
          </p:nvPr>
        </p:nvSpPr>
        <p:spPr>
          <a:xfrm>
            <a:off x="781538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7" name="Google Shape;357;p21"/>
          <p:cNvSpPr txBox="1">
            <a:spLocks noGrp="1"/>
          </p:cNvSpPr>
          <p:nvPr>
            <p:ph type="subTitle" idx="5"/>
          </p:nvPr>
        </p:nvSpPr>
        <p:spPr>
          <a:xfrm>
            <a:off x="78154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8" name="Google Shape;358;p21"/>
          <p:cNvSpPr txBox="1">
            <a:spLocks noGrp="1"/>
          </p:cNvSpPr>
          <p:nvPr>
            <p:ph type="subTitle" idx="6"/>
          </p:nvPr>
        </p:nvSpPr>
        <p:spPr>
          <a:xfrm>
            <a:off x="616801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9" name="Google Shape;359;p21"/>
          <p:cNvSpPr txBox="1">
            <a:spLocks noGrp="1"/>
          </p:cNvSpPr>
          <p:nvPr>
            <p:ph type="subTitle" idx="7"/>
          </p:nvPr>
        </p:nvSpPr>
        <p:spPr>
          <a:xfrm>
            <a:off x="34747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8"/>
          </p:nvPr>
        </p:nvSpPr>
        <p:spPr>
          <a:xfrm>
            <a:off x="61666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1" name="Google Shape;361;p21"/>
          <p:cNvSpPr txBox="1">
            <a:spLocks noGrp="1"/>
          </p:cNvSpPr>
          <p:nvPr>
            <p:ph type="subTitle" idx="9"/>
          </p:nvPr>
        </p:nvSpPr>
        <p:spPr>
          <a:xfrm>
            <a:off x="3475767" y="3401300"/>
            <a:ext cx="21927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2" name="Google Shape;362;p21"/>
          <p:cNvSpPr txBox="1">
            <a:spLocks noGrp="1"/>
          </p:cNvSpPr>
          <p:nvPr>
            <p:ph type="subTitle" idx="13"/>
          </p:nvPr>
        </p:nvSpPr>
        <p:spPr>
          <a:xfrm>
            <a:off x="781538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3" name="Google Shape;363;p21"/>
          <p:cNvSpPr txBox="1">
            <a:spLocks noGrp="1"/>
          </p:cNvSpPr>
          <p:nvPr>
            <p:ph type="subTitle" idx="14"/>
          </p:nvPr>
        </p:nvSpPr>
        <p:spPr>
          <a:xfrm>
            <a:off x="781552" y="3401312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4" name="Google Shape;364;p21"/>
          <p:cNvSpPr txBox="1">
            <a:spLocks noGrp="1"/>
          </p:cNvSpPr>
          <p:nvPr>
            <p:ph type="subTitle" idx="15"/>
          </p:nvPr>
        </p:nvSpPr>
        <p:spPr>
          <a:xfrm>
            <a:off x="6168018" y="3401300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832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2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68" name="Google Shape;368;p2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" name="Google Shape;369;p2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70" name="Google Shape;370;p2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71" name="Google Shape;371;p2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72" name="Google Shape;372;p2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73" name="Google Shape;373;p2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74" name="Google Shape;374;p2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5" name="Google Shape;375;p2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76" name="Google Shape;376;p2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77" name="Google Shape;377;p2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78" name="Google Shape;378;p22"/>
          <p:cNvSpPr txBox="1">
            <a:spLocks noGrp="1"/>
          </p:cNvSpPr>
          <p:nvPr>
            <p:ph type="title" hasCustomPrompt="1"/>
          </p:nvPr>
        </p:nvSpPr>
        <p:spPr>
          <a:xfrm>
            <a:off x="1828775" y="731397"/>
            <a:ext cx="5486400" cy="8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9" name="Google Shape;379;p22"/>
          <p:cNvSpPr txBox="1">
            <a:spLocks noGrp="1"/>
          </p:cNvSpPr>
          <p:nvPr>
            <p:ph type="subTitle" idx="1"/>
          </p:nvPr>
        </p:nvSpPr>
        <p:spPr>
          <a:xfrm>
            <a:off x="1828825" y="1600206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0" name="Google Shape;380;p22"/>
          <p:cNvSpPr txBox="1">
            <a:spLocks noGrp="1"/>
          </p:cNvSpPr>
          <p:nvPr>
            <p:ph type="title" idx="2" hasCustomPrompt="1"/>
          </p:nvPr>
        </p:nvSpPr>
        <p:spPr>
          <a:xfrm>
            <a:off x="1828775" y="2052697"/>
            <a:ext cx="5486400" cy="8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1" name="Google Shape;381;p22"/>
          <p:cNvSpPr txBox="1">
            <a:spLocks noGrp="1"/>
          </p:cNvSpPr>
          <p:nvPr>
            <p:ph type="subTitle" idx="3"/>
          </p:nvPr>
        </p:nvSpPr>
        <p:spPr>
          <a:xfrm>
            <a:off x="1828775" y="29215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2" name="Google Shape;382;p22"/>
          <p:cNvSpPr txBox="1">
            <a:spLocks noGrp="1"/>
          </p:cNvSpPr>
          <p:nvPr>
            <p:ph type="title" idx="4" hasCustomPrompt="1"/>
          </p:nvPr>
        </p:nvSpPr>
        <p:spPr>
          <a:xfrm>
            <a:off x="1828825" y="3373998"/>
            <a:ext cx="5486400" cy="8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3" name="Google Shape;383;p22"/>
          <p:cNvSpPr txBox="1">
            <a:spLocks noGrp="1"/>
          </p:cNvSpPr>
          <p:nvPr>
            <p:ph type="subTitle" idx="5"/>
          </p:nvPr>
        </p:nvSpPr>
        <p:spPr>
          <a:xfrm>
            <a:off x="1828775" y="4242794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49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23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387" name="Google Shape;387;p23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8" name="Google Shape;388;p23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389" name="Google Shape;389;p23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0" name="Google Shape;390;p23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91" name="Google Shape;391;p2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2" name="Google Shape;392;p2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93" name="Google Shape;393;p23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4" name="Google Shape;394;p23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23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96" name="Google Shape;396;p23"/>
          <p:cNvSpPr txBox="1">
            <a:spLocks noGrp="1"/>
          </p:cNvSpPr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7" name="Google Shape;397;p23"/>
          <p:cNvSpPr txBox="1">
            <a:spLocks noGrp="1"/>
          </p:cNvSpPr>
          <p:nvPr>
            <p:ph type="subTitle" idx="1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Palatino Linotype" panose="020405020505050303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398" name="Google Shape;398;p23"/>
          <p:cNvSpPr txBox="1"/>
          <p:nvPr/>
        </p:nvSpPr>
        <p:spPr>
          <a:xfrm>
            <a:off x="2286020" y="3535412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Palatino Linotype" panose="02040502050505030304" pitchFamily="18" charset="0"/>
                <a:ea typeface="Karla"/>
                <a:cs typeface="Karla"/>
                <a:sym typeface="Karla"/>
              </a:rPr>
              <a:t>CREDITS</a:t>
            </a:r>
            <a:r>
              <a:rPr lang="en" sz="1000" dirty="0">
                <a:solidFill>
                  <a:schemeClr val="dk1"/>
                </a:solidFill>
                <a:latin typeface="Palatino Linotype" panose="02040502050505030304" pitchFamily="18" charset="0"/>
                <a:ea typeface="Karla"/>
                <a:cs typeface="Karla"/>
                <a:sym typeface="Karla"/>
              </a:rPr>
              <a:t>: This presentation template was created by </a:t>
            </a:r>
            <a:r>
              <a:rPr lang="en" sz="1000" b="1" dirty="0">
                <a:solidFill>
                  <a:schemeClr val="dk1"/>
                </a:solidFill>
                <a:uFill>
                  <a:noFill/>
                </a:uFill>
                <a:latin typeface="Palatino Linotype" panose="02040502050505030304" pitchFamily="18" charset="0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dk1"/>
                </a:solidFill>
                <a:latin typeface="Palatino Linotype" panose="02040502050505030304" pitchFamily="18" charset="0"/>
                <a:ea typeface="Karla"/>
                <a:cs typeface="Karla"/>
                <a:sym typeface="Karla"/>
              </a:rPr>
              <a:t>, including icons by </a:t>
            </a:r>
            <a:r>
              <a:rPr lang="en" sz="1000" b="1" dirty="0">
                <a:solidFill>
                  <a:schemeClr val="dk1"/>
                </a:solidFill>
                <a:uFill>
                  <a:noFill/>
                </a:uFill>
                <a:latin typeface="Palatino Linotype" panose="02040502050505030304" pitchFamily="18" charset="0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dirty="0">
                <a:solidFill>
                  <a:schemeClr val="dk1"/>
                </a:solidFill>
                <a:latin typeface="Palatino Linotype" panose="02040502050505030304" pitchFamily="18" charset="0"/>
                <a:ea typeface="Karla"/>
                <a:cs typeface="Karla"/>
                <a:sym typeface="Karla"/>
              </a:rPr>
              <a:t>, and infographics &amp; images by </a:t>
            </a:r>
            <a:r>
              <a:rPr lang="en" sz="1000" b="1" dirty="0">
                <a:solidFill>
                  <a:schemeClr val="dk1"/>
                </a:solidFill>
                <a:uFill>
                  <a:noFill/>
                </a:uFill>
                <a:latin typeface="Palatino Linotype" panose="02040502050505030304" pitchFamily="18" charset="0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dk1"/>
              </a:solidFill>
              <a:latin typeface="Palatino Linotype" panose="02040502050505030304" pitchFamily="18" charset="0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423471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214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9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7" r:id="rId4"/>
    <p:sldLayoutId id="2147483658" r:id="rId5"/>
    <p:sldLayoutId id="2147483670" r:id="rId6"/>
    <p:sldLayoutId id="2147483671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alatino Linotype" panose="02040502050505030304" pitchFamily="18" charset="0"/>
          <a:ea typeface="Palatino Linotype" panose="02040502050505030304" pitchFamily="18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08315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alatino Linotype" panose="02040502050505030304" pitchFamily="18" charset="0"/>
          <a:ea typeface="Palatino Linotype" panose="020405020505050303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devhamna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/>
          <p:cNvSpPr txBox="1">
            <a:spLocks noGrp="1"/>
          </p:cNvSpPr>
          <p:nvPr>
            <p:ph type="ctrTitle"/>
          </p:nvPr>
        </p:nvSpPr>
        <p:spPr>
          <a:xfrm>
            <a:off x="1828800" y="1097913"/>
            <a:ext cx="5569413" cy="26509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Predicting Customer Churn</a:t>
            </a:r>
            <a:endParaRPr dirty="0"/>
          </a:p>
        </p:txBody>
      </p:sp>
      <p:sp>
        <p:nvSpPr>
          <p:cNvPr id="413" name="Google Shape;413;p29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Classification Project</a:t>
            </a:r>
            <a:endParaRPr sz="1200" b="1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14" name="Google Shape;414;p29"/>
          <p:cNvSpPr/>
          <p:nvPr/>
        </p:nvSpPr>
        <p:spPr>
          <a:xfrm rot="-2700000">
            <a:off x="7125203" y="4050192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5" name="Google Shape;415;p29"/>
          <p:cNvGrpSpPr/>
          <p:nvPr/>
        </p:nvGrpSpPr>
        <p:grpSpPr>
          <a:xfrm>
            <a:off x="136938" y="2571748"/>
            <a:ext cx="1827475" cy="1051350"/>
            <a:chOff x="274188" y="1278048"/>
            <a:chExt cx="1827475" cy="1051350"/>
          </a:xfrm>
        </p:grpSpPr>
        <p:sp>
          <p:nvSpPr>
            <p:cNvPr id="416" name="Google Shape;416;p29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7" name="Google Shape;417;p29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18" name="Google Shape;418;p29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19" name="Google Shape;419;p29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20" name="Google Shape;420;p29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421" name="Google Shape;421;p29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avLst/>
                <a:gdLst/>
                <a:ahLst/>
                <a:cxnLst/>
                <a:rect l="l" t="t" r="r" b="b"/>
                <a:pathLst>
                  <a:path w="8732" h="8733" extrusionOk="0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9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86" extrusionOk="0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9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5928" extrusionOk="0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9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5854" extrusionOk="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9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3028" extrusionOk="0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6" name="Google Shape;426;p29"/>
          <p:cNvSpPr/>
          <p:nvPr/>
        </p:nvSpPr>
        <p:spPr>
          <a:xfrm>
            <a:off x="1099325" y="425927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7" name="Google Shape;427;p29"/>
          <p:cNvGrpSpPr/>
          <p:nvPr/>
        </p:nvGrpSpPr>
        <p:grpSpPr>
          <a:xfrm>
            <a:off x="6761147" y="3414805"/>
            <a:ext cx="689546" cy="208288"/>
            <a:chOff x="6761147" y="3414805"/>
            <a:chExt cx="689546" cy="208288"/>
          </a:xfrm>
        </p:grpSpPr>
        <p:sp>
          <p:nvSpPr>
            <p:cNvPr id="428" name="Google Shape;428;p29"/>
            <p:cNvSpPr/>
            <p:nvPr/>
          </p:nvSpPr>
          <p:spPr>
            <a:xfrm>
              <a:off x="6993487" y="3563457"/>
              <a:ext cx="457207" cy="59636"/>
            </a:xfrm>
            <a:custGeom>
              <a:avLst/>
              <a:gdLst/>
              <a:ahLst/>
              <a:cxnLst/>
              <a:rect l="l" t="t" r="r" b="b"/>
              <a:pathLst>
                <a:path w="8294" h="952" extrusionOk="0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6761147" y="3414805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" name="Google Shape;430;p29"/>
          <p:cNvGrpSpPr/>
          <p:nvPr/>
        </p:nvGrpSpPr>
        <p:grpSpPr>
          <a:xfrm>
            <a:off x="136938" y="1047512"/>
            <a:ext cx="1371600" cy="1375875"/>
            <a:chOff x="299013" y="1079125"/>
            <a:chExt cx="1371600" cy="1375875"/>
          </a:xfrm>
        </p:grpSpPr>
        <p:sp>
          <p:nvSpPr>
            <p:cNvPr id="431" name="Google Shape;431;p29"/>
            <p:cNvSpPr/>
            <p:nvPr/>
          </p:nvSpPr>
          <p:spPr>
            <a:xfrm>
              <a:off x="390513" y="1174900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299013" y="1079125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3" name="Google Shape;433;p29"/>
            <p:cNvGrpSpPr/>
            <p:nvPr/>
          </p:nvGrpSpPr>
          <p:grpSpPr>
            <a:xfrm>
              <a:off x="396400" y="1384064"/>
              <a:ext cx="1085400" cy="635100"/>
              <a:chOff x="396400" y="1399225"/>
              <a:chExt cx="1085400" cy="635100"/>
            </a:xfrm>
          </p:grpSpPr>
          <p:sp>
            <p:nvSpPr>
              <p:cNvPr id="434" name="Google Shape;434;p29"/>
              <p:cNvSpPr/>
              <p:nvPr/>
            </p:nvSpPr>
            <p:spPr>
              <a:xfrm>
                <a:off x="396400" y="1399225"/>
                <a:ext cx="1085400" cy="635100"/>
              </a:xfrm>
              <a:prstGeom prst="roundRect">
                <a:avLst>
                  <a:gd name="adj" fmla="val 0"/>
                </a:avLst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5" name="Google Shape;435;p29"/>
              <p:cNvGrpSpPr/>
              <p:nvPr/>
            </p:nvGrpSpPr>
            <p:grpSpPr>
              <a:xfrm>
                <a:off x="712181" y="1506835"/>
                <a:ext cx="453838" cy="419880"/>
                <a:chOff x="733647" y="1423686"/>
                <a:chExt cx="453838" cy="419880"/>
              </a:xfrm>
            </p:grpSpPr>
            <p:sp>
              <p:nvSpPr>
                <p:cNvPr id="436" name="Google Shape;436;p29"/>
                <p:cNvSpPr/>
                <p:nvPr/>
              </p:nvSpPr>
              <p:spPr>
                <a:xfrm>
                  <a:off x="733647" y="1423686"/>
                  <a:ext cx="453838" cy="41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1" h="9055" extrusionOk="0">
                      <a:moveTo>
                        <a:pt x="4904" y="1"/>
                      </a:moveTo>
                      <a:cubicBezTo>
                        <a:pt x="4654" y="1"/>
                        <a:pt x="4401" y="21"/>
                        <a:pt x="4147" y="64"/>
                      </a:cubicBezTo>
                      <a:cubicBezTo>
                        <a:pt x="1659" y="479"/>
                        <a:pt x="1" y="2820"/>
                        <a:pt x="440" y="5284"/>
                      </a:cubicBezTo>
                      <a:cubicBezTo>
                        <a:pt x="811" y="7493"/>
                        <a:pt x="2733" y="9054"/>
                        <a:pt x="4902" y="9054"/>
                      </a:cubicBezTo>
                      <a:cubicBezTo>
                        <a:pt x="5152" y="9054"/>
                        <a:pt x="5405" y="9034"/>
                        <a:pt x="5659" y="8991"/>
                      </a:cubicBezTo>
                      <a:cubicBezTo>
                        <a:pt x="8122" y="8576"/>
                        <a:pt x="9781" y="6235"/>
                        <a:pt x="9366" y="3771"/>
                      </a:cubicBezTo>
                      <a:cubicBezTo>
                        <a:pt x="8994" y="1562"/>
                        <a:pt x="7073" y="1"/>
                        <a:pt x="4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29"/>
                <p:cNvSpPr/>
                <p:nvPr/>
              </p:nvSpPr>
              <p:spPr>
                <a:xfrm>
                  <a:off x="898875" y="1539755"/>
                  <a:ext cx="163003" cy="188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4074" extrusionOk="0">
                      <a:moveTo>
                        <a:pt x="1" y="0"/>
                      </a:moveTo>
                      <a:lnTo>
                        <a:pt x="1" y="4073"/>
                      </a:lnTo>
                      <a:lnTo>
                        <a:pt x="3513" y="202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8" name="Google Shape;438;p29"/>
            <p:cNvGrpSpPr/>
            <p:nvPr/>
          </p:nvGrpSpPr>
          <p:grpSpPr>
            <a:xfrm>
              <a:off x="396391" y="2141102"/>
              <a:ext cx="1085342" cy="96171"/>
              <a:chOff x="417899" y="2116530"/>
              <a:chExt cx="1085342" cy="96171"/>
            </a:xfrm>
          </p:grpSpPr>
          <p:sp>
            <p:nvSpPr>
              <p:cNvPr id="439" name="Google Shape;439;p29"/>
              <p:cNvSpPr/>
              <p:nvPr/>
            </p:nvSpPr>
            <p:spPr>
              <a:xfrm>
                <a:off x="417899" y="2116530"/>
                <a:ext cx="1085342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23391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22366" y="2074"/>
                    </a:lnTo>
                    <a:cubicBezTo>
                      <a:pt x="22927" y="2074"/>
                      <a:pt x="23391" y="1611"/>
                      <a:pt x="23391" y="1050"/>
                    </a:cubicBezTo>
                    <a:cubicBezTo>
                      <a:pt x="23391" y="464"/>
                      <a:pt x="22927" y="1"/>
                      <a:pt x="22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9"/>
              <p:cNvSpPr/>
              <p:nvPr/>
            </p:nvSpPr>
            <p:spPr>
              <a:xfrm>
                <a:off x="417899" y="2116530"/>
                <a:ext cx="555733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11977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11976" y="2074"/>
                    </a:lnTo>
                    <a:lnTo>
                      <a:pt x="1197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41" name="Google Shape;441;p29"/>
            <p:cNvCxnSpPr/>
            <p:nvPr/>
          </p:nvCxnSpPr>
          <p:spPr>
            <a:xfrm>
              <a:off x="308975" y="1262125"/>
              <a:ext cx="1263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2" name="Google Shape;442;p29"/>
          <p:cNvGrpSpPr/>
          <p:nvPr/>
        </p:nvGrpSpPr>
        <p:grpSpPr>
          <a:xfrm>
            <a:off x="7450704" y="1174899"/>
            <a:ext cx="1646100" cy="1188900"/>
            <a:chOff x="7403363" y="1047512"/>
            <a:chExt cx="1646100" cy="1188900"/>
          </a:xfrm>
        </p:grpSpPr>
        <p:sp>
          <p:nvSpPr>
            <p:cNvPr id="443" name="Google Shape;443;p29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5" name="Google Shape;445;p29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6" name="Google Shape;446;p29"/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9" name="Google Shape;449;p29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450" name="Google Shape;450;p29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9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2" name="Google Shape;452;p29"/>
          <p:cNvGrpSpPr/>
          <p:nvPr/>
        </p:nvGrpSpPr>
        <p:grpSpPr>
          <a:xfrm>
            <a:off x="7855413" y="2571747"/>
            <a:ext cx="836668" cy="1371596"/>
            <a:chOff x="2771692" y="3497697"/>
            <a:chExt cx="836668" cy="1371596"/>
          </a:xfrm>
        </p:grpSpPr>
        <p:sp>
          <p:nvSpPr>
            <p:cNvPr id="453" name="Google Shape;453;p29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3202911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3129912" y="3708819"/>
              <a:ext cx="120228" cy="373356"/>
            </a:xfrm>
            <a:custGeom>
              <a:avLst/>
              <a:gdLst/>
              <a:ahLst/>
              <a:cxnLst/>
              <a:rect l="l" t="t" r="r" b="b"/>
              <a:pathLst>
                <a:path w="1367" h="4269" extrusionOk="0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2806080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2806080" y="4150392"/>
              <a:ext cx="767979" cy="684792"/>
            </a:xfrm>
            <a:custGeom>
              <a:avLst/>
              <a:gdLst/>
              <a:ahLst/>
              <a:cxnLst/>
              <a:rect l="l" t="t" r="r" b="b"/>
              <a:pathLst>
                <a:path w="8732" h="7830" extrusionOk="0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3505371" y="4248519"/>
              <a:ext cx="34388" cy="266658"/>
            </a:xfrm>
            <a:custGeom>
              <a:avLst/>
              <a:gdLst/>
              <a:ahLst/>
              <a:cxnLst/>
              <a:rect l="l" t="t" r="r" b="b"/>
              <a:pathLst>
                <a:path w="391" h="3049" extrusionOk="0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3202911" y="3533904"/>
              <a:ext cx="371149" cy="633630"/>
            </a:xfrm>
            <a:custGeom>
              <a:avLst/>
              <a:gdLst/>
              <a:ahLst/>
              <a:cxnLst/>
              <a:rect l="l" t="t" r="r" b="b"/>
              <a:pathLst>
                <a:path w="4220" h="7245" extrusionOk="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3329471" y="4150392"/>
              <a:ext cx="246788" cy="667738"/>
            </a:xfrm>
            <a:custGeom>
              <a:avLst/>
              <a:gdLst/>
              <a:ahLst/>
              <a:cxnLst/>
              <a:rect l="l" t="t" r="r" b="b"/>
              <a:pathLst>
                <a:path w="2806" h="7635" extrusionOk="0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3138531" y="3728060"/>
              <a:ext cx="111609" cy="373356"/>
            </a:xfrm>
            <a:custGeom>
              <a:avLst/>
              <a:gdLst/>
              <a:ahLst/>
              <a:cxnLst/>
              <a:rect l="l" t="t" r="r" b="b"/>
              <a:pathLst>
                <a:path w="1269" h="4269" extrusionOk="0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800" spd="-100000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ntr" presetSubtype="4" decel="3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8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800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3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3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3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3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1" presetClass="emph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8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3819C"/>
                                      </p:to>
                                    </p:animClr>
                                    <p:set>
                                      <p:cBhvr>
                                        <p:cTn id="26" dur="8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8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" grpId="0" uiExpand="1" build="p" animBg="1"/>
      <p:bldP spid="4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3824B1B3-2ED3-2761-A248-C390BD37D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AB040587-FF35-2B00-D843-4160AA9C497F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25D99604-4612-77AB-98FA-D6EEC8D25DDA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E26007A4-0B50-D946-BEFB-3EFD78133066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F692613D-8B51-968A-578B-FB28EC94B6DA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0E03628D-2713-BEAA-6B0B-5243ED6E4DD8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B8FAD4FE-6163-F70A-4FDB-00E90E9FCE31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456E1102-7333-ABB2-0BBB-3E5525784127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65024661-4C1A-8EEB-E9B0-78B0DF2BE131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73900815-2161-1E79-DD86-15F1A2BC825C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127C1C32-76FB-4284-FA9A-B5FFFB80D5F9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DE669950-524F-EFEB-35C7-BA25F19A9D64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BD543588-6A8F-11E4-1769-11FEC095AA4A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B0B49724-D5BB-F5BD-2BC1-68B0C8180FA9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3317D8FC-869F-04BF-A29C-61B6563E8D52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DA86640D-90AB-00F1-BBC4-C86D4D3D14E1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2D10DD46-F6E3-744E-6D14-9757F1E3E263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0B1DF412-9308-573A-1C92-CCEA832FEF6C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2C25F849-364C-87E7-3A65-7DC6D152D087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808A4E49-015B-634C-D7C4-895E8CE78FD8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63033889-0269-59B0-6A43-2F45AE058A01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E7105BCD-1562-E103-0308-3BFED13F0CC9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78415793-38DD-A5B0-3D14-A0FBDFF77474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EB9BC7C8-A976-88A1-926F-93A5A2C30AC7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4A2F109C-865A-7A52-A587-999E12ADC100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A2ED4756-1BCA-3E4F-7AEF-F52803387FED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A359E58F-BCC3-6E46-38C8-C54C631DF9BF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E97653F1-5202-C268-BB7E-BEDA7622E145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485987C6-F588-034A-A282-58F56003E53A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A58BD369-EAD3-16A8-399B-E76D841D5C28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93D876A4-743E-98A9-6813-955A6F636CA7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00457887-7CEE-13A6-32C3-300EE8E6304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9586" y="670797"/>
            <a:ext cx="1503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BDDCC0EE-30FF-7414-89E1-A598EB7FF5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Introduction</a:t>
            </a:r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0F96B880-944B-BFD8-8A46-D007EB103106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2C97C8A1-19E1-D99A-30EC-4E419214B949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AEBCAA67-174C-9246-C07B-51B9BD89DB6A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304D2A97-F366-EF34-BD32-E07519B8CB95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32306EDF-7676-E4F3-A0BE-C81A7F5A8E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Introduces the business need and goal of predicting customer churn.</a:t>
            </a:r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FD98479B-4D13-BB4D-C4E7-583AC9149086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16020039-C457-7D7A-CD19-75131A1BEF2E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130C4A6E-016C-32C3-06D2-0F091A56CB86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17FBD684-97C7-5761-9FE8-C6A4CA909A8F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CA411F87-9C3B-DAF7-9EEF-3486E141243E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50145184-3F06-880D-AFA3-6BB67C459443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9429798F-0335-A845-EE3F-ACDB71D58777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6EE378DA-F894-29FB-908F-F137513B822C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5F997ABB-4B2C-49B0-369F-0A591B375FF3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2343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8182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8182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/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/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/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/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/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/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/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/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33"/>
          <p:cNvSpPr txBox="1">
            <a:spLocks noGrp="1"/>
          </p:cNvSpPr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576" name="Google Shape;576;p33"/>
          <p:cNvSpPr txBox="1">
            <a:spLocks noGrp="1"/>
          </p:cNvSpPr>
          <p:nvPr>
            <p:ph type="subTitle" idx="1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We start by loading our customer churn dataset. The goal: predict which customers are likely to leave, helping the business retain more clients.</a:t>
            </a:r>
          </a:p>
        </p:txBody>
      </p:sp>
      <p:grpSp>
        <p:nvGrpSpPr>
          <p:cNvPr id="577" name="Google Shape;577;p33"/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/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/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0" name="Google Shape;590;p33"/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591" name="Google Shape;591;p33"/>
          <p:cNvSpPr/>
          <p:nvPr/>
        </p:nvSpPr>
        <p:spPr>
          <a:xfrm rot="-27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2" name="Google Shape;592;p33"/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/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/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/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 0.017 -0.065 0.017 -0.065 C 0.034 -0.118 0.061 -0.139 0.1 -0.139 C 0.12 -0.139 0.138 -0.131 0.152 -0.118 C 0.162 -0.109 0.174 -0.104 0.187 -0.104 C 0.212 -0.104 0.233 -0.122 0.241 -0.148 C 0.241 -0.148 0.25 -0.179 0.25 -0.179 C 0.25 -0.179 0.232 -0.113 0.232 -0.113 C 0.215 -0.061 0.188 -0.04 0.15 -0.04 C 0.13 -0.04 0.111 -0.048 0.096 -0.062 C 0.087 -0.07 0.075 -0.075 0.063 -0.075 C 0.038 -0.075 0.017 -0.057 0.009 -0.031 C 0.009 -0.031 0 0 0 0 Z" pathEditMode="fixed" ptsTypes="">
                                      <p:cBhvr>
                                        <p:cTn id="6" dur="20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0EAA1814-D45A-A387-7D6F-A54CC618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BC98FF12-C9C8-F2DC-A3DE-EEA19AF6CEDD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B125F8EA-E1D4-F9E8-EE0B-B602B3A0AD46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54BB06E0-B3A2-0E75-B5B0-07730FA08590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75A3E916-4229-8D16-593C-3995DDB3C0D9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0D1DEDBF-18CD-A252-7C6B-D26FC249FE96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2AA2E5DF-C7B7-CF02-4B5D-9E35669A5134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83024443-C318-3406-61FC-8F9442E14A6A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290C2B83-7DC9-459E-872F-4528F737B55D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BD540140-3615-45D3-75D9-268ED56B25BE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19702782-7427-498D-A508-10006EA0E6D1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33">
            <a:extLst>
              <a:ext uri="{FF2B5EF4-FFF2-40B4-BE49-F238E27FC236}">
                <a16:creationId xmlns:a16="http://schemas.microsoft.com/office/drawing/2014/main" id="{6D87F62E-5012-C386-DBD1-682283F63C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09A2E302-4742-14BC-D2DB-D08D76AE48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25599" y="2499411"/>
            <a:ext cx="4224469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pandas as pd</a:t>
            </a:r>
          </a:p>
          <a:p>
            <a:pPr algn="l"/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pd.read_csv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('churn.csv')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CE857391-59E7-034E-AA11-183449693B6A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A6153DE8-1123-AD8E-2AD0-5AB2C155503B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012ED679-58B5-B2CB-2793-78E3474B2EC9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D9371A86-91D2-49B2-87F5-96301F70E438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87C2FC67-4C44-D6B8-AC7B-3DF04F28E81F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C788A086-14D8-057C-3F8B-1851A0783B93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35A3431E-5D6A-B72F-C19E-9993159E1E30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55CCA473-1D6E-55F5-6707-17F87D448585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82437F37-B3A8-B308-9723-BACD1700FBAF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A62FB6A2-F366-AFC8-E8B2-160824671A8A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E339F889-8022-E2F2-C205-E7D727822D57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19E4AE8F-B82F-4480-5099-A6BCCB8AE9C7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4740577E-CCE1-A382-99A3-07B9CF2D9360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C82F1419-7B7D-E6D8-F180-902E9A1DBE20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01AF72DF-737C-9BD2-B8AE-5A5ACA841B39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C65D07FE-3800-AC53-AAC5-B48A6B002E89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48B80F7A-1628-9637-729D-A454E5B07334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1312353E-2EF2-066C-5362-8DD319012C8A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21821CAA-D52B-BBD2-A503-DBB2FB636BDC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90;p33">
            <a:extLst>
              <a:ext uri="{FF2B5EF4-FFF2-40B4-BE49-F238E27FC236}">
                <a16:creationId xmlns:a16="http://schemas.microsoft.com/office/drawing/2014/main" id="{EC935D80-6F4B-A55D-DB33-AB51A799C94C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3" name="Google Shape;591;p33">
            <a:extLst>
              <a:ext uri="{FF2B5EF4-FFF2-40B4-BE49-F238E27FC236}">
                <a16:creationId xmlns:a16="http://schemas.microsoft.com/office/drawing/2014/main" id="{44D5F3FC-2CA1-B2C0-D6E7-E2AC0031F082}"/>
              </a:ext>
            </a:extLst>
          </p:cNvPr>
          <p:cNvSpPr/>
          <p:nvPr/>
        </p:nvSpPr>
        <p:spPr>
          <a:xfrm rot="189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308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3 0.001 0.042 0.009 0.052 0.021 L 0.075 0.049 C 0.08 0.055 0.088 0.058 0.098 0.058 C 0.112 0.058 0.124 0.05 0.125 0.038 C 0.124 0.028 0.112 0.019 0.098 0.019 C 0.088 0.019 0.08 0.023 0.075 0.028 L 0.052 0.056 C 0.042 0.068 0.023 0.076 0 0.077 C -0.023 0.076 -0.042 0.068 -0.052 0.056 L -0.075 0.028 C -0.08 0.023 -0.088 0.019 -0.098 0.019 C -0.112 0.019 -0.124 0.028 -0.125 0.038 C -0.124 0.05 -0.112 0.058 -0.098 0.058 C -0.088 0.058 -0.08 0.055 -0.075 0.049 L -0.052 0.021 C -0.042 0.009 -0.023 0.001 0 0 Z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DD6B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C0DB6975-FD08-A05A-B663-52175052C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30A67D1E-9EA5-6A9F-1CAF-49FA0ADFA4EF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B69FE656-35EA-381F-78D9-292AD4CC99D7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CEBF15C4-ACD5-0285-49B0-E898C2742493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402193C4-8FA3-F87F-7FD5-5EBD36A78387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119A661C-7929-1F58-0732-61B4059453E6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308F67D2-3215-67B9-899E-12FD4E510B55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C01D19FD-8C48-4E7D-7251-757507978EB2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E8F611FB-3CA7-E43C-9900-550B479397F0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32E9FC0C-6E98-BFB1-9E9E-154E945ED3C0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7B73A62D-52EF-E2E1-F710-6BB4E626300A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36C789D1-0044-F5E7-340E-6423F92BD81E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3064B29D-51DC-B46C-7014-1BCC9AC18ACA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0AF94A91-35E7-E9F5-8D01-4A4270C11D9F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1440C1AD-4929-8061-535B-13D65D7999C0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FD94C955-4CD2-2EA7-6376-E97119FBBE28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207A4AE9-2843-557C-C91F-98EF75510994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F2FED20A-C01E-622F-6B0F-76FA0EADA68B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FA250365-750B-AE10-2073-794D9F3C7ECE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0B0BC2EA-70FE-BA7A-463B-5022560BFE72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53F31F6C-9DFC-6D7F-F74A-F7F27903C3A1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F1B6A3F6-0824-D790-143E-3A13229A3808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07FBA068-A5A5-BA89-F0C0-56173DA82153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8B3C5B1A-2ED0-BD86-3619-6656C9EC112E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BDA7B03F-8A21-5565-FECB-A2919EBFD768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25EFF526-14DE-5A30-BCCF-5BEFDC13436B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610E7082-FD00-8AF2-8B20-C2BE0EE866FF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1CA36770-99D3-4AEB-C765-B55792A4000C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0EEECA6F-F5EB-6070-898C-3DB238BF07EE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8AD2DF39-76C5-D4D8-A96F-9AE0FA74B4A8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9FFB6823-1073-93EE-F907-5E3644AE60CD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A788C86A-649D-8C21-8720-B3B00312709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9586" y="670797"/>
            <a:ext cx="1503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B89534D7-BAA6-F7CB-4229-25C629494C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73199" y="1771026"/>
            <a:ext cx="458480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Exploring the Data</a:t>
            </a:r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8E78787E-A704-0861-E44A-B37B17527561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C79BFC9F-FD4F-F772-3CA6-7FBDEBB51D7F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B4C998E1-7E12-E695-B9A5-70D33B3DF9A6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2D3BA7B4-7FE5-1259-9206-98CA6ADB3027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41BAEAF4-2037-CADE-D716-E8C4F76C032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Shows how the dataset is loaded and previewed for initial understanding.</a:t>
            </a:r>
            <a:endParaRPr dirty="0"/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CAB212F7-86E0-E221-AF91-A301BCBAF421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17B6AB71-8340-2E94-7DD4-5530C2FA9C93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0F186F8B-0355-50CE-920B-9938C01CC75D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F2C1908A-A241-E5A3-C603-9A9BFA2B0BDB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DC376543-5FF7-EA58-AEDB-A833B4C56B42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70E5AEAD-EB22-80D0-36F9-B57B6C9371E2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1448CCB5-D0AC-39D0-1647-491625D27E34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75846372-C198-6FE0-CAE3-DCD799A2B59E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38F93013-819B-14B1-36C9-7DCA6A99B804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3416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3333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3333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E6D71619-6342-90C8-77B0-9F9094D5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79D86DFB-6D70-FC66-26EA-44CE4C14A413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2156087C-9103-2448-2FA1-F30CA53C32C0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CF162699-1672-43CA-6555-59EBEA8B73AC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EF8C7C03-63E2-A8D1-3D36-AA1E87199560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B66F4F7C-397D-107D-2F77-D3C5C3F699CD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86CF920E-7558-0670-D343-6E9F2894ACB0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5E2B8241-E133-0C66-3520-8FDCB49B6B53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89DA4686-4EB7-11DF-9154-F6E40D040500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1E886426-7E62-935B-03C8-CB55A95CE38E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9C68ECD6-39B0-D0B0-157B-131DB4D9C5B8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33">
            <a:extLst>
              <a:ext uri="{FF2B5EF4-FFF2-40B4-BE49-F238E27FC236}">
                <a16:creationId xmlns:a16="http://schemas.microsoft.com/office/drawing/2014/main" id="{184EF483-EB7C-05C9-4F42-24C1287AB4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6493" y="1250882"/>
            <a:ext cx="4044315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Exploring the Data</a:t>
            </a:r>
          </a:p>
        </p:txBody>
      </p: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7C5F451F-AC9A-C1FA-FB7E-EB022A617C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54051" y="2457387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We preview the first few rows to understand what information is available for each customer, such as contract type, tenure, and payment method.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94A69200-1D7F-EE7A-FC02-61DFA62E1855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237C563F-BE9C-32D5-0E02-670239504E29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AC33FA93-C510-7EE3-22D2-80C6666EE157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9F28645E-8E1E-9AE4-E4C8-9F5DD83282B6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3A7C5F0B-FBE1-BFB6-361C-B6A66CDF4840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86B98025-F714-EA78-757E-54B115808CFA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0748B36E-3296-3821-1FD0-090219FAFB0E}"/>
              </a:ext>
            </a:extLst>
          </p:cNvPr>
          <p:cNvGrpSpPr/>
          <p:nvPr/>
        </p:nvGrpSpPr>
        <p:grpSpPr>
          <a:xfrm>
            <a:off x="463651" y="445094"/>
            <a:ext cx="637161" cy="592514"/>
            <a:chOff x="463701" y="2217961"/>
            <a:chExt cx="637161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7229B22A-20B1-75F3-1D13-C1F2326B9301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8F8076BE-F277-6CFB-7394-C2C7B7938D38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67F95CCC-FC1E-BC0A-E01D-69B8A711D146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CA747C84-A44D-6F81-F5ED-178FA2C8D739}"/>
                </a:ext>
              </a:extLst>
            </p:cNvPr>
            <p:cNvGrpSpPr/>
            <p:nvPr/>
          </p:nvGrpSpPr>
          <p:grpSpPr>
            <a:xfrm>
              <a:off x="780811" y="2217961"/>
              <a:ext cx="320051" cy="298703"/>
              <a:chOff x="1029368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4464082E-4790-5A9D-F255-36B2F9C1C0D3}"/>
                  </a:ext>
                </a:extLst>
              </p:cNvPr>
              <p:cNvSpPr/>
              <p:nvPr/>
            </p:nvSpPr>
            <p:spPr>
              <a:xfrm>
                <a:off x="1029368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D8492897-18D1-F8F3-E971-B9B334584E1F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0" name="Google Shape;590;p33">
            <a:extLst>
              <a:ext uri="{FF2B5EF4-FFF2-40B4-BE49-F238E27FC236}">
                <a16:creationId xmlns:a16="http://schemas.microsoft.com/office/drawing/2014/main" id="{C867A09F-5ABB-3207-D906-971C801AB01D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591" name="Google Shape;591;p33">
            <a:extLst>
              <a:ext uri="{FF2B5EF4-FFF2-40B4-BE49-F238E27FC236}">
                <a16:creationId xmlns:a16="http://schemas.microsoft.com/office/drawing/2014/main" id="{F7BA1322-13BF-D317-8B81-020CCEF5991E}"/>
              </a:ext>
            </a:extLst>
          </p:cNvPr>
          <p:cNvSpPr/>
          <p:nvPr/>
        </p:nvSpPr>
        <p:spPr>
          <a:xfrm rot="-27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C867901B-3383-961C-FD5F-5DE1EED4C21A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9BA47285-4E44-D323-D7D2-08C0E8F0D3C0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6C4791BF-2AA7-7041-A4FF-BA9133543374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9F07637B-795C-506D-19BC-3F2AB77729BF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FE94131B-64F1-CCA3-E450-5C6B9FDACB30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4C8CC721-D25D-E4A5-B543-8D31BD30B3D5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5288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 0.017 -0.065 0.017 -0.065 C 0.034 -0.118 0.061 -0.139 0.1 -0.139 C 0.12 -0.139 0.138 -0.131 0.152 -0.118 C 0.162 -0.109 0.174 -0.104 0.187 -0.104 C 0.212 -0.104 0.233 -0.122 0.241 -0.148 C 0.241 -0.148 0.25 -0.179 0.25 -0.179 C 0.25 -0.179 0.232 -0.113 0.232 -0.113 C 0.215 -0.061 0.188 -0.04 0.15 -0.04 C 0.13 -0.04 0.111 -0.048 0.096 -0.062 C 0.087 -0.07 0.075 -0.075 0.063 -0.075 C 0.038 -0.075 0.017 -0.057 0.009 -0.031 C 0.009 -0.031 0 0 0 0 Z" pathEditMode="relative" ptsTypes="">
                                      <p:cBhvr>
                                        <p:cTn id="6" dur="1500" spd="-1000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5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" grpId="0" animBg="1"/>
      <p:bldP spid="59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49"/>
          <p:cNvGrpSpPr/>
          <p:nvPr/>
        </p:nvGrpSpPr>
        <p:grpSpPr>
          <a:xfrm>
            <a:off x="4754850" y="1251997"/>
            <a:ext cx="3763400" cy="3725700"/>
            <a:chOff x="4754850" y="887475"/>
            <a:chExt cx="3763400" cy="3725700"/>
          </a:xfrm>
        </p:grpSpPr>
        <p:sp>
          <p:nvSpPr>
            <p:cNvPr id="1094" name="Google Shape;1094;p49"/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095" name="Google Shape;1095;p49"/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1096" name="Google Shape;1096;p49"/>
              <p:cNvSpPr/>
              <p:nvPr/>
            </p:nvSpPr>
            <p:spPr>
              <a:xfrm>
                <a:off x="4754850" y="887475"/>
                <a:ext cx="3673800" cy="3616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1097" name="Google Shape;1097;p49"/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98" name="Google Shape;1098;p49"/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1099" name="Google Shape;1099;p49"/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00" name="Google Shape;1100;p49"/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1101" name="Google Shape;1101;p49"/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02" name="Google Shape;1102;p49"/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w="2857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1103" name="Google Shape;1103;p49"/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104" name="Google Shape;1104;p49"/>
          <p:cNvSpPr txBox="1">
            <a:spLocks noGrp="1"/>
          </p:cNvSpPr>
          <p:nvPr>
            <p:ph type="title"/>
          </p:nvPr>
        </p:nvSpPr>
        <p:spPr>
          <a:xfrm>
            <a:off x="714350" y="731525"/>
            <a:ext cx="41301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Exploring the Data</a:t>
            </a:r>
          </a:p>
        </p:txBody>
      </p:sp>
      <p:sp>
        <p:nvSpPr>
          <p:cNvPr id="1105" name="Google Shape;1105;p49"/>
          <p:cNvSpPr txBox="1">
            <a:spLocks noGrp="1"/>
          </p:cNvSpPr>
          <p:nvPr>
            <p:ph type="subTitle" idx="1"/>
          </p:nvPr>
        </p:nvSpPr>
        <p:spPr>
          <a:xfrm>
            <a:off x="714350" y="1984940"/>
            <a:ext cx="3674100" cy="12098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df.head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</p:txBody>
      </p:sp>
      <p:sp>
        <p:nvSpPr>
          <p:cNvPr id="1106" name="Google Shape;1106;p49"/>
          <p:cNvSpPr/>
          <p:nvPr/>
        </p:nvSpPr>
        <p:spPr>
          <a:xfrm>
            <a:off x="1501058" y="396883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07" name="Google Shape;1107;p49"/>
          <p:cNvSpPr/>
          <p:nvPr/>
        </p:nvSpPr>
        <p:spPr>
          <a:xfrm>
            <a:off x="715089" y="366468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108" name="Google Shape;1108;p49"/>
          <p:cNvGrpSpPr/>
          <p:nvPr/>
        </p:nvGrpSpPr>
        <p:grpSpPr>
          <a:xfrm>
            <a:off x="5037791" y="2017577"/>
            <a:ext cx="3108869" cy="2451545"/>
            <a:chOff x="4992012" y="1988941"/>
            <a:chExt cx="3200400" cy="2519574"/>
          </a:xfrm>
        </p:grpSpPr>
        <p:sp>
          <p:nvSpPr>
            <p:cNvPr id="1109" name="Google Shape;1109;p49"/>
            <p:cNvSpPr/>
            <p:nvPr/>
          </p:nvSpPr>
          <p:spPr>
            <a:xfrm>
              <a:off x="4992012" y="1988941"/>
              <a:ext cx="3200400" cy="2136300"/>
            </a:xfrm>
            <a:prstGeom prst="roundRect">
              <a:avLst>
                <a:gd name="adj" fmla="val 662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49"/>
            <p:cNvSpPr/>
            <p:nvPr/>
          </p:nvSpPr>
          <p:spPr>
            <a:xfrm>
              <a:off x="6538881" y="3911740"/>
              <a:ext cx="106800" cy="1068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49"/>
            <p:cNvSpPr/>
            <p:nvPr/>
          </p:nvSpPr>
          <p:spPr>
            <a:xfrm>
              <a:off x="5151750" y="2144425"/>
              <a:ext cx="2880300" cy="1619400"/>
            </a:xfrm>
            <a:prstGeom prst="roundRect">
              <a:avLst>
                <a:gd name="adj" fmla="val 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49"/>
            <p:cNvSpPr/>
            <p:nvPr/>
          </p:nvSpPr>
          <p:spPr>
            <a:xfrm>
              <a:off x="5983800" y="4127123"/>
              <a:ext cx="1216207" cy="381392"/>
            </a:xfrm>
            <a:custGeom>
              <a:avLst/>
              <a:gdLst/>
              <a:ahLst/>
              <a:cxnLst/>
              <a:rect l="l" t="t" r="r" b="b"/>
              <a:pathLst>
                <a:path w="94481" h="29125" extrusionOk="0">
                  <a:moveTo>
                    <a:pt x="79805" y="18317"/>
                  </a:moveTo>
                  <a:cubicBezTo>
                    <a:pt x="74117" y="12515"/>
                    <a:pt x="73889" y="1"/>
                    <a:pt x="73889" y="1"/>
                  </a:cubicBezTo>
                  <a:lnTo>
                    <a:pt x="20592" y="1"/>
                  </a:lnTo>
                  <a:cubicBezTo>
                    <a:pt x="20592" y="1"/>
                    <a:pt x="20364" y="12515"/>
                    <a:pt x="14676" y="18317"/>
                  </a:cubicBezTo>
                  <a:cubicBezTo>
                    <a:pt x="8931" y="24175"/>
                    <a:pt x="1" y="29124"/>
                    <a:pt x="15529" y="29124"/>
                  </a:cubicBezTo>
                  <a:lnTo>
                    <a:pt x="78952" y="29124"/>
                  </a:lnTo>
                  <a:cubicBezTo>
                    <a:pt x="94480" y="29124"/>
                    <a:pt x="85493" y="24175"/>
                    <a:pt x="79805" y="1831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113" name="Google Shape;1113;p49"/>
          <p:cNvPicPr preferRelativeResize="0"/>
          <p:nvPr/>
        </p:nvPicPr>
        <p:blipFill rotWithShape="1">
          <a:blip r:embed="rId3"/>
          <a:srcRect t="332" b="332"/>
          <a:stretch/>
        </p:blipFill>
        <p:spPr>
          <a:xfrm>
            <a:off x="5207751" y="2183367"/>
            <a:ext cx="2769300" cy="1547400"/>
          </a:xfrm>
          <a:prstGeom prst="rect">
            <a:avLst/>
          </a:prstGeom>
        </p:spPr>
      </p:pic>
      <p:grpSp>
        <p:nvGrpSpPr>
          <p:cNvPr id="1114" name="Google Shape;1114;p49"/>
          <p:cNvGrpSpPr/>
          <p:nvPr/>
        </p:nvGrpSpPr>
        <p:grpSpPr>
          <a:xfrm>
            <a:off x="8177500" y="535000"/>
            <a:ext cx="502800" cy="502800"/>
            <a:chOff x="1627550" y="2017350"/>
            <a:chExt cx="502800" cy="502800"/>
          </a:xfrm>
        </p:grpSpPr>
        <p:sp>
          <p:nvSpPr>
            <p:cNvPr id="1115" name="Google Shape;1115;p49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49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117" name="Google Shape;1117;p49"/>
          <p:cNvGrpSpPr/>
          <p:nvPr/>
        </p:nvGrpSpPr>
        <p:grpSpPr>
          <a:xfrm>
            <a:off x="3563251" y="3497697"/>
            <a:ext cx="836668" cy="1371596"/>
            <a:chOff x="2771692" y="3497697"/>
            <a:chExt cx="836668" cy="1371596"/>
          </a:xfrm>
        </p:grpSpPr>
        <p:sp>
          <p:nvSpPr>
            <p:cNvPr id="1118" name="Google Shape;1118;p49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49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49"/>
            <p:cNvSpPr/>
            <p:nvPr/>
          </p:nvSpPr>
          <p:spPr>
            <a:xfrm>
              <a:off x="3202911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49"/>
            <p:cNvSpPr/>
            <p:nvPr/>
          </p:nvSpPr>
          <p:spPr>
            <a:xfrm>
              <a:off x="3129912" y="3708819"/>
              <a:ext cx="120228" cy="373356"/>
            </a:xfrm>
            <a:custGeom>
              <a:avLst/>
              <a:gdLst/>
              <a:ahLst/>
              <a:cxnLst/>
              <a:rect l="l" t="t" r="r" b="b"/>
              <a:pathLst>
                <a:path w="1367" h="4269" extrusionOk="0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49"/>
            <p:cNvSpPr/>
            <p:nvPr/>
          </p:nvSpPr>
          <p:spPr>
            <a:xfrm>
              <a:off x="2806080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49"/>
            <p:cNvSpPr/>
            <p:nvPr/>
          </p:nvSpPr>
          <p:spPr>
            <a:xfrm>
              <a:off x="2806080" y="4150392"/>
              <a:ext cx="767979" cy="684792"/>
            </a:xfrm>
            <a:custGeom>
              <a:avLst/>
              <a:gdLst/>
              <a:ahLst/>
              <a:cxnLst/>
              <a:rect l="l" t="t" r="r" b="b"/>
              <a:pathLst>
                <a:path w="8732" h="7830" extrusionOk="0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49"/>
            <p:cNvSpPr/>
            <p:nvPr/>
          </p:nvSpPr>
          <p:spPr>
            <a:xfrm>
              <a:off x="3505371" y="4248519"/>
              <a:ext cx="34388" cy="266658"/>
            </a:xfrm>
            <a:custGeom>
              <a:avLst/>
              <a:gdLst/>
              <a:ahLst/>
              <a:cxnLst/>
              <a:rect l="l" t="t" r="r" b="b"/>
              <a:pathLst>
                <a:path w="391" h="3049" extrusionOk="0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49"/>
            <p:cNvSpPr/>
            <p:nvPr/>
          </p:nvSpPr>
          <p:spPr>
            <a:xfrm>
              <a:off x="3202911" y="3533904"/>
              <a:ext cx="371149" cy="633630"/>
            </a:xfrm>
            <a:custGeom>
              <a:avLst/>
              <a:gdLst/>
              <a:ahLst/>
              <a:cxnLst/>
              <a:rect l="l" t="t" r="r" b="b"/>
              <a:pathLst>
                <a:path w="4220" h="7245" extrusionOk="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49"/>
            <p:cNvSpPr/>
            <p:nvPr/>
          </p:nvSpPr>
          <p:spPr>
            <a:xfrm>
              <a:off x="3329471" y="4150392"/>
              <a:ext cx="246788" cy="667738"/>
            </a:xfrm>
            <a:custGeom>
              <a:avLst/>
              <a:gdLst/>
              <a:ahLst/>
              <a:cxnLst/>
              <a:rect l="l" t="t" r="r" b="b"/>
              <a:pathLst>
                <a:path w="2806" h="7635" extrusionOk="0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49"/>
            <p:cNvSpPr/>
            <p:nvPr/>
          </p:nvSpPr>
          <p:spPr>
            <a:xfrm>
              <a:off x="3138531" y="3728060"/>
              <a:ext cx="111609" cy="373356"/>
            </a:xfrm>
            <a:custGeom>
              <a:avLst/>
              <a:gdLst/>
              <a:ahLst/>
              <a:cxnLst/>
              <a:rect l="l" t="t" r="r" b="b"/>
              <a:pathLst>
                <a:path w="1269" h="4269" extrusionOk="0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28" name="Google Shape;1128;p49"/>
          <p:cNvSpPr/>
          <p:nvPr/>
        </p:nvSpPr>
        <p:spPr>
          <a:xfrm>
            <a:off x="1964428" y="3780752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8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3490B795-63DB-6C3B-4E73-84DD658FF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B20CF1E1-5F08-97CF-6F45-621A8D7A3B58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5161777C-084C-CD41-CEA9-44A6A62B2936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25E74296-734F-8BBC-67B3-43335F78903A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956A1EDD-8589-E84E-A66C-D1A9566259A6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617253C1-0079-805D-4877-2D0B443D8AFC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ED5E1A67-E176-E619-2F31-0D136BE5442D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26DE4A90-67A4-9138-E527-62FBF929CDD3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03B9932F-106A-9B3B-0820-ABA5631F3950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9CE0C323-544B-6AD7-4CC3-A3164ADD7D58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285F461D-BE79-49A8-5880-2097E4E18CA7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98B34BA6-4EA3-8042-FD4E-14FA7B142A59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BBC6764B-78C5-BE84-348F-CDE19117F3F9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76CB44D3-12A6-66F0-0CD5-2B4FCA9CA6DA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05AFC765-2745-2F0A-F1DE-CC58B46186A5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E8B3AF23-028F-D5B1-A386-542FB79C6B04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41190147-6061-FE13-7CE6-C34DDB1C68D3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12EF8C76-8463-B1E8-774B-512D3FE45249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201CCF97-6B7A-E106-3A61-D551A36B5C4D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4C0420E5-12A9-072C-918E-2EAE16EEF958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3124F70B-338E-BFC8-D0B1-442564B6EFAF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788CF20A-BC80-EC1C-5E41-BD86DA55FD2F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4D12A4C9-6B56-62F2-9908-672AD97B8698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018C1FE5-4716-7BC7-167D-49C4191AE05F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98DA8F95-6F24-E0D2-BA51-5C5A2CC94BDC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622E475B-0CA6-30D9-E324-515B9CF1B3AE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24D5CEC2-0691-114C-79C8-6196DF96A1B9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757220A8-C72E-4D57-104B-9F979884DB75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BF00A71A-F847-0CFE-C07A-3AD00D0DFC10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605AD522-3B8A-5A3E-D2B5-618115F25EDA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D40ED519-151E-CC7D-E515-44A3CF0803D8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9DE4B91F-AD55-CF38-0159-4BE4D9E7031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9586" y="670797"/>
            <a:ext cx="1503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841DDF3D-F195-2B26-13DE-6011C872D6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8840" y="2247943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Target Variable</a:t>
            </a:r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4EB878CD-FC94-5D4E-F28F-094A199DAEB5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7484CFE5-76FB-A7C5-900E-6F1691A054C6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37789580-01BC-A5A5-B51D-9578FAC59ABE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A60F13EA-896D-4C4C-66A8-0C65C2B13A57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45CCD62C-790A-3949-A3FF-AB7134BE57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Explains how the churn outcome is defined and its distribution checked.</a:t>
            </a:r>
            <a:endParaRPr dirty="0"/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43C1A864-670C-E323-CA94-D99A49119003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DAC886CF-E9B7-3A2A-D4DE-AA92FB20ECDE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21C9C450-655C-C6B1-A803-27EC3C2CEF6D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229A0C3C-6C8B-1A5C-BD88-588F37C30101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6267DDD8-998F-1235-D109-22F657D2E6CB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CCC015F5-322C-C2D3-F106-85A957B3C9B8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83CE5F06-8F82-CBD9-E609-38F8D0D4CE08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3210D8EF-27EF-CC2B-5CA8-1EFD526ED4B6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95961045-0771-0C54-F460-B6277C6C62BF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8338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1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1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08A9FFBE-DE3A-C8F5-61CB-8B43558C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F6980BDB-7AA2-2E4D-2FD3-7C3C9352E58D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5C742649-5FD4-9665-020D-49F5661280DA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ED9DCEC7-42E1-8C41-1A7C-BC4E390CF9DF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90400DDC-1948-7A9A-BEDA-799A0221D8F8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3D25DEF7-C362-79A8-EA24-704F4974DC06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B7BC0AE3-FF64-0A97-2ED0-DE546D83C0B0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567CD8CE-2D27-0144-6F66-79D30426ECA0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40008F6C-F92D-38E4-9443-3EF1F29EECD0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E7798B8E-F5FF-C9D9-B4DA-19B9B0779827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D7C6140C-16DD-04BE-101E-C3FF45C1FB16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33">
            <a:extLst>
              <a:ext uri="{FF2B5EF4-FFF2-40B4-BE49-F238E27FC236}">
                <a16:creationId xmlns:a16="http://schemas.microsoft.com/office/drawing/2014/main" id="{4FD2B5C3-CE7F-07C7-1BD7-A09F63C4A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4852" y="1665299"/>
            <a:ext cx="3863166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Target Variable</a:t>
            </a:r>
          </a:p>
        </p:txBody>
      </p: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796E741A-4B04-4403-A782-31D929A624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We check how many customers have churned versus stayed. This helps us understand the balance of our prediction target.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366E34C5-4EE8-FBA9-54A8-06B2B5987288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B29CEBE8-DD1F-21FC-12F4-6B471F4928E9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60535FE0-D578-E988-C743-FCC08135B8F8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BE962BDF-C786-0117-E385-CC33D0A9FD93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1417521C-A25D-419F-985F-A0A6067A02AB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2C3D914D-D19B-1DB3-16C6-7885DEEBCE4A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86CBABF3-1465-6D2C-689D-9553711192FD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1EAB284C-C895-6615-DD7A-5C72C39E0675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CF471E53-6BF8-2403-B152-5E399418A861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15FD5EE7-F7AB-277D-0E9D-0D4E4E813F65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361905D7-7713-D6F4-149A-CAE00D93B931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50547FEA-E608-2CCC-6594-475B86D44D5D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9AE0D466-04DC-919B-DC48-980C8D5800DC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0" name="Google Shape;590;p33">
            <a:extLst>
              <a:ext uri="{FF2B5EF4-FFF2-40B4-BE49-F238E27FC236}">
                <a16:creationId xmlns:a16="http://schemas.microsoft.com/office/drawing/2014/main" id="{63FF2832-F013-5308-1950-CA29CC1BF2B0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591" name="Google Shape;591;p33">
            <a:extLst>
              <a:ext uri="{FF2B5EF4-FFF2-40B4-BE49-F238E27FC236}">
                <a16:creationId xmlns:a16="http://schemas.microsoft.com/office/drawing/2014/main" id="{58DD9C79-7F6D-FA89-6C9F-56B60CD3DC13}"/>
              </a:ext>
            </a:extLst>
          </p:cNvPr>
          <p:cNvSpPr/>
          <p:nvPr/>
        </p:nvSpPr>
        <p:spPr>
          <a:xfrm rot="-27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96330842-5E08-095F-8CDD-DF53A5904FB9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B92F1D82-F0E4-4841-BBDD-1C3E16FDF4A0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AFACB875-413A-037B-8856-A842E6F50F83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2832A8B1-0BAA-A00C-9B21-E1AFB800139D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0AB61117-13CB-3A37-B0BC-6E15A2EB3D79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729B7226-27E4-A8F3-3A42-EF2C5875869B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26442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-0.00525 C 0.00208 -0.00834 0.00312 -0.00988 0.00347 -0.01266 C 0.00486 -0.01976 0.00503 -0.02685 0.00347 -0.03426 C 0.00312 -0.03673 0.00139 -0.03735 0.00017 -0.03858 C -0.00295 -0.03766 -0.00625 -0.03704 -0.00955 -0.03581 C -0.01042 -0.0355 -0.01129 -0.03519 -0.01198 -0.03426 C -0.01979 -0.02747 -0.01302 -0.03179 -0.01858 -0.0284 C -0.02031 -0.02624 -0.02274 -0.02408 -0.02344 -0.01976 C -0.02431 -0.01513 -0.02257 -0.00741 -0.02517 -0.00525 C -0.02917 -0.00185 -0.03316 0.00216 -0.0375 0.00494 C -0.03976 0.00648 -0.04236 0.00679 -0.04479 0.00802 C -0.05 0.01018 -0.05504 0.01389 -0.06042 0.01512 C -0.0658 0.01666 -0.07135 0.01605 -0.07674 0.01666 C -0.07795 0.01728 -0.07899 0.0179 -0.08004 0.01821 C -0.09375 0.02068 -0.09688 0.01913 -0.11285 0.01821 C -0.12222 0.01481 -0.11094 0.01852 -0.1276 0.01512 C -0.12899 0.01481 -0.13038 0.01419 -0.13177 0.01389 L -0.13906 0.0108 C -0.14497 0.00555 -0.14063 0.00864 -0.15052 0.00648 C -0.15469 0.00555 -0.15868 0.00463 -0.16285 0.00339 C -0.16389 0.00308 -0.16493 0.00216 -0.16615 0.00216 C -0.16997 0.00123 -0.17379 0.00123 -0.1776 0.00061 C -0.17917 2.71605E-6 -0.1809 -0.00062 -0.18247 -0.00093 C -0.18854 -0.00216 -0.19983 -0.00309 -0.20538 -0.00371 C -0.22153 -0.00772 -0.20469 -0.00402 -0.23993 -0.00679 C -0.24288 -0.00679 -0.24583 -0.00772 -0.24896 -0.00803 C -0.25712 -0.01173 -0.25816 -0.01297 -0.26858 -0.01266 C -0.27379 -0.01235 -0.27899 -0.0105 -0.2842 -0.00957 C -0.2849 -0.00772 -0.28576 -0.00587 -0.28663 -0.00371 C -0.2908 0.00679 -0.28906 0.00463 -0.28663 0.02685 C -0.28646 0.02808 -0.28576 0.02963 -0.2849 0.02963 C -0.2809 0.03117 -0.27674 0.03086 -0.27257 0.03117 C -0.26806 0.03457 -0.26493 0.03765 -0.26042 0.03858 C -0.25625 0.03919 -0.25208 0.0395 -0.24809 0.04012 C -0.2309 0.0395 -0.21372 0.03981 -0.19635 0.03858 C -0.19479 0.03827 -0.19323 0.03611 -0.19149 0.03549 C -0.18698 0.03395 -0.18229 0.03271 -0.1776 0.03117 C -0.17587 0.03086 -0.17431 0.03055 -0.17274 0.02963 C -0.15833 0.02253 -0.17622 0.03179 -0.16042 0.02253 C -0.15156 0.01728 -0.15208 0.01975 -0.13993 0.01389 C -0.13802 0.01265 -0.13611 0.01142 -0.1342 0.0108 C -0.12969 0.00926 -0.12153 0.00833 -0.11771 0.00802 C -0.09861 0.00833 -0.07951 0.00802 -0.06042 0.00926 C -0.05833 0.00957 -0.0566 0.01142 -0.05469 0.01234 C -0.05278 0.01296 -0.05087 0.01327 -0.04896 0.01389 C -0.04722 0.01419 -0.04566 0.01481 -0.04392 0.01512 C -0.01979 0.02068 -0.04844 0.01358 -0.03004 0.01821 C -0.02222 0.01759 -0.01424 0.0179 -0.00625 0.01666 C -0.00313 0.01605 -0.00278 0.01203 -0.00052 0.00926 C 0.00035 0.00802 0.00156 0.0074 0.00278 0.00648 C 0.00365 -0.00185 0.00174 -0.00216 0.00191 -0.00525 Z " pathEditMode="relative" ptsTypes="AAAAAAAAAAAAAAAAAAAAAAAAAAAAAAAAAAAAAAAAAAAAAAAAAAA">
                                      <p:cBhvr>
                                        <p:cTn id="6" dur="16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6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5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" grpId="0" animBg="1"/>
      <p:bldP spid="59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9802C072-9904-0BDA-0946-C3E9280CD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BC3F055B-7C78-0116-C237-2B54547CE691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C87BFADC-17DE-1920-600B-398B3A57D86C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3A027683-17CF-D573-C93E-1F46E760F6B9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90161348-371B-3DD7-A70B-6F3D5016D175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01158573-D1AE-A485-87E0-0EAC46CAC77F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6BDB1784-B7B5-3007-723E-0911A05AD428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5A49D9AB-AA3C-5C29-B894-B92F121BE527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474F6162-3041-59B6-4B32-2524F57E0C7E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1FB6B927-30DE-A99A-6656-E774CC96EAAD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DD84DC33-7208-73E5-9C85-1CEE0CD00E33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94B771ED-508A-8B14-00CE-018215F116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05299" y="2709670"/>
            <a:ext cx="3333401" cy="579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['Churn'].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value_counts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D2A0FCAF-F50A-CD45-BBB6-40A5823D2532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7F780D3F-D429-C037-273B-273B1A7F64D7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5C65E93A-4698-49D0-DC7C-E94218610EE2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75711ED4-1A76-0188-4FA7-FD38CF29629E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0EC10328-C14F-A215-E59E-5471A7BF5ADF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6AEF552B-5720-E9B2-E437-DECF7915B28E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7077C586-7912-26FC-C8C2-472B1FEC4E84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E276AB7B-50AC-6BFC-1557-99485BAE5046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3DA2A3CB-9CC9-2563-59F1-64DC3B7F22F5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58138044-4662-33C4-480D-B21D8098265F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EC16517D-D80E-8F2D-B66E-5366391F2B10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1B9229E9-D0A3-E2FB-A98C-18C4383C9ADB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F5EB50B6-6CC9-7AB6-E805-5129A573902C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71CB0A46-C13C-13AA-BA8F-714F6AC848A7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9BE3B8B6-7D0A-DC2B-7983-5B47C4627168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F0E6AA86-9B54-B057-74B9-C2A8F22EB96E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9B755305-EE65-6413-4BC0-FD66ED69C456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044CB605-885A-6506-E1D0-3442CEAB9145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AFB287BE-E44E-EC0E-EFDB-BDF2DE9E00AF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90;p33">
            <a:extLst>
              <a:ext uri="{FF2B5EF4-FFF2-40B4-BE49-F238E27FC236}">
                <a16:creationId xmlns:a16="http://schemas.microsoft.com/office/drawing/2014/main" id="{41023E72-4019-ACB8-855C-56DB8DDB4EBC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3" name="Google Shape;591;p33">
            <a:extLst>
              <a:ext uri="{FF2B5EF4-FFF2-40B4-BE49-F238E27FC236}">
                <a16:creationId xmlns:a16="http://schemas.microsoft.com/office/drawing/2014/main" id="{46D6755A-3F03-84E1-491D-2892A25D0D14}"/>
              </a:ext>
            </a:extLst>
          </p:cNvPr>
          <p:cNvSpPr/>
          <p:nvPr/>
        </p:nvSpPr>
        <p:spPr>
          <a:xfrm rot="189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575;p33">
            <a:extLst>
              <a:ext uri="{FF2B5EF4-FFF2-40B4-BE49-F238E27FC236}">
                <a16:creationId xmlns:a16="http://schemas.microsoft.com/office/drawing/2014/main" id="{9131E719-65BB-8F6D-1A7A-F3FBAADD17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4852" y="1665299"/>
            <a:ext cx="3863166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Target Variable</a:t>
            </a:r>
          </a:p>
        </p:txBody>
      </p:sp>
    </p:spTree>
    <p:extLst>
      <p:ext uri="{BB962C8B-B14F-4D97-AF65-F5344CB8AC3E}">
        <p14:creationId xmlns:p14="http://schemas.microsoft.com/office/powerpoint/2010/main" val="230626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285 0.22284 L 0.13108 0.22284 C 0.0724 0.22284 8.33333E-7 0.1608 8.33333E-7 0.1108 L 8.33333E-7 2.71605E-6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42" y="-111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CC7C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FAF9266D-B02B-F120-D168-4E51711C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96D6F475-51F4-845F-082D-EA0C7780ED0F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F36CF0D8-3732-0398-7894-B84245C940A3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3988BD4E-85D6-2E30-90D2-E4711C005ED5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2C5830F5-41B6-D8F1-27FC-D8BC90F17A4C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72A778D0-0617-4E0A-E12D-80A25BF25B85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BB6D4C6A-951A-38E5-6B7A-7B363401188B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8CA0EEFB-1334-063B-44A4-82536946ACD6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6BA385C0-C94B-8420-FD81-FDEDFF512962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F2030EAE-EEB5-8713-FAB9-5ACB9048ED48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4A8A2FEE-8FF6-8527-164C-023A37F65900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2EC9DC26-04F1-65E8-8FAE-1C7FA839F35E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8BAE4B8A-96AD-13D7-5410-C5BB01DAF8CA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59B7D8B5-1157-282B-F65B-EE0315E39A0D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B18C57DF-543B-FAFE-309F-58B130824BBD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5EE4CC13-0D25-1065-3B88-88C85608C4B7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95D6DC78-BC18-AA98-8E29-1DC77C7E7455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96937436-E133-C738-672E-E096CCAC4873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7B9A38AE-71F4-7790-C9DE-60B2EF11E6B4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E6FCBD64-6B51-B40D-3CCA-87019B9112D0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856790D7-048E-3EFD-85D7-6E49472C313E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6AC45566-F448-A74D-29A6-6232B892BF79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3679C584-7BBD-0273-05F5-DFCDDACDB8E9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58CB7B5B-6D7B-744C-B9E6-76AD08B1D431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960E37E9-ACDC-CBFA-61CD-1C8C74C4B498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8B859C83-8160-CD81-ACEF-E8A5EF5A826C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4039AE76-90A9-DD83-8C72-D2F04FC8B43E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6AFCDDC5-C68D-651D-19E2-B4EFBC11A00C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D2112E0D-E4D6-1C7D-9656-F70786EF3A8A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C26BC5E7-6349-C2CA-6B7C-9367BE6B636D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8149A378-F7C8-4799-A7AE-71BBCA675ACC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382D50A3-CEF3-C08A-6FBC-88E34309091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9586" y="670797"/>
            <a:ext cx="1503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C92A03EE-FB8E-F739-8844-CD0B1285CC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8840" y="216676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Key Features</a:t>
            </a:r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FF9673FE-8DA1-46A5-1336-3A39C6B584F0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147498CC-7C21-41FC-21E7-868A861A4F55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E8552753-ACFD-23E5-8C7A-8334A325B9D3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C7902455-BFC1-3D4E-9D0E-41F1616C5272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136EAC78-E73A-E528-2571-2BCF9A83FA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Highlights important features that may influence customer churn.</a:t>
            </a:r>
            <a:endParaRPr dirty="0"/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9FB20FDA-79AF-A814-0B6F-C82B4EAF8FBE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ECA38453-570B-0F56-4DE3-AC5BE9A2948D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11D733C4-C2D5-7285-9271-32383DEC56D8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B35DE0F6-5946-EC69-8C7B-DEC340A564F2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7C890570-0E0D-884A-D5F0-3021588E3433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94AD47CB-8A0D-B9A2-5230-592CFABF1DCC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E777D870-2E17-621E-D132-46B40CB0C965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DF728608-0611-3783-9467-D1297D82E6BC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6C3875FC-ED98-0098-9A24-3F8100E63505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798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5294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5294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E039F224-72EA-B893-D5C6-B4902440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B5E98E61-387B-6B25-B1A4-A2C1F765F952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C8E136C1-FC0C-FF29-07B8-93BFB2A298BC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7DB4C0A7-B5B9-2434-F1E6-565C37261AE6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E0794FA9-1E93-1C7F-8F9F-493C73F30583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66E5775D-2649-6877-B925-4A864B454E69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9EF413FC-0DE5-87C8-E164-6208A5D11DAD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EA72C638-7D5D-F1C2-FEA9-7C2CE69FE330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43556168-5B3D-0915-9D62-B2C8E76B2CD5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209B5025-CAE9-F95B-66E7-DB6FCE14FDDC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751EC24C-188D-91FD-9015-F8B3397504EA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33">
            <a:extLst>
              <a:ext uri="{FF2B5EF4-FFF2-40B4-BE49-F238E27FC236}">
                <a16:creationId xmlns:a16="http://schemas.microsoft.com/office/drawing/2014/main" id="{CB11723B-52C7-4BE3-0231-ED377B362E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8606" y="1472052"/>
            <a:ext cx="3315658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Key Features</a:t>
            </a:r>
          </a:p>
        </p:txBody>
      </p: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4ED6C155-F381-D2B9-54A6-A15E43880BE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59966" y="2436904"/>
            <a:ext cx="6020292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We focus on features that might influence churn, like how long a customer has stayed, their contract type, and their monthly charges.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D94DAF20-0F76-7BD5-C488-5049BF2B9CA1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DA9A7CF5-0546-A67F-8B2B-F173744F91AC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0B3CC43B-CB57-46DC-4DE7-1E01A381152B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A0635F75-DACB-24A3-81FA-C09CFDAEEDF5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95D865A6-D9EC-1443-DAC7-AFF0C1FF73B5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E3D5C2CC-95C5-801F-EE42-6EAC62B4F84E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EA0D7125-104A-640A-828C-A769EBE33501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BDB90CA4-1B10-A124-7C73-4C2EF05470A1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8C5EE937-2EF1-7573-D7AB-1EAC728AD709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EBB2E0E7-9F10-D761-8B62-C754D1598568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116ADE41-6AFE-69EA-7E4A-9682D7E911C7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4FC1E218-34E9-BC9D-B319-A87113C328D2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775AF878-E63A-889B-11DA-B6BBA60D8719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0" name="Google Shape;590;p33">
            <a:extLst>
              <a:ext uri="{FF2B5EF4-FFF2-40B4-BE49-F238E27FC236}">
                <a16:creationId xmlns:a16="http://schemas.microsoft.com/office/drawing/2014/main" id="{09A16104-1B6D-3063-6A6C-AF730B8712C7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591" name="Google Shape;591;p33">
            <a:extLst>
              <a:ext uri="{FF2B5EF4-FFF2-40B4-BE49-F238E27FC236}">
                <a16:creationId xmlns:a16="http://schemas.microsoft.com/office/drawing/2014/main" id="{15E8A54B-078B-0A11-E7EE-1652EB9CA326}"/>
              </a:ext>
            </a:extLst>
          </p:cNvPr>
          <p:cNvSpPr/>
          <p:nvPr/>
        </p:nvSpPr>
        <p:spPr>
          <a:xfrm rot="-27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57E330E1-63A8-DAEC-9799-A43625C870D3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B79430CE-75CD-98D7-B350-DD1BC108F0C3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1DA14439-43CC-ABA8-B1C1-B9DC9D59DD12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9B87BF67-70D6-A3DA-6B4F-2D5BAA826FC2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B60EB439-DC2D-7A06-7B37-97932051884F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111E9D3E-4290-4F17-5D64-C02846E7649C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2395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8 0.008 -0.017 0.016 -0.021 0.026 C -0.025 0.037 -0.027 0.05 -0.029 0.063 C -0.031 0.076 -0.029 0.087 -0.027 0.099 C -0.025 0.11 -0.022 0.122 -0.015 0.132 C -0.009 0.142 0.001 0.15 0.012 0.156 C 0.022 0.162 0.034 0.166 0.046 0.168 C 0.058 0.17 0.07 0.17 0.081 0.168 C 0.093 0.166 0.104 0.161 0.113 0.153 C 0.122 0.146 0.13 0.137 0.134 0.126 C 0.139 0.116 0.141 0.102 0.141 0.091 C 0.142 0.08 0.141 0.067 0.136 0.056 C 0.131 0.046 0.122 0.038 0.11 0.034 C 0.098 0.031 0.086 0.035 0.078 0.042 C 0.071 0.049 0.066 0.06 0.065 0.073 C 0.065 0.086 0.066 0.098 0.071 0.108 C 0.076 0.118 0.075 0.12 0.095 0.133 C 0.113 0.147 0.131 0.143 0.142 0.144 C 0.153 0.144 0.162 0.14 0.173 0.136 C 0.185 0.131 0.195 0.122 0.202 0.114 C 0.209 0.106 0.212 0.096 0.216 0.08 C 0.219 0.064 0.219 0.056 0.219 0.044 C 0.219 0.032 0.219 0.02 0.219 0.008 E" pathEditMode="relative" ptsTypes="">
                                      <p:cBhvr>
                                        <p:cTn id="6" dur="1100" spd="-1000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5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" grpId="0" animBg="1"/>
      <p:bldP spid="59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02E37B7C-FBAB-F820-5A88-AC465751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DDC70956-FA6D-33ED-CF36-863257903205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42AA1A85-2B01-A0E0-95C5-E01EF0D89D43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6A75EA15-458D-AB4E-6954-F774A65E7F3F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4331E328-40D3-898F-EE92-05FB50B677AB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588B4542-179E-D293-737E-E5F04A27BE71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5B80E15B-BAC4-7219-ACB7-A6574BA342EC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E6F1664A-7F97-AA7B-7EBA-68AE6B8FC76E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BA0AD08B-7539-1F20-D503-1A6FBF4A1C12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FD35E636-5EDC-E583-99A1-294BA0D8B2DA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62D77D8C-2551-61AB-B194-C1E66F5BFD2B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3261D8CD-367B-0C89-6E81-8A70E704596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24655" y="2502752"/>
            <a:ext cx="4903216" cy="576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features = ['tenure', 'Contract', '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MonthlyCharges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']</a:t>
            </a:r>
          </a:p>
          <a:p>
            <a:pPr algn="l"/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[features].describe())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DB58DAA9-DAFD-640A-919C-76A1CE8966A2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6ACD229B-0786-1305-0070-22508A1FD2DF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86E6A313-392A-B71A-30D7-8F1A076B278C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0345E08F-DBFE-643C-E600-5FE45747C141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183E9B15-D2DB-229C-40F3-1B64440FBFD3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6DB6D612-A3D1-1354-FA63-325C438E4645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88895A24-359B-480E-2F8B-13A456A1C4E5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FA8CF10B-7D8C-B988-E3F6-FF0F425DDE9B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F328E40F-6059-A795-2489-21E5FC46B4F6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92BA0E98-21E4-9BBA-0A75-4FFDB4FE5C3A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F553A275-8D25-B98B-015E-462CB46E8CE4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252C2ABF-A591-5FCE-50BB-63AD0E969860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2C0A907B-675A-3803-A2B9-E3F8D72B7EA4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7705F9A1-CABB-ED6C-7CF8-B963AC9636BB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70E3402F-B426-CE0A-ECD5-976986E68780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B7D9332A-CAB2-EB76-1D15-71E3A7FB7E06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6ACE915E-FE29-B582-CBF8-11EA13781DAE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969F47EC-E0C8-FD3B-031B-F1B7EA69773E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F302B34B-DAAD-1F2A-83E9-AA25D63600CD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90;p33">
            <a:extLst>
              <a:ext uri="{FF2B5EF4-FFF2-40B4-BE49-F238E27FC236}">
                <a16:creationId xmlns:a16="http://schemas.microsoft.com/office/drawing/2014/main" id="{12DA10DC-F75A-9F5D-75F1-535F33C01187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3" name="Google Shape;591;p33">
            <a:extLst>
              <a:ext uri="{FF2B5EF4-FFF2-40B4-BE49-F238E27FC236}">
                <a16:creationId xmlns:a16="http://schemas.microsoft.com/office/drawing/2014/main" id="{72FC9C16-CC15-C442-FB1A-35390B845616}"/>
              </a:ext>
            </a:extLst>
          </p:cNvPr>
          <p:cNvSpPr/>
          <p:nvPr/>
        </p:nvSpPr>
        <p:spPr>
          <a:xfrm rot="189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575;p33">
            <a:extLst>
              <a:ext uri="{FF2B5EF4-FFF2-40B4-BE49-F238E27FC236}">
                <a16:creationId xmlns:a16="http://schemas.microsoft.com/office/drawing/2014/main" id="{D1BB46FD-7FC7-08DC-8FCB-59E4FE2A3C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8606" y="1472052"/>
            <a:ext cx="3315658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2903654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285 0.22284 L 0.13108 0.22284 C 0.0724 0.22284 8.33333E-7 0.1608 8.33333E-7 0.1108 L 8.33333E-7 2.71605E-6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42" y="-111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CC7C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EE6EE7CC-C574-F31A-2CE9-9B552CCDC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92C60C4F-29FD-32CC-1A3D-0919AA2F4D58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F690834A-3E43-921B-6589-C8098F54F9C6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B0D83AB3-EC54-062C-DBA3-06551E6AAE00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9AEA2123-7389-73AA-5DD9-AFE940EAF987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9F2CC48D-3D23-B41C-E761-02572A280BED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FA4CCB4B-139A-A90E-B718-5BCD07EEC548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A42DEA37-06AE-618B-203C-977AB981F4AE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EB233487-D6F3-39DF-45B1-272D6F03B9E1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B4168FE0-2F46-E6F2-099D-F4EFF8EF57B7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7EA37B5A-35DF-6D17-E8BB-A849A7FB73FF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94853A04-E768-0F53-7077-B45B3E915E04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2F624E06-94AB-F12E-E814-F4C505EB4CCD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5B3AD951-1A8B-C926-6046-C98D6CBFB630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957BC3DA-5B3A-0B50-0A0C-21D003D60474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1C763CE2-057E-148D-1E72-ECD60496472D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6CA6CD4C-42E0-C2A6-EF83-18A4587F46DA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DCED7885-A246-BFA4-F9F7-5B140A57D2C7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BA1854F0-F893-D048-1E7F-8B75F1365A6D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CE07B65C-AD64-2FC4-6FD3-A91185B7DD33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2692267A-0AA8-E2BB-89DA-11343743DEE3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92DC8680-A260-55DB-E72C-47AFAE04C3C2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4FB48ED1-C926-C711-58B2-2D3FB7985650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D4FBCA9C-2FBE-483A-6711-F2205B10A1D8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F4A2B28A-ED36-D4AF-A7F2-3BAFF75523EE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0169F7D6-CB60-0C49-ECD5-EA906F18D8E3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396652DC-985F-2DC1-21AA-200939980975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A5B4D35E-C7FA-6272-C22D-75CCC0E35A2F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637A1837-2C1C-30B8-20C3-60E217C1C854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41BF90D1-D683-3273-D575-921685CC0916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F326C6A2-C2BB-DC1D-544A-78782743B187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D6CB9E35-7922-4B2E-396C-5E98D5EB9AE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9586" y="670797"/>
            <a:ext cx="1503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0436BC81-BFBC-6FF0-AE19-3893BA78E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2365" y="2240135"/>
            <a:ext cx="557785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Data Cleaning</a:t>
            </a:r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0B7EC758-6B55-45B4-2472-051F9BAA0C90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F8A1D4EE-4E51-EEB4-8A39-D674E5F056CB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4C3B00C2-6528-0D40-8CE0-DD26EC2B05C6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41DB6897-44FA-A20F-56FE-46A6CF6E7B02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A7880721-6155-5B3B-B1DE-2AD530E93B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Scales and encodes data to prepare it for machine learning algorithms.</a:t>
            </a:r>
            <a:endParaRPr dirty="0"/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549B628B-E600-AA0C-CF9C-C1B59F98586B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887CAF0C-3E63-9347-3CFE-C134B364CBBE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9D98FE1F-81B7-1C9E-FEBA-E65AE85737B7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D376A29D-9BF9-1770-2D6B-D9B1C470019E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A855A1B6-3FFD-6570-ADAC-40D39F8BABF8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73A459C1-9CE0-98D2-2B90-489AE93A21F6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3A4ECE9A-2B6A-1201-CDE6-30D650486E00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8D66A93D-F9AC-F303-F133-5DC7CA4EE9D4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C1194F53-9469-55AC-C08B-6275ED3F60FF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836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1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1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7E83B575-73C6-3BFF-478F-520A911B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2FCD1706-8FF0-998E-D815-6951C8F2B4E5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0661D50A-C8F2-A78C-3422-C124F1CA5CC8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DA469D00-B53E-A07B-16CE-575927E9B054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9B566E04-7A75-583A-27B9-11FD2CE4C5AC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ADC2B997-850D-196A-8283-07C55A9FA750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12DE2C9A-F22F-B9BE-F467-BCE34625B48F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07869382-5443-FF15-9E88-20F6DD2E0469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FAFD9F36-44B0-F672-637C-63D6776235CA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3248F0A4-5D23-C682-6B7F-D40A2E728BAC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481B4888-E6D2-4FBB-678C-EF88F0C627E7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33">
            <a:extLst>
              <a:ext uri="{FF2B5EF4-FFF2-40B4-BE49-F238E27FC236}">
                <a16:creationId xmlns:a16="http://schemas.microsoft.com/office/drawing/2014/main" id="{38E1A562-8D71-ABED-E057-5A54E4F837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3234" y="1589452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Data Cleaning</a:t>
            </a:r>
          </a:p>
        </p:txBody>
      </p: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30B9FF7B-0FFF-6B3F-9ABC-5CE9929D63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57400" y="2458101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We remove or fix any problematic values (like empty spaces in ‘</a:t>
            </a:r>
            <a:r>
              <a:rPr lang="en-US" dirty="0" err="1"/>
              <a:t>TotalCharges</a:t>
            </a:r>
            <a:r>
              <a:rPr lang="en-US" dirty="0"/>
              <a:t>’) to ensure our data is ready for analysis.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9A8CB5BC-AA04-0135-1108-18E8FD0DE2E2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42A9BB95-B607-08EF-2E66-A1796C4C7CFF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E18BC4DB-CC58-9BDD-A820-6662D5856647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6EF2ABF5-6670-1E5B-B135-52C7402928DA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F91C67FB-DDB0-D71D-3873-40AF54938D99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FD6AF747-72ED-ED2E-6667-5BB512219E6C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C76AA179-9C2A-C601-6D10-B66AC38009A8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DC65584E-B7AA-88E2-FE79-BB11FB40616C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C6D7EB3A-E0D2-709A-042C-CFFDE1A37A09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F2C29180-D60C-4B3F-083E-85FADF8EEA50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FA344828-B1E4-FD62-91DF-62F7AC509DD4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F46FD6EE-D450-F25A-263E-473F875F3B38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4845C493-2C9D-4FCE-E08B-6F825AE54DBF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0" name="Google Shape;590;p33">
            <a:extLst>
              <a:ext uri="{FF2B5EF4-FFF2-40B4-BE49-F238E27FC236}">
                <a16:creationId xmlns:a16="http://schemas.microsoft.com/office/drawing/2014/main" id="{D626B924-0181-B366-D728-BC8B9E0ECF47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591" name="Google Shape;591;p33">
            <a:extLst>
              <a:ext uri="{FF2B5EF4-FFF2-40B4-BE49-F238E27FC236}">
                <a16:creationId xmlns:a16="http://schemas.microsoft.com/office/drawing/2014/main" id="{DF9B29B7-F5D5-0E8A-A182-80253C122243}"/>
              </a:ext>
            </a:extLst>
          </p:cNvPr>
          <p:cNvSpPr/>
          <p:nvPr/>
        </p:nvSpPr>
        <p:spPr>
          <a:xfrm rot="-27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8ABC9CA4-DC45-F889-DA6E-6AFDA52C22A1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D76A6716-2683-8326-279F-1492895ECCE2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80D10562-145E-B042-F151-24A5539C195B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69953961-40A3-B82C-2BD7-406D10757BE2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E157D796-F82F-D103-BF78-0ACEAB50DEBD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B9A268F6-4907-9595-28C2-286C2CCC8AD5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1038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-0.00525 C 0.00208 -0.00834 0.00312 -0.00988 0.00347 -0.01266 C 0.00486 -0.01976 0.00503 -0.02685 0.00347 -0.03426 C 0.00312 -0.03673 0.00139 -0.03735 0.00017 -0.03858 C -0.00295 -0.03766 -0.00625 -0.03704 -0.00955 -0.03581 C -0.01042 -0.0355 -0.01129 -0.03519 -0.01198 -0.03426 C -0.01979 -0.02747 -0.01302 -0.03179 -0.01858 -0.0284 C -0.02031 -0.02624 -0.02274 -0.02408 -0.02344 -0.01976 C -0.02431 -0.01513 -0.02257 -0.00741 -0.02517 -0.00525 C -0.02917 -0.00185 -0.03316 0.00216 -0.0375 0.00494 C -0.03976 0.00648 -0.04236 0.00679 -0.04479 0.00802 C -0.05 0.01018 -0.05504 0.01389 -0.06042 0.01512 C -0.0658 0.01666 -0.07135 0.01605 -0.07674 0.01666 C -0.07795 0.01728 -0.07899 0.0179 -0.08004 0.01821 C -0.09375 0.02068 -0.09688 0.01913 -0.11285 0.01821 C -0.12222 0.01481 -0.11094 0.01852 -0.1276 0.01512 C -0.12899 0.01481 -0.13038 0.01419 -0.13177 0.01389 L -0.13906 0.0108 C -0.14497 0.00555 -0.14063 0.00864 -0.15052 0.00648 C -0.15469 0.00555 -0.15868 0.00463 -0.16285 0.00339 C -0.16389 0.00308 -0.16493 0.00216 -0.16615 0.00216 C -0.16997 0.00123 -0.17379 0.00123 -0.1776 0.00061 C -0.17917 2.71605E-6 -0.1809 -0.00062 -0.18247 -0.00093 C -0.18854 -0.00216 -0.19983 -0.00309 -0.20538 -0.00371 C -0.22153 -0.00772 -0.20469 -0.00402 -0.23993 -0.00679 C -0.24288 -0.00679 -0.24583 -0.00772 -0.24896 -0.00803 C -0.25712 -0.01173 -0.25816 -0.01297 -0.26858 -0.01266 C -0.27379 -0.01235 -0.27899 -0.0105 -0.2842 -0.00957 C -0.2849 -0.00772 -0.28576 -0.00587 -0.28663 -0.00371 C -0.2908 0.00679 -0.28906 0.00463 -0.28663 0.02685 C -0.28646 0.02808 -0.28576 0.02963 -0.2849 0.02963 C -0.2809 0.03117 -0.27674 0.03086 -0.27257 0.03117 C -0.26806 0.03457 -0.26493 0.03765 -0.26042 0.03858 C -0.25625 0.03919 -0.25208 0.0395 -0.24809 0.04012 C -0.2309 0.0395 -0.21372 0.03981 -0.19635 0.03858 C -0.19479 0.03827 -0.19323 0.03611 -0.19149 0.03549 C -0.18698 0.03395 -0.18229 0.03271 -0.1776 0.03117 C -0.17587 0.03086 -0.17431 0.03055 -0.17274 0.02963 C -0.15833 0.02253 -0.17622 0.03179 -0.16042 0.02253 C -0.15156 0.01728 -0.15208 0.01975 -0.13993 0.01389 C -0.13802 0.01265 -0.13611 0.01142 -0.1342 0.0108 C -0.12969 0.00926 -0.12153 0.00833 -0.11771 0.00802 C -0.09861 0.00833 -0.07951 0.00802 -0.06042 0.00926 C -0.05833 0.00957 -0.0566 0.01142 -0.05469 0.01234 C -0.05278 0.01296 -0.05087 0.01327 -0.04896 0.01389 C -0.04722 0.01419 -0.04566 0.01481 -0.04392 0.01512 C -0.01979 0.02068 -0.04844 0.01358 -0.03004 0.01821 C -0.02222 0.01759 -0.01424 0.0179 -0.00625 0.01666 C -0.00313 0.01605 -0.00278 0.01203 -0.00052 0.00926 C 0.00035 0.00802 0.00156 0.0074 0.00278 0.00648 C 0.00365 -0.00185 0.00174 -0.00216 0.00191 -0.00525 Z " pathEditMode="relative" ptsTypes="AAAAAAAAAAAAAAAAAAAAAAAAAAAAAAAAAAAAAAAAAAAAAAAAAAA">
                                      <p:cBhvr>
                                        <p:cTn id="6" dur="16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6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5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" grpId="0" animBg="1"/>
      <p:bldP spid="59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4D318105-0DBB-75DE-24A2-72F91362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5B49F836-B37D-4F39-BD3A-F2A227DD694D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C7AD1163-A53C-C647-DC7C-0FC7DCC4C0CE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9048CF0A-4B60-875A-2515-1EFA50BA11A3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1D936381-6A71-968C-8F21-3F023B23B128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58B4BD64-6364-DD68-510F-72972A716A43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A08351F0-4F11-3366-9E23-EB0B726CDA1C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5AE7D9D8-C73D-0741-E45D-5E369FBD51DC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60774919-4C27-E41A-7E24-C5E0A70F7AFC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9CDB59AB-0FDB-116A-4328-E3D635B5D253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2CBED88B-3EFE-1A75-9F0E-8158C404F95C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9C1E83D2-122D-E77D-74FE-8F066334D1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39479" y="2559710"/>
            <a:ext cx="5113912" cy="600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TotalCharges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'] != ' ']</a:t>
            </a:r>
          </a:p>
          <a:p>
            <a:pPr algn="l"/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TotalCharges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'] =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TotalCharges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'].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astype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(float)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24C5E846-E44D-436A-AF1D-9CFAC61A109E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D6FCB1E5-936E-2E87-A1C6-8E2781EE4ECA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81871E54-0D28-29EA-2318-48B2EA332166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497A9B89-472E-F4B3-E96A-1F620A17B811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16C60506-5896-804B-7180-A3EF296FF429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F0B1A54B-05E9-8323-1357-99F90AE365B4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C4B2AAFC-D3B9-962E-3675-15193E859553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1BF21881-C631-BDC3-F3B3-050CE1499E96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47220AED-F16A-8A48-E04E-50DC34962538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70E0868F-5CE0-E108-4B32-0A127AADFAA6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4ADBB944-48AE-2410-A22D-5CBCC83C762D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D46D0580-4F09-1409-C431-1AE7051D1F93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6F3593FB-F930-850A-CAAA-F2D71FB263A6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4708420B-7C1E-748A-005F-B77AA21385DD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8D71DDA3-6A20-1F96-4CE9-E244DB6F4C25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F0A6A5F6-18BB-B68B-1FB9-4AC98B990490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842DAF11-301B-82CE-A3F5-7A2796D21BDC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BDCB6D97-7C68-A3A9-4F51-7A451DBA5044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4C4E060D-95CA-A288-DE87-4141E1596E74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90;p33">
            <a:extLst>
              <a:ext uri="{FF2B5EF4-FFF2-40B4-BE49-F238E27FC236}">
                <a16:creationId xmlns:a16="http://schemas.microsoft.com/office/drawing/2014/main" id="{2272C05F-B8FB-9980-1003-5711E9A144C0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3" name="Google Shape;591;p33">
            <a:extLst>
              <a:ext uri="{FF2B5EF4-FFF2-40B4-BE49-F238E27FC236}">
                <a16:creationId xmlns:a16="http://schemas.microsoft.com/office/drawing/2014/main" id="{802E4D8D-5042-878E-6B12-F975EEEC50CA}"/>
              </a:ext>
            </a:extLst>
          </p:cNvPr>
          <p:cNvSpPr/>
          <p:nvPr/>
        </p:nvSpPr>
        <p:spPr>
          <a:xfrm rot="189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575;p33">
            <a:extLst>
              <a:ext uri="{FF2B5EF4-FFF2-40B4-BE49-F238E27FC236}">
                <a16:creationId xmlns:a16="http://schemas.microsoft.com/office/drawing/2014/main" id="{D0B67E8C-3804-34D3-9467-145CFA89AF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3234" y="1552172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Data Cleaning</a:t>
            </a:r>
          </a:p>
        </p:txBody>
      </p:sp>
    </p:spTree>
    <p:extLst>
      <p:ext uri="{BB962C8B-B14F-4D97-AF65-F5344CB8AC3E}">
        <p14:creationId xmlns:p14="http://schemas.microsoft.com/office/powerpoint/2010/main" val="3515870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285 0.22284 L 0.13108 0.22284 C 0.0724 0.22284 8.33333E-7 0.1608 8.33333E-7 0.1108 L 8.33333E-7 2.71605E-6 " pathEditMode="relative" rAng="0" ptsTypes="AAAA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42" y="-111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CC7C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BE40B2D2-68D1-B033-0BED-BF28A183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C918C4C1-DD90-6E94-4C14-51CA884E7AD2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BA13585E-2CDC-7925-25E7-3BAD8967E620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3E7E11D1-8B60-2E1E-860A-4187CF4C0EA2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C6F5F733-C20F-ED1B-DD75-DAFE1184FE08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39FEF464-3A12-3BE8-4824-BF31164FCCB0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D53DE868-2E35-CFA9-C39A-AFF7D0282AA2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ED36EDCF-F49F-5D85-660A-6F93CB234A86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DE4497FA-4ECE-F77D-F45C-13622CAE864A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A0AF0B72-27B5-25EA-9C66-21FE8069FE83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5EA70A26-92BD-322F-3CD6-1DBE30152964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C41E9F69-F869-1CE0-DC23-1FEA1E2F75E4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B029A3BF-362E-8F6E-53DE-2C97DC156CCA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C90C7582-9772-1091-0F6C-9AE21A4C85E5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C6AD5DB9-A606-B81C-BF80-AB6B4DD1950C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8F1563F0-81A8-A756-50B6-427D1ED73C37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9FDC932F-44C3-FF1C-E674-4C90B58BF672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009D5D05-0223-0DC7-A328-3B50A6284A10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8EF54C6F-1E3D-94A5-3509-A8A54DAC7B67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0623DB21-36C9-C641-9868-4D8FDADF6431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46F9C1B8-B803-D9CA-AE6D-ECA67B61C991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3003E943-2994-C50E-27B7-7E575A76E350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405D9FD8-6ABA-D76A-25B9-BE69A487060B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214F9B90-2CB1-73BA-70DC-3E4CD38196D5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3417C0A2-F9AB-0757-4A2B-8C2E0558AF85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607B5D0D-D9F0-A24B-B9C1-6B0F224DA95E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A097432E-3CDC-ABCF-BE35-774EF0D46A09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81D78B53-7D6D-F774-7C43-E962233B5467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F2C62396-96CF-8BB6-7231-CEE97A77831A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D02B31DF-EFFF-8D9D-FE09-7FD770DE381E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D0D1367F-5887-FF28-C927-C9E37E0E9FEA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CCC7EFE3-D79E-5F4F-5A45-5F71D8414A4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9586" y="670797"/>
            <a:ext cx="1503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63A52B06-6934-60B8-A0CD-FBAB008AC5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3818" y="1768215"/>
            <a:ext cx="6214944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Encoding Categorical Data</a:t>
            </a:r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A6FDA0D1-1A6A-AC89-CDA6-F2DCDE79E075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0B787FB8-CA8E-A275-7012-EC9F438FB9C5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D2CADE9B-A8FD-2036-06F9-D06DD0844CB3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0943B763-1A19-88EB-E0B7-3FC92A58C532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51F75A3E-9BEE-180D-54A9-BE2F8A36659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Details the conversion of text categories into numerical values.</a:t>
            </a:r>
            <a:endParaRPr dirty="0"/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8D021198-154B-075F-1B0E-2A69916FEA43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8326E7CE-4FBE-89E3-4B50-ACF129DB0A93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BAD4E37B-CBF9-D915-067B-A6A505EFBBAE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E6D1189F-0731-273B-32FA-22F00265A6E6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F11F5503-5747-6A37-4A37-F44CA884A67D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7D9EB110-360B-2AEF-CF36-93D78101FF34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DEF108E6-E850-7505-D494-0E9949460160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C6F5AD80-C440-82C7-6A43-1D2C1DB5C2D0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60F55369-960F-214C-6994-C4591AE3C49C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1104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1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1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F8A1ECCC-9B70-89BE-F8BB-9F0D8823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15AE5432-2AA2-3EAD-0D1C-1A65EA5DB79E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E72ACBE5-B4EA-7430-DACE-AA30FDB03166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AC72C9E3-70E2-9292-59D8-AEBF0FF1463D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05056E7B-696B-9BFB-6353-C151525EAAB4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10CBFB93-B448-B963-837B-A9B03D4BA2E9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F9816892-62DA-D61A-0EFF-E8009A450E39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1E83EE27-E2E3-3903-69F5-D42CF4488B92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42FE1535-E073-7C0D-101A-136FCF5796E9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2611DA4D-084A-96CC-76C1-CBE2ECEA0007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7E5EFD33-6F4E-1D7D-0BC7-E531545E6A05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33">
            <a:extLst>
              <a:ext uri="{FF2B5EF4-FFF2-40B4-BE49-F238E27FC236}">
                <a16:creationId xmlns:a16="http://schemas.microsoft.com/office/drawing/2014/main" id="{07E02987-107D-63BC-8A29-BB810A302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2778" y="1259336"/>
            <a:ext cx="4690141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Encoding Categorical Data</a:t>
            </a:r>
          </a:p>
        </p:txBody>
      </p: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6187755F-FEDB-7FC7-9464-FBFD1716B0E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61854" y="2622187"/>
            <a:ext cx="6020292" cy="607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We convert text categories (like contract types) into numbers, so machine learning models can use them.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F4B536C4-C56F-9A96-35E1-FF3E06E05F19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618094EA-8C2E-B20F-0B9F-D914D7EC48A2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0A041DFD-EB72-A955-B710-15E709377197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2B6A613A-CE29-A376-5D1E-18834C666C97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F5B2046C-E20A-467D-BC75-B172B5CA6B0F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7735EF56-8790-A0E7-BC7B-560B1844E79F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0ED92F72-098E-8CA4-4BC7-9CA8EA576F3F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1726CDB8-1715-F322-5BB6-14705DBDBAB8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47D13E47-B2D3-69CC-555C-52A160C5A051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4185C805-7641-FE4A-4094-145CF203497E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6D0F9951-046A-8540-CBBB-66387138F041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F0EEECC5-0A1D-4098-754C-50645807E0E3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EF2D63F2-27FB-44AD-527D-20FA4AAD10BF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0" name="Google Shape;590;p33">
            <a:extLst>
              <a:ext uri="{FF2B5EF4-FFF2-40B4-BE49-F238E27FC236}">
                <a16:creationId xmlns:a16="http://schemas.microsoft.com/office/drawing/2014/main" id="{359E7D18-219B-4452-EE55-E555ABC2A0D7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591" name="Google Shape;591;p33">
            <a:extLst>
              <a:ext uri="{FF2B5EF4-FFF2-40B4-BE49-F238E27FC236}">
                <a16:creationId xmlns:a16="http://schemas.microsoft.com/office/drawing/2014/main" id="{7B0B5A42-391F-D09D-B8C4-50D61C24276A}"/>
              </a:ext>
            </a:extLst>
          </p:cNvPr>
          <p:cNvSpPr/>
          <p:nvPr/>
        </p:nvSpPr>
        <p:spPr>
          <a:xfrm rot="-27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358F5087-AD3D-9916-FE08-E757CE653996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92458033-6693-70AA-604C-7782120DC619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C402121A-4094-E378-22E5-D2F488ADD855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707B2EE3-3B55-597B-787C-58CF144F0423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C0623FC0-38CF-2935-6FED-980DBDC681B2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E8C14C9C-D7A2-D275-C173-4703B98EC662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77707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8 0.008 -0.017 0.016 -0.021 0.026 C -0.025 0.037 -0.027 0.05 -0.029 0.063 C -0.031 0.076 -0.029 0.087 -0.027 0.099 C -0.025 0.11 -0.022 0.122 -0.015 0.132 C -0.009 0.142 0.001 0.15 0.012 0.156 C 0.022 0.162 0.034 0.166 0.046 0.168 C 0.058 0.17 0.07 0.17 0.081 0.168 C 0.093 0.166 0.104 0.161 0.113 0.153 C 0.122 0.146 0.13 0.137 0.134 0.126 C 0.139 0.116 0.141 0.102 0.141 0.091 C 0.142 0.08 0.141 0.067 0.136 0.056 C 0.131 0.046 0.122 0.038 0.11 0.034 C 0.098 0.031 0.086 0.035 0.078 0.042 C 0.071 0.049 0.066 0.06 0.065 0.073 C 0.065 0.086 0.066 0.098 0.071 0.108 C 0.076 0.118 0.075 0.12 0.095 0.133 C 0.113 0.147 0.131 0.143 0.142 0.144 C 0.153 0.144 0.162 0.14 0.173 0.136 C 0.185 0.131 0.195 0.122 0.202 0.114 C 0.209 0.106 0.212 0.096 0.216 0.08 C 0.219 0.064 0.219 0.056 0.219 0.044 C 0.219 0.032 0.219 0.02 0.219 0.008 E" pathEditMode="relative" ptsTypes="">
                                      <p:cBhvr>
                                        <p:cTn id="6" dur="1100" spd="-1000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5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" grpId="0" animBg="1"/>
      <p:bldP spid="59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D91C94F2-F2BB-78A4-8A60-D121F5892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92D549DF-5189-3005-EBA8-EAADFEC6EBFB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9D9B8674-1E97-DB77-CEC3-C382BDEB08D9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2A76707D-0836-C6C7-185B-B53FEFD61579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E9CD30D5-E33A-43BF-D3E1-6530608627D7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51BDE67A-B59E-1053-E417-E9AE061DDF3F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ADB239A0-C7C3-645A-2791-D6EF5B2FF9F6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DBAD5C0F-A873-CB78-CB8F-A7CC85F692FC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097BF486-EB7E-685D-E978-C25F1CF20049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7A4E508B-62DC-6864-E792-6276B14704F1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C6CCF73A-F103-884A-1102-F36105D9BDE9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3952367F-6ADE-8A27-4BC5-60F2B7C99D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79168" y="2494078"/>
            <a:ext cx="5951735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pd.get_dummies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columns=['Contract', '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PaymentMethod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'])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10EAFDD2-ACC3-C708-BA5D-82DAC57D9C3C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355140EA-27A3-1859-728C-1D7381F0145E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BC3FCEA3-FDCA-6AB7-7FDD-DDA2E5DF125D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6AD43F95-7F4E-7173-144E-706AEB08BCD4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7692125A-F9B0-5A49-9749-BDDA25F7E7E3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46DA141D-1D08-4258-A690-8873265D9D7E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C43587F8-70EF-0BD2-993B-8C13C0F32793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AA3AC9FA-4308-3797-392A-D5740A45A2D2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2B03945F-E6E8-FDBE-B3CE-CB8C2A7CC09B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8EBFD019-5F6F-1CC8-4BDB-49297D31EDE7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C3F0D088-F32D-C599-AD45-A4223F4CD822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CFA9B09A-B7E4-19CB-22CF-FF12B90D9B0A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30A77460-E288-71E7-B497-1EE812C07D62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1AFEE8B8-5290-3CF3-46D7-8667072363D4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DA68084B-69E4-3156-4B81-8C2179D56B00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E70E6131-4B64-A625-8F4F-2F829A5BE267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E91B4C94-1F65-2AEC-D725-9C4B5946B96B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CCB41B6D-0771-79C3-DBBA-252C3836E43B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A382D6F2-46E9-92DB-54E5-79F11FCAF3FD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90;p33">
            <a:extLst>
              <a:ext uri="{FF2B5EF4-FFF2-40B4-BE49-F238E27FC236}">
                <a16:creationId xmlns:a16="http://schemas.microsoft.com/office/drawing/2014/main" id="{C27E9D89-08AA-CE61-54AC-03442E1261DD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3" name="Google Shape;591;p33">
            <a:extLst>
              <a:ext uri="{FF2B5EF4-FFF2-40B4-BE49-F238E27FC236}">
                <a16:creationId xmlns:a16="http://schemas.microsoft.com/office/drawing/2014/main" id="{7D1646B9-0B52-6ADE-AE2E-5EA8DCC050F2}"/>
              </a:ext>
            </a:extLst>
          </p:cNvPr>
          <p:cNvSpPr/>
          <p:nvPr/>
        </p:nvSpPr>
        <p:spPr>
          <a:xfrm rot="189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575;p33">
            <a:extLst>
              <a:ext uri="{FF2B5EF4-FFF2-40B4-BE49-F238E27FC236}">
                <a16:creationId xmlns:a16="http://schemas.microsoft.com/office/drawing/2014/main" id="{122920B4-8427-B6FF-9D2E-E3DD5C9190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2763" y="1188442"/>
            <a:ext cx="4690141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Encoding Categorical Data</a:t>
            </a:r>
          </a:p>
        </p:txBody>
      </p:sp>
    </p:spTree>
    <p:extLst>
      <p:ext uri="{BB962C8B-B14F-4D97-AF65-F5344CB8AC3E}">
        <p14:creationId xmlns:p14="http://schemas.microsoft.com/office/powerpoint/2010/main" val="143847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9" dur="1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0"/>
                            </p:stCondLst>
                            <p:childTnLst>
                              <p:par>
                                <p:cTn id="11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CC7C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6C71336F-F6B4-C5B9-856F-662788F6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7026D3C8-1EA3-4849-BD4B-E8578864C6F3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C3159688-4861-8575-E940-513158375AF7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E76E3589-B173-E3C9-6A69-CB983DD0A2C5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94A948E5-D359-3A2A-7146-3DF660CBDFDC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2876C0B2-7DED-35E2-477C-1BCE251B0715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2DEAED22-61E3-6F40-49FB-00B72FE85510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1BE22CAF-B4E2-0826-50C8-A538CFD50121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0E5132C0-95CE-9BFE-533E-4A3692EF7599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13863DF6-51C4-8A39-18B2-DAE83E6F1ABB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37BED90A-F68E-B821-F172-E0C7C77FE57F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6A2C50F6-18CE-0236-DD20-A42FBD499EFC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267ABD54-CB91-A5EA-B1AA-23302A81B48A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A10DC878-7705-4B13-BCB8-B79E096DB8E2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EC6F55CD-AB79-7656-2E07-7379076ECCE2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F1F87916-1C7D-EE24-2F00-E46F163EC916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E6B9247C-4A09-832D-E54E-6DFB00527496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84582A8A-6D25-9718-3E86-56B130D26097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6D933A93-AEED-31B7-602D-1FAC7AFA709F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6C80B0FF-0860-F69C-F09A-FED7FFF97018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0247ACF1-08A2-B36F-7EAB-FDA0A3DBAD51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096A9F9C-D9DB-B05C-B0D2-BA724EB91565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19F40568-F691-EBB9-19E8-BA8E6D4FD86E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251C474B-3B4B-FC73-B8E7-725E05176378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934EC265-F3CF-68AE-EFBC-58143655BFE0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795010BC-2F6B-CB53-7CD3-F47319C5C3FF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C55770E5-4CF6-FF3B-52FD-F558326BA55A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2EEC754F-5FED-4A4E-A8B9-5F8FA383C783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8E5B35D0-5AD0-E917-EF9E-5A50BE5D2157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89CBCD1D-BBB8-D587-DFEA-0A72E396F455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95692DED-C3A5-36FB-6787-A5E314535E11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4F7C02BE-D3E1-A8DE-1FED-80F44E12686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9586" y="670797"/>
            <a:ext cx="1503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973EF956-82A6-8062-1E64-85D2E13C0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8840" y="219426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Model Training</a:t>
            </a:r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C433976B-083D-5463-5138-D4FD5EF26E6C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F03D0C38-7EEA-41E0-2CF1-2813CCB55459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1AD51CAB-E340-7263-7C7C-2381DBC96B44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3098F6F4-B72D-A88F-B8CE-8D07185E4BA2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E4E1D828-1D33-93F7-8BD9-250874F493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Outlines the process of training a machine learning model to predict churn.</a:t>
            </a:r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5560F80C-A4C5-74B6-6CA1-A02F24461568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70341D63-56E6-E284-31DE-C41D16D7D65A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E5598686-EDC3-587F-611B-C5FAAB4DDFFB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47D5E858-46B7-6C7B-D546-1F6170FAB543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5AAD94BC-EF08-2E93-6177-B40E4D8F0C3B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196FD5C8-7FD8-4A7C-3B5B-7AC2064949DD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DBC04EAB-FF52-C93C-DFF0-923E87DDDACF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4B0C36AA-06A6-C8F4-8A8E-A60B5A05BAEB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24289236-C3C4-BC58-9FE3-8C83C68A373B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620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8182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8182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2619796E-26C8-597A-C509-3BBC6EEF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C50DE2F7-7F3D-C8DE-8CEA-7351397BD3D7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9C3031CD-760A-1A49-EEDC-052B46C2CA77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DF719E26-5E26-FA16-279F-4EB745C5C928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29CB8030-7D93-3173-C47A-40B0ACBEF42D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C31AC5B0-F72E-7619-3CA8-124B6564A515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79DA232D-7354-D1B7-675B-33AA20F40EE3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C14EB721-BADF-2D38-A1D3-5A13C4575DDB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B9964EF4-8CFD-6E7D-5C87-F2633A35AC6F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8E48BE85-ED19-35E5-C783-86A363542FA4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E2712F7F-99E8-EE63-BC9B-4B8A2EA592CC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33">
            <a:extLst>
              <a:ext uri="{FF2B5EF4-FFF2-40B4-BE49-F238E27FC236}">
                <a16:creationId xmlns:a16="http://schemas.microsoft.com/office/drawing/2014/main" id="{03F31352-59F7-FE50-99CE-52DF85F06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9966" y="1633546"/>
            <a:ext cx="4690141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Model Evaluation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067F6100-2859-2EFE-A995-B6E6B312812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59966" y="2436904"/>
            <a:ext cx="6020292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We split the data into training and test sets, then train a logistic regression model to predict churn.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5E10F2D6-AA21-05DF-48ED-5E10EB60D489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E8A2849B-2245-7F19-960B-EA7F3FE3359D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351F9ACD-FE8E-37B7-C770-249B08579179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FA01EC96-528C-262B-56AB-123BA53A0C0E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764D2256-751E-707F-C61B-3C89D04A03ED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0F41FE36-094C-8D9D-0CCE-2C6F468A7CDD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81B423BC-71E2-1080-ED74-130B9FFEE198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56CFFC4B-6059-4DDB-B21E-D7C43C241CBC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A0FDDE7C-4439-CB7A-F68A-D56FB6740DA3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216C1067-94D4-299F-26EB-523EC864B950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B4FC9493-D1A0-31FA-2AF3-D73E74B2A8F2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35C0D746-1503-6D50-F875-C37279BB515E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472E48C3-F050-5F60-93CC-4F423BE880E8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0" name="Google Shape;590;p33">
            <a:extLst>
              <a:ext uri="{FF2B5EF4-FFF2-40B4-BE49-F238E27FC236}">
                <a16:creationId xmlns:a16="http://schemas.microsoft.com/office/drawing/2014/main" id="{D851C2F8-F6E8-8471-A7B6-D1F4B4DC1C32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591" name="Google Shape;591;p33">
            <a:extLst>
              <a:ext uri="{FF2B5EF4-FFF2-40B4-BE49-F238E27FC236}">
                <a16:creationId xmlns:a16="http://schemas.microsoft.com/office/drawing/2014/main" id="{1852E7B4-9765-F065-8EBB-B887875EBFFC}"/>
              </a:ext>
            </a:extLst>
          </p:cNvPr>
          <p:cNvSpPr/>
          <p:nvPr/>
        </p:nvSpPr>
        <p:spPr>
          <a:xfrm rot="-27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EB9C765D-3DAA-EE1A-9EFE-637094CFC877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A9A225C3-67AA-5BDB-3707-287F8D5E27BE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FA341C05-1B4D-6199-B1C2-8C6DFFD05871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4D0E548B-A0E3-30DB-224A-08BD8F979A6A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869D4EE1-8BAA-2843-9D42-62E0C54A73D0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34D70BC6-6502-0867-97C6-2C5AACA3D12F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8508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 0.053 0.007 0.127 0.025 0.126 C 0.051 0.126 0.053 -0.122 0.084 -0.123 C 0.112 -0.123 0.097 0.094 0.124 0.093 C 0.152 0.093 0.137 -0.064 0.167 -0.064 C 0.194 -0.064 0.179 0.042 0.203 0.042 C 0.226 0.042 0.214 -0.039 0.235 -0.039 C 0.247 -0.039 0.248 -0.017 0.249 0 E" pathEditMode="relative" ptsTypes="">
                                      <p:cBhvr>
                                        <p:cTn id="6" dur="1100" spd="-1000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5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" grpId="0" animBg="1"/>
      <p:bldP spid="59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BAF4EB5F-21BD-F6F6-D84B-BF266F1B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2D4205D4-BE5B-508C-E8ED-3FDA60A13E7C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47C91270-6696-451A-4BAB-CDD44410AFBB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F6C02E24-9D01-7F3C-384F-43F89F26CC8D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88510A33-6715-883F-E885-4A8C97087323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EA48B9EC-6C4A-A107-421E-58EB1A83C077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BD4179B9-8FD4-2694-45FD-9354C1C9F672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B4D1C5A7-8720-6940-8AD6-C4C6408CE974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2E0F5589-9BF6-26FA-9DBE-8D4F7B9BAA37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AC46249E-5E1F-EA3E-8421-0212B92CE9E9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69A36C5A-97CD-34C6-2123-8CFC78BC905B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0A3E002B-8AF8-90DF-69DB-8671EE48B9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97097" y="2224080"/>
            <a:ext cx="5613291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sklearn.model_selection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train_test_split</a:t>
            </a:r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sklearn.linear_model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LogisticRegression</a:t>
            </a:r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df.drop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(['Churn', '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customerID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'], axis=1)</a:t>
            </a:r>
          </a:p>
          <a:p>
            <a:pPr algn="l"/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['Churn'].map({'Yes':1, 'No':0})</a:t>
            </a:r>
          </a:p>
          <a:p>
            <a:pPr algn="l"/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X_train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X_test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y_train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y_test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train_test_split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(X, y)</a:t>
            </a:r>
          </a:p>
          <a:p>
            <a:pPr algn="l"/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 =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LogisticRegression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 algn="l"/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model.fit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X_train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y_train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3D03F603-945A-8B4D-62AC-8E36AE1C91B2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40EF5E7B-09ED-1BD7-A14B-6F0BD74A8135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252ACD0B-A4AD-29AB-B733-613C4DB85E55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63E5DABA-08A7-FEBA-D5E2-679840365FA4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80C13AAD-FBB2-2646-7D89-F247C87815E7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C994CF88-1617-1E28-DD04-B0513A1B8973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EA551396-B262-E735-021E-C525185E3565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5A53757D-E900-4469-9DF3-D5A6A0E869B8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8340D43C-53C8-3588-66EB-467DD19D874B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C9EDB04F-2964-AACE-9C3A-8FFB5983DE92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094D6FB8-74D5-0380-996E-8BB43F7B0F68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BC524A47-3E2C-E014-61F7-C9130F9AFF8F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FFC64127-0D62-3609-F8F7-C31335B534BE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222BC9F3-33D1-F507-DA95-AA67AE4E2151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73F676E3-D965-381E-DD21-6AF3BD7808F1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8B15A051-BCE8-7D00-1686-0485045EBCFB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16DD1831-AABA-911C-DD8D-842C8E367078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536822F6-3E65-07C7-765F-08C523440958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44E0D46B-FBA2-028B-F370-547B9828A608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90;p33">
            <a:extLst>
              <a:ext uri="{FF2B5EF4-FFF2-40B4-BE49-F238E27FC236}">
                <a16:creationId xmlns:a16="http://schemas.microsoft.com/office/drawing/2014/main" id="{83D96B3A-4E5C-37CD-DEAB-36BF6AF614A4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3" name="Google Shape;591;p33">
            <a:extLst>
              <a:ext uri="{FF2B5EF4-FFF2-40B4-BE49-F238E27FC236}">
                <a16:creationId xmlns:a16="http://schemas.microsoft.com/office/drawing/2014/main" id="{4250284C-0F76-E8AD-1138-5D1203DDB131}"/>
              </a:ext>
            </a:extLst>
          </p:cNvPr>
          <p:cNvSpPr/>
          <p:nvPr/>
        </p:nvSpPr>
        <p:spPr>
          <a:xfrm rot="189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575;p33">
            <a:extLst>
              <a:ext uri="{FF2B5EF4-FFF2-40B4-BE49-F238E27FC236}">
                <a16:creationId xmlns:a16="http://schemas.microsoft.com/office/drawing/2014/main" id="{72D1BFD3-2D10-0560-0A0F-6C123B389F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9417" y="1563597"/>
            <a:ext cx="4690141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Model Evaluation</a:t>
            </a:r>
          </a:p>
        </p:txBody>
      </p:sp>
    </p:spTree>
    <p:extLst>
      <p:ext uri="{BB962C8B-B14F-4D97-AF65-F5344CB8AC3E}">
        <p14:creationId xmlns:p14="http://schemas.microsoft.com/office/powerpoint/2010/main" val="413107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-0.084 L 0.25 0 L 0.125 0.084 L 0 0 Z" pathEditMode="relative" ptsTypes="">
                                      <p:cBhvr>
                                        <p:cTn id="9" dur="12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CC7C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A39B6930-A8B6-DD01-C433-4E39F1E2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32">
            <a:extLst>
              <a:ext uri="{FF2B5EF4-FFF2-40B4-BE49-F238E27FC236}">
                <a16:creationId xmlns:a16="http://schemas.microsoft.com/office/drawing/2014/main" id="{A89DB347-DB94-9B56-E110-CCBD1C829089}"/>
              </a:ext>
            </a:extLst>
          </p:cNvPr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16" name="Google Shape;516;p32">
              <a:extLst>
                <a:ext uri="{FF2B5EF4-FFF2-40B4-BE49-F238E27FC236}">
                  <a16:creationId xmlns:a16="http://schemas.microsoft.com/office/drawing/2014/main" id="{0FCAD29B-EF5E-412B-D13B-04524CBD8330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2">
              <a:extLst>
                <a:ext uri="{FF2B5EF4-FFF2-40B4-BE49-F238E27FC236}">
                  <a16:creationId xmlns:a16="http://schemas.microsoft.com/office/drawing/2014/main" id="{724B938F-F811-3EC2-3FCD-81264E5F1BF2}"/>
                </a:ext>
              </a:extLst>
            </p:cNvPr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2">
              <a:extLst>
                <a:ext uri="{FF2B5EF4-FFF2-40B4-BE49-F238E27FC236}">
                  <a16:creationId xmlns:a16="http://schemas.microsoft.com/office/drawing/2014/main" id="{D8C183A0-C8FE-1362-CAA1-C30B5724262F}"/>
                </a:ext>
              </a:extLst>
            </p:cNvPr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2">
              <a:extLst>
                <a:ext uri="{FF2B5EF4-FFF2-40B4-BE49-F238E27FC236}">
                  <a16:creationId xmlns:a16="http://schemas.microsoft.com/office/drawing/2014/main" id="{BF68AEF6-C34D-8993-BC61-AC9C78F42E98}"/>
                </a:ext>
              </a:extLst>
            </p:cNvPr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2">
              <a:extLst>
                <a:ext uri="{FF2B5EF4-FFF2-40B4-BE49-F238E27FC236}">
                  <a16:creationId xmlns:a16="http://schemas.microsoft.com/office/drawing/2014/main" id="{53BC2684-6A4E-2108-65BE-463253FAD89B}"/>
                </a:ext>
              </a:extLst>
            </p:cNvPr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2">
              <a:extLst>
                <a:ext uri="{FF2B5EF4-FFF2-40B4-BE49-F238E27FC236}">
                  <a16:creationId xmlns:a16="http://schemas.microsoft.com/office/drawing/2014/main" id="{E053401E-71B9-5424-E099-2F4CB9532ED3}"/>
                </a:ext>
              </a:extLst>
            </p:cNvPr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2">
              <a:extLst>
                <a:ext uri="{FF2B5EF4-FFF2-40B4-BE49-F238E27FC236}">
                  <a16:creationId xmlns:a16="http://schemas.microsoft.com/office/drawing/2014/main" id="{5EB6C3A8-0294-BAFD-5692-6FF0E7821601}"/>
                </a:ext>
              </a:extLst>
            </p:cNvPr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2">
              <a:extLst>
                <a:ext uri="{FF2B5EF4-FFF2-40B4-BE49-F238E27FC236}">
                  <a16:creationId xmlns:a16="http://schemas.microsoft.com/office/drawing/2014/main" id="{FE4E7FE0-E453-BB8E-9F2B-62DE2285B100}"/>
                </a:ext>
              </a:extLst>
            </p:cNvPr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2">
              <a:extLst>
                <a:ext uri="{FF2B5EF4-FFF2-40B4-BE49-F238E27FC236}">
                  <a16:creationId xmlns:a16="http://schemas.microsoft.com/office/drawing/2014/main" id="{4681AD80-8ACA-D6CD-0B63-08A97074FBFA}"/>
                </a:ext>
              </a:extLst>
            </p:cNvPr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2">
              <a:extLst>
                <a:ext uri="{FF2B5EF4-FFF2-40B4-BE49-F238E27FC236}">
                  <a16:creationId xmlns:a16="http://schemas.microsoft.com/office/drawing/2014/main" id="{20D413A8-EB7C-2591-A6A0-169780458360}"/>
                </a:ext>
              </a:extLst>
            </p:cNvPr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2">
              <a:extLst>
                <a:ext uri="{FF2B5EF4-FFF2-40B4-BE49-F238E27FC236}">
                  <a16:creationId xmlns:a16="http://schemas.microsoft.com/office/drawing/2014/main" id="{BD38A905-5B0F-4032-2B1C-2C1D9A71C3A0}"/>
                </a:ext>
              </a:extLst>
            </p:cNvPr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2">
              <a:extLst>
                <a:ext uri="{FF2B5EF4-FFF2-40B4-BE49-F238E27FC236}">
                  <a16:creationId xmlns:a16="http://schemas.microsoft.com/office/drawing/2014/main" id="{C8E5AC9B-8461-1CE1-BE20-4356E796C723}"/>
                </a:ext>
              </a:extLst>
            </p:cNvPr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2">
            <a:extLst>
              <a:ext uri="{FF2B5EF4-FFF2-40B4-BE49-F238E27FC236}">
                <a16:creationId xmlns:a16="http://schemas.microsoft.com/office/drawing/2014/main" id="{8DE0F1D8-945F-A6D5-DF7D-DC10F9E16C0A}"/>
              </a:ext>
            </a:extLst>
          </p:cNvPr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29" name="Google Shape;529;p32">
              <a:extLst>
                <a:ext uri="{FF2B5EF4-FFF2-40B4-BE49-F238E27FC236}">
                  <a16:creationId xmlns:a16="http://schemas.microsoft.com/office/drawing/2014/main" id="{CD2EC65A-886C-123D-A70B-290F88659794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2">
              <a:extLst>
                <a:ext uri="{FF2B5EF4-FFF2-40B4-BE49-F238E27FC236}">
                  <a16:creationId xmlns:a16="http://schemas.microsoft.com/office/drawing/2014/main" id="{D515B9B9-CC8B-BE7A-D349-AD62158866E1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2">
              <a:extLst>
                <a:ext uri="{FF2B5EF4-FFF2-40B4-BE49-F238E27FC236}">
                  <a16:creationId xmlns:a16="http://schemas.microsoft.com/office/drawing/2014/main" id="{0DF62269-CE9D-23E6-B75E-288EF717FE04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2">
              <a:extLst>
                <a:ext uri="{FF2B5EF4-FFF2-40B4-BE49-F238E27FC236}">
                  <a16:creationId xmlns:a16="http://schemas.microsoft.com/office/drawing/2014/main" id="{B2D1F280-798C-435F-CEE3-933F7549C738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2">
              <a:extLst>
                <a:ext uri="{FF2B5EF4-FFF2-40B4-BE49-F238E27FC236}">
                  <a16:creationId xmlns:a16="http://schemas.microsoft.com/office/drawing/2014/main" id="{C08D0D4B-8FAE-BA56-8D6F-856E9784EC9A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2">
              <a:extLst>
                <a:ext uri="{FF2B5EF4-FFF2-40B4-BE49-F238E27FC236}">
                  <a16:creationId xmlns:a16="http://schemas.microsoft.com/office/drawing/2014/main" id="{5EF100B5-838F-739C-7C8D-A7501296515A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" name="Google Shape;535;p32">
            <a:extLst>
              <a:ext uri="{FF2B5EF4-FFF2-40B4-BE49-F238E27FC236}">
                <a16:creationId xmlns:a16="http://schemas.microsoft.com/office/drawing/2014/main" id="{BA02E4BD-7715-893C-DD38-6E6468B5D8FE}"/>
              </a:ext>
            </a:extLst>
          </p:cNvPr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536" name="Google Shape;536;p32">
              <a:extLst>
                <a:ext uri="{FF2B5EF4-FFF2-40B4-BE49-F238E27FC236}">
                  <a16:creationId xmlns:a16="http://schemas.microsoft.com/office/drawing/2014/main" id="{B460E9E2-2AF0-C51D-3155-31E9D67C4377}"/>
                </a:ext>
              </a:extLst>
            </p:cNvPr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32">
              <a:extLst>
                <a:ext uri="{FF2B5EF4-FFF2-40B4-BE49-F238E27FC236}">
                  <a16:creationId xmlns:a16="http://schemas.microsoft.com/office/drawing/2014/main" id="{2047BD58-2AA7-9C79-4135-DCE13DB9A95D}"/>
                </a:ext>
              </a:extLst>
            </p:cNvPr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538" name="Google Shape;538;p32">
                <a:extLst>
                  <a:ext uri="{FF2B5EF4-FFF2-40B4-BE49-F238E27FC236}">
                    <a16:creationId xmlns:a16="http://schemas.microsoft.com/office/drawing/2014/main" id="{761832C7-32B8-3C3E-F51E-A913D35D8223}"/>
                  </a:ext>
                </a:extLst>
              </p:cNvPr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9" name="Google Shape;539;p32">
                <a:extLst>
                  <a:ext uri="{FF2B5EF4-FFF2-40B4-BE49-F238E27FC236}">
                    <a16:creationId xmlns:a16="http://schemas.microsoft.com/office/drawing/2014/main" id="{AEE5F249-7D3E-DFCB-E377-CA73BAB2EAAD}"/>
                  </a:ext>
                </a:extLst>
              </p:cNvPr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40" name="Google Shape;540;p32">
                <a:extLst>
                  <a:ext uri="{FF2B5EF4-FFF2-40B4-BE49-F238E27FC236}">
                    <a16:creationId xmlns:a16="http://schemas.microsoft.com/office/drawing/2014/main" id="{2A927604-3D14-3036-1CEC-B4ADFD089E5A}"/>
                  </a:ext>
                </a:extLst>
              </p:cNvPr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41" name="Google Shape;541;p32">
                  <a:extLst>
                    <a:ext uri="{FF2B5EF4-FFF2-40B4-BE49-F238E27FC236}">
                      <a16:creationId xmlns:a16="http://schemas.microsoft.com/office/drawing/2014/main" id="{6E5D4553-0029-CC17-3EC1-18010BD8FB4F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32">
                  <a:extLst>
                    <a:ext uri="{FF2B5EF4-FFF2-40B4-BE49-F238E27FC236}">
                      <a16:creationId xmlns:a16="http://schemas.microsoft.com/office/drawing/2014/main" id="{30223B13-6A7E-6776-48D9-FCE63828EE65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43" name="Google Shape;543;p32">
                <a:extLst>
                  <a:ext uri="{FF2B5EF4-FFF2-40B4-BE49-F238E27FC236}">
                    <a16:creationId xmlns:a16="http://schemas.microsoft.com/office/drawing/2014/main" id="{36EFD801-BACC-8747-C2F9-112BDA59E7E0}"/>
                  </a:ext>
                </a:extLst>
              </p:cNvPr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4" name="Google Shape;544;p32">
                <a:extLst>
                  <a:ext uri="{FF2B5EF4-FFF2-40B4-BE49-F238E27FC236}">
                    <a16:creationId xmlns:a16="http://schemas.microsoft.com/office/drawing/2014/main" id="{C7A7B8AD-FB7C-93D9-5C52-6C2EA7C69D5F}"/>
                  </a:ext>
                </a:extLst>
              </p:cNvPr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45" name="Google Shape;545;p32">
            <a:extLst>
              <a:ext uri="{FF2B5EF4-FFF2-40B4-BE49-F238E27FC236}">
                <a16:creationId xmlns:a16="http://schemas.microsoft.com/office/drawing/2014/main" id="{4371C206-9DD0-D6A0-F180-2FE813B7F9D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9586" y="670797"/>
            <a:ext cx="1503400" cy="137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0046F548-0A9A-3817-B745-9A6468A5A5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8840" y="1739163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Model Evaluation</a:t>
            </a:r>
          </a:p>
        </p:txBody>
      </p:sp>
      <p:grpSp>
        <p:nvGrpSpPr>
          <p:cNvPr id="547" name="Google Shape;547;p32">
            <a:extLst>
              <a:ext uri="{FF2B5EF4-FFF2-40B4-BE49-F238E27FC236}">
                <a16:creationId xmlns:a16="http://schemas.microsoft.com/office/drawing/2014/main" id="{91C2939A-F9DB-2699-A144-AB3E8995EA9B}"/>
              </a:ext>
            </a:extLst>
          </p:cNvPr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48" name="Google Shape;548;p32">
              <a:extLst>
                <a:ext uri="{FF2B5EF4-FFF2-40B4-BE49-F238E27FC236}">
                  <a16:creationId xmlns:a16="http://schemas.microsoft.com/office/drawing/2014/main" id="{0E4C7D8C-5749-FAE9-5899-F2AEE7B1F96F}"/>
                </a:ext>
              </a:extLst>
            </p:cNvPr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2">
              <a:extLst>
                <a:ext uri="{FF2B5EF4-FFF2-40B4-BE49-F238E27FC236}">
                  <a16:creationId xmlns:a16="http://schemas.microsoft.com/office/drawing/2014/main" id="{AA9F1828-340B-BBC3-DEE9-87B37A986FC8}"/>
                </a:ext>
              </a:extLst>
            </p:cNvPr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0" name="Google Shape;550;p32">
              <a:extLst>
                <a:ext uri="{FF2B5EF4-FFF2-40B4-BE49-F238E27FC236}">
                  <a16:creationId xmlns:a16="http://schemas.microsoft.com/office/drawing/2014/main" id="{4083C8D9-7246-7508-BAD7-82EABD22C54C}"/>
                </a:ext>
              </a:extLst>
            </p:cNvPr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1" name="Google Shape;551;p32">
            <a:extLst>
              <a:ext uri="{FF2B5EF4-FFF2-40B4-BE49-F238E27FC236}">
                <a16:creationId xmlns:a16="http://schemas.microsoft.com/office/drawing/2014/main" id="{791CC00E-77DD-78AC-873F-B9129A20FC1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Summarizes how the model’s performance is measured and interpreted.</a:t>
            </a:r>
          </a:p>
        </p:txBody>
      </p:sp>
      <p:grpSp>
        <p:nvGrpSpPr>
          <p:cNvPr id="552" name="Google Shape;552;p32">
            <a:extLst>
              <a:ext uri="{FF2B5EF4-FFF2-40B4-BE49-F238E27FC236}">
                <a16:creationId xmlns:a16="http://schemas.microsoft.com/office/drawing/2014/main" id="{F6D78118-707D-3DA8-10C1-694E40DAE495}"/>
              </a:ext>
            </a:extLst>
          </p:cNvPr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53" name="Google Shape;553;p32">
              <a:extLst>
                <a:ext uri="{FF2B5EF4-FFF2-40B4-BE49-F238E27FC236}">
                  <a16:creationId xmlns:a16="http://schemas.microsoft.com/office/drawing/2014/main" id="{7BD6261A-6D3B-03AB-D39B-6CA9F03607B8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2">
              <a:extLst>
                <a:ext uri="{FF2B5EF4-FFF2-40B4-BE49-F238E27FC236}">
                  <a16:creationId xmlns:a16="http://schemas.microsoft.com/office/drawing/2014/main" id="{884A6402-B544-8793-F33B-9CE34EA8EBA4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" name="Google Shape;555;p32">
            <a:extLst>
              <a:ext uri="{FF2B5EF4-FFF2-40B4-BE49-F238E27FC236}">
                <a16:creationId xmlns:a16="http://schemas.microsoft.com/office/drawing/2014/main" id="{E32A6F61-6F9D-C0C8-B32E-3EDE0BA66A3A}"/>
              </a:ext>
            </a:extLst>
          </p:cNvPr>
          <p:cNvSpPr/>
          <p:nvPr/>
        </p:nvSpPr>
        <p:spPr>
          <a:xfrm>
            <a:off x="3828458" y="1721467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2">
            <a:extLst>
              <a:ext uri="{FF2B5EF4-FFF2-40B4-BE49-F238E27FC236}">
                <a16:creationId xmlns:a16="http://schemas.microsoft.com/office/drawing/2014/main" id="{B272F3EC-2EEB-BDF7-8FF7-3C4E5469AD74}"/>
              </a:ext>
            </a:extLst>
          </p:cNvPr>
          <p:cNvSpPr/>
          <p:nvPr/>
        </p:nvSpPr>
        <p:spPr>
          <a:xfrm>
            <a:off x="4292603" y="157063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2">
            <a:extLst>
              <a:ext uri="{FF2B5EF4-FFF2-40B4-BE49-F238E27FC236}">
                <a16:creationId xmlns:a16="http://schemas.microsoft.com/office/drawing/2014/main" id="{1604EF8A-4D28-9234-A7F4-DEA07BBFE48A}"/>
              </a:ext>
            </a:extLst>
          </p:cNvPr>
          <p:cNvSpPr/>
          <p:nvPr/>
        </p:nvSpPr>
        <p:spPr>
          <a:xfrm>
            <a:off x="3042489" y="14173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2">
            <a:extLst>
              <a:ext uri="{FF2B5EF4-FFF2-40B4-BE49-F238E27FC236}">
                <a16:creationId xmlns:a16="http://schemas.microsoft.com/office/drawing/2014/main" id="{35438C78-3574-E6A5-E0FF-DE0A20850276}"/>
              </a:ext>
            </a:extLst>
          </p:cNvPr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59" name="Google Shape;559;p32">
              <a:extLst>
                <a:ext uri="{FF2B5EF4-FFF2-40B4-BE49-F238E27FC236}">
                  <a16:creationId xmlns:a16="http://schemas.microsoft.com/office/drawing/2014/main" id="{56E66410-97AD-39DE-C344-D9D04336E6C7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2">
              <a:extLst>
                <a:ext uri="{FF2B5EF4-FFF2-40B4-BE49-F238E27FC236}">
                  <a16:creationId xmlns:a16="http://schemas.microsoft.com/office/drawing/2014/main" id="{4D922545-68B4-B31D-5B73-76D14AE7B05C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7352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8182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5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5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55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5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4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8182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5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500" tmFilter="0,0; .5, 1; 1, 1"/>
                                            <p:tgtEl>
                                              <p:spTgt spid="5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6" grpId="0"/>
        </p:bldLst>
      </p:timing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B7314DC8-5BD6-0336-8847-37C5C164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A63ADE34-3AC9-FA0F-F110-DEA7D8B72775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15EBE918-A187-FB40-6489-BD7803EA6FA9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A883E2D2-84D1-49B3-BFAE-58B09EC04BF3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A2FD04C4-BAEF-F3B6-5965-5F2BE7F1168D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884B0F45-5836-2282-9D90-DB706FE5E7B0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10CF6A6F-FE93-1BFF-E6AC-3C6D24F17EEF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BFE9F812-AF5F-A875-0FF6-5CF4A887C1E4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75A4764F-2F79-25D1-7075-12A5917F658F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E6AA25DD-3514-649F-DD82-93C3C5F88A47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8FC3FD5D-DBEB-688C-96E2-37819F99B4D3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33">
            <a:extLst>
              <a:ext uri="{FF2B5EF4-FFF2-40B4-BE49-F238E27FC236}">
                <a16:creationId xmlns:a16="http://schemas.microsoft.com/office/drawing/2014/main" id="{E74BE5BA-6CA0-6D87-4FD2-A24FEC531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2763" y="1414923"/>
            <a:ext cx="4690141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Predicting House Prices</a:t>
            </a:r>
          </a:p>
        </p:txBody>
      </p: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81F205F6-8205-124B-9DAB-12D926A9F1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61854" y="2653749"/>
            <a:ext cx="6020292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We evaluate our model’s accuracy on unseen data to see how well it predicts churn.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317DBE62-DE8B-E71C-68AC-ACA3792219B3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6149AB67-C772-3792-87FF-7654A26E3CA2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8A7A5452-4F11-D617-26DD-F98E53313123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01038603-F871-B9C1-411F-1B4079232B19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CFF9939E-B78A-6DA7-670F-11BE1B9A98E4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11837D05-353E-43FD-86D9-6CA0FA1295EB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7D632852-A7ED-C5CC-78C0-7324987EEF88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47FABD98-DA3C-11C5-6C75-7A7E5C78FC68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E1EED3C1-2133-6F5F-7125-6545A290EB88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206C3597-30A3-3CA2-ED41-A24ACED0365C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8647D1F9-8E51-2611-9EE9-B48076A4D6CA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CB69AAB9-B9AF-CD0D-D90E-A62F32EB1B69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E28734A6-A31D-EA29-ED55-89232A4B6C40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0" name="Google Shape;590;p33">
            <a:extLst>
              <a:ext uri="{FF2B5EF4-FFF2-40B4-BE49-F238E27FC236}">
                <a16:creationId xmlns:a16="http://schemas.microsoft.com/office/drawing/2014/main" id="{BD801F12-227A-3C24-A826-732817C23C6B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591" name="Google Shape;591;p33">
            <a:extLst>
              <a:ext uri="{FF2B5EF4-FFF2-40B4-BE49-F238E27FC236}">
                <a16:creationId xmlns:a16="http://schemas.microsoft.com/office/drawing/2014/main" id="{B53224B4-00B2-4B10-F304-3695570C560F}"/>
              </a:ext>
            </a:extLst>
          </p:cNvPr>
          <p:cNvSpPr/>
          <p:nvPr/>
        </p:nvSpPr>
        <p:spPr>
          <a:xfrm rot="-27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0FD6FD29-213C-6806-BEB9-03F6E3E28414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D45B805E-14E4-0496-87DC-B0D86369C4C4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82093B79-CA1D-AE6F-D1AC-E89E15469318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8C26CE27-99D5-FA6C-CF1F-6E60424BC2E3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2075DAE7-4CCD-2692-E307-1E4555C4488B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971F2C5C-6184-D160-B6EE-196775049581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209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 0 l 0 0.036 l 0.036 0 l 0 0.036 l 0.036 0 l 0 0.036 l 0.036 0 l 0 0.036 l 0.036 0 l 0 0.036 l 0.036 0 l 0 0.036 l 0.036 0 l 0 0.036 E" pathEditMode="relative" ptsTypes="">
                                      <p:cBhvr>
                                        <p:cTn id="6" dur="2000" spd="-1000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8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5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" grpId="0" animBg="1"/>
      <p:bldP spid="59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>
          <a:extLst>
            <a:ext uri="{FF2B5EF4-FFF2-40B4-BE49-F238E27FC236}">
              <a16:creationId xmlns:a16="http://schemas.microsoft.com/office/drawing/2014/main" id="{241B7608-C013-618F-3A79-824825701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>
            <a:extLst>
              <a:ext uri="{FF2B5EF4-FFF2-40B4-BE49-F238E27FC236}">
                <a16:creationId xmlns:a16="http://schemas.microsoft.com/office/drawing/2014/main" id="{FBA0C375-ABFA-F74F-5FFA-CAE9732430AC}"/>
              </a:ext>
            </a:extLst>
          </p:cNvPr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>
              <a:extLst>
                <a:ext uri="{FF2B5EF4-FFF2-40B4-BE49-F238E27FC236}">
                  <a16:creationId xmlns:a16="http://schemas.microsoft.com/office/drawing/2014/main" id="{B8DB60D3-AD2D-653E-1C13-AE58965DBBE6}"/>
                </a:ext>
              </a:extLst>
            </p:cNvPr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>
              <a:extLst>
                <a:ext uri="{FF2B5EF4-FFF2-40B4-BE49-F238E27FC236}">
                  <a16:creationId xmlns:a16="http://schemas.microsoft.com/office/drawing/2014/main" id="{AA69403A-41B7-2700-63DC-DCE3EA29792E}"/>
                </a:ext>
              </a:extLst>
            </p:cNvPr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>
                <a:extLst>
                  <a:ext uri="{FF2B5EF4-FFF2-40B4-BE49-F238E27FC236}">
                    <a16:creationId xmlns:a16="http://schemas.microsoft.com/office/drawing/2014/main" id="{531100A5-5042-DFE3-D5E1-6FCB4C48EF4B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>
                <a:extLst>
                  <a:ext uri="{FF2B5EF4-FFF2-40B4-BE49-F238E27FC236}">
                    <a16:creationId xmlns:a16="http://schemas.microsoft.com/office/drawing/2014/main" id="{3A53C52B-2120-86E5-694B-1EEEED422BA3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>
              <a:extLst>
                <a:ext uri="{FF2B5EF4-FFF2-40B4-BE49-F238E27FC236}">
                  <a16:creationId xmlns:a16="http://schemas.microsoft.com/office/drawing/2014/main" id="{C1BDDC0B-D941-B408-8A3D-38D3B3B6703D}"/>
                </a:ext>
              </a:extLst>
            </p:cNvPr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>
                <a:extLst>
                  <a:ext uri="{FF2B5EF4-FFF2-40B4-BE49-F238E27FC236}">
                    <a16:creationId xmlns:a16="http://schemas.microsoft.com/office/drawing/2014/main" id="{473C9A40-8547-AE24-2CD4-3FA7AE952C0F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>
                <a:extLst>
                  <a:ext uri="{FF2B5EF4-FFF2-40B4-BE49-F238E27FC236}">
                    <a16:creationId xmlns:a16="http://schemas.microsoft.com/office/drawing/2014/main" id="{E1B06E50-9EA3-D49B-5156-BF5D1FB92512}"/>
                  </a:ext>
                </a:extLst>
              </p:cNvPr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>
                <a:extLst>
                  <a:ext uri="{FF2B5EF4-FFF2-40B4-BE49-F238E27FC236}">
                    <a16:creationId xmlns:a16="http://schemas.microsoft.com/office/drawing/2014/main" id="{F009836D-3E1D-29FE-BDDD-43BFA6331CB9}"/>
                  </a:ext>
                </a:extLst>
              </p:cNvPr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>
                <a:extLst>
                  <a:ext uri="{FF2B5EF4-FFF2-40B4-BE49-F238E27FC236}">
                    <a16:creationId xmlns:a16="http://schemas.microsoft.com/office/drawing/2014/main" id="{4C52576E-D985-E980-EA9C-86E11A5AD9D2}"/>
                  </a:ext>
                </a:extLst>
              </p:cNvPr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6" name="Google Shape;576;p33">
            <a:extLst>
              <a:ext uri="{FF2B5EF4-FFF2-40B4-BE49-F238E27FC236}">
                <a16:creationId xmlns:a16="http://schemas.microsoft.com/office/drawing/2014/main" id="{59E9E78E-B205-A783-3547-61143AFA270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78722" y="2664465"/>
            <a:ext cx="3386555" cy="5172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model.score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X_test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y_test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  <p:grpSp>
        <p:nvGrpSpPr>
          <p:cNvPr id="577" name="Google Shape;577;p33">
            <a:extLst>
              <a:ext uri="{FF2B5EF4-FFF2-40B4-BE49-F238E27FC236}">
                <a16:creationId xmlns:a16="http://schemas.microsoft.com/office/drawing/2014/main" id="{E67BA795-C2E2-4A8E-A233-CE1669D0DB68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>
              <a:extLst>
                <a:ext uri="{FF2B5EF4-FFF2-40B4-BE49-F238E27FC236}">
                  <a16:creationId xmlns:a16="http://schemas.microsoft.com/office/drawing/2014/main" id="{3CED550A-C7BA-0FE5-F5B3-9B3003C29AC1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>
              <a:extLst>
                <a:ext uri="{FF2B5EF4-FFF2-40B4-BE49-F238E27FC236}">
                  <a16:creationId xmlns:a16="http://schemas.microsoft.com/office/drawing/2014/main" id="{FAE7564C-6FBD-D479-8B49-93871EB2E259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>
            <a:extLst>
              <a:ext uri="{FF2B5EF4-FFF2-40B4-BE49-F238E27FC236}">
                <a16:creationId xmlns:a16="http://schemas.microsoft.com/office/drawing/2014/main" id="{6F688408-FE7B-C23A-BBB5-4D9D4908ACD0}"/>
              </a:ext>
            </a:extLst>
          </p:cNvPr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>
              <a:extLst>
                <a:ext uri="{FF2B5EF4-FFF2-40B4-BE49-F238E27FC236}">
                  <a16:creationId xmlns:a16="http://schemas.microsoft.com/office/drawing/2014/main" id="{C4E550E1-E0D8-25E4-8CF3-0B8B0AF3235A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>
              <a:extLst>
                <a:ext uri="{FF2B5EF4-FFF2-40B4-BE49-F238E27FC236}">
                  <a16:creationId xmlns:a16="http://schemas.microsoft.com/office/drawing/2014/main" id="{9B6D5AB5-4F52-F62D-41B5-A10B15A0DFA9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>
            <a:extLst>
              <a:ext uri="{FF2B5EF4-FFF2-40B4-BE49-F238E27FC236}">
                <a16:creationId xmlns:a16="http://schemas.microsoft.com/office/drawing/2014/main" id="{53D6A911-E627-D8AA-F97E-E3DCFDC0DA66}"/>
              </a:ext>
            </a:extLst>
          </p:cNvPr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>
              <a:extLst>
                <a:ext uri="{FF2B5EF4-FFF2-40B4-BE49-F238E27FC236}">
                  <a16:creationId xmlns:a16="http://schemas.microsoft.com/office/drawing/2014/main" id="{DBD9A07F-4C4B-ED71-EBE0-236FF99DADD8}"/>
                </a:ext>
              </a:extLst>
            </p:cNvPr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>
              <a:extLst>
                <a:ext uri="{FF2B5EF4-FFF2-40B4-BE49-F238E27FC236}">
                  <a16:creationId xmlns:a16="http://schemas.microsoft.com/office/drawing/2014/main" id="{1EBE6846-BFE2-5FEE-A42D-02B5ABD22DA1}"/>
                </a:ext>
              </a:extLst>
            </p:cNvPr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>
              <a:extLst>
                <a:ext uri="{FF2B5EF4-FFF2-40B4-BE49-F238E27FC236}">
                  <a16:creationId xmlns:a16="http://schemas.microsoft.com/office/drawing/2014/main" id="{EC1DCF2A-146F-E933-D4E8-760D2AAE278D}"/>
                </a:ext>
              </a:extLst>
            </p:cNvPr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>
              <a:extLst>
                <a:ext uri="{FF2B5EF4-FFF2-40B4-BE49-F238E27FC236}">
                  <a16:creationId xmlns:a16="http://schemas.microsoft.com/office/drawing/2014/main" id="{CC2F23CA-5C18-05C3-C290-0370E12E0373}"/>
                </a:ext>
              </a:extLst>
            </p:cNvPr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>
                <a:extLst>
                  <a:ext uri="{FF2B5EF4-FFF2-40B4-BE49-F238E27FC236}">
                    <a16:creationId xmlns:a16="http://schemas.microsoft.com/office/drawing/2014/main" id="{BED1C899-E169-CB63-2B1E-D6D46B1BD429}"/>
                  </a:ext>
                </a:extLst>
              </p:cNvPr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>
                <a:extLst>
                  <a:ext uri="{FF2B5EF4-FFF2-40B4-BE49-F238E27FC236}">
                    <a16:creationId xmlns:a16="http://schemas.microsoft.com/office/drawing/2014/main" id="{FAEB909F-49BF-318B-035C-4EA853506CDF}"/>
                  </a:ext>
                </a:extLst>
              </p:cNvPr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2" name="Google Shape;592;p33">
            <a:extLst>
              <a:ext uri="{FF2B5EF4-FFF2-40B4-BE49-F238E27FC236}">
                <a16:creationId xmlns:a16="http://schemas.microsoft.com/office/drawing/2014/main" id="{5327B847-49F6-3139-AC9D-CEB5A9F22CB6}"/>
              </a:ext>
            </a:extLst>
          </p:cNvPr>
          <p:cNvSpPr/>
          <p:nvPr/>
        </p:nvSpPr>
        <p:spPr>
          <a:xfrm>
            <a:off x="1646925" y="138165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>
            <a:extLst>
              <a:ext uri="{FF2B5EF4-FFF2-40B4-BE49-F238E27FC236}">
                <a16:creationId xmlns:a16="http://schemas.microsoft.com/office/drawing/2014/main" id="{03CE1F1B-EAC5-C112-1BCE-6791A1D434B3}"/>
              </a:ext>
            </a:extLst>
          </p:cNvPr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>
            <a:extLst>
              <a:ext uri="{FF2B5EF4-FFF2-40B4-BE49-F238E27FC236}">
                <a16:creationId xmlns:a16="http://schemas.microsoft.com/office/drawing/2014/main" id="{B5847B8D-B0EE-EF03-7980-2A68268999AA}"/>
              </a:ext>
            </a:extLst>
          </p:cNvPr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>
            <a:extLst>
              <a:ext uri="{FF2B5EF4-FFF2-40B4-BE49-F238E27FC236}">
                <a16:creationId xmlns:a16="http://schemas.microsoft.com/office/drawing/2014/main" id="{C3CBC304-CC4F-4BC7-8DFC-C960917FBC7A}"/>
              </a:ext>
            </a:extLst>
          </p:cNvPr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>
              <a:extLst>
                <a:ext uri="{FF2B5EF4-FFF2-40B4-BE49-F238E27FC236}">
                  <a16:creationId xmlns:a16="http://schemas.microsoft.com/office/drawing/2014/main" id="{7DE04122-71DC-C538-0C26-BC6933B6EAC6}"/>
                </a:ext>
              </a:extLst>
            </p:cNvPr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>
              <a:extLst>
                <a:ext uri="{FF2B5EF4-FFF2-40B4-BE49-F238E27FC236}">
                  <a16:creationId xmlns:a16="http://schemas.microsoft.com/office/drawing/2014/main" id="{4DC13D62-13B4-D6D9-4CFE-14401AA0EE8D}"/>
                </a:ext>
              </a:extLst>
            </p:cNvPr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90;p33">
            <a:extLst>
              <a:ext uri="{FF2B5EF4-FFF2-40B4-BE49-F238E27FC236}">
                <a16:creationId xmlns:a16="http://schemas.microsoft.com/office/drawing/2014/main" id="{6E1D2845-226B-B681-0BE5-A0C3124D9F99}"/>
              </a:ext>
            </a:extLst>
          </p:cNvPr>
          <p:cNvSpPr txBox="1"/>
          <p:nvPr/>
        </p:nvSpPr>
        <p:spPr>
          <a:xfrm>
            <a:off x="1646925" y="3755475"/>
            <a:ext cx="2749510" cy="3657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dk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Karla"/>
              </a:rPr>
              <a:t>https://github.com/hxmnxs</a:t>
            </a:r>
            <a:endParaRPr sz="1100" b="1" dirty="0">
              <a:solidFill>
                <a:schemeClr val="dk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  <a:sym typeface="Karla"/>
            </a:endParaRPr>
          </a:p>
        </p:txBody>
      </p:sp>
      <p:sp>
        <p:nvSpPr>
          <p:cNvPr id="3" name="Google Shape;591;p33">
            <a:extLst>
              <a:ext uri="{FF2B5EF4-FFF2-40B4-BE49-F238E27FC236}">
                <a16:creationId xmlns:a16="http://schemas.microsoft.com/office/drawing/2014/main" id="{899873F9-6D4B-A433-68A4-8F162E937AFF}"/>
              </a:ext>
            </a:extLst>
          </p:cNvPr>
          <p:cNvSpPr/>
          <p:nvPr/>
        </p:nvSpPr>
        <p:spPr>
          <a:xfrm rot="18900000">
            <a:off x="4213577" y="3934984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575;p33">
            <a:extLst>
              <a:ext uri="{FF2B5EF4-FFF2-40B4-BE49-F238E27FC236}">
                <a16:creationId xmlns:a16="http://schemas.microsoft.com/office/drawing/2014/main" id="{7B2BFC2B-94D1-710B-6671-833E6400E8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2763" y="1404857"/>
            <a:ext cx="4690141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Predicting House Prices</a:t>
            </a:r>
          </a:p>
        </p:txBody>
      </p:sp>
    </p:spTree>
    <p:extLst>
      <p:ext uri="{BB962C8B-B14F-4D97-AF65-F5344CB8AC3E}">
        <p14:creationId xmlns:p14="http://schemas.microsoft.com/office/powerpoint/2010/main" val="1289244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6 0.006 -0.115 0.021 -0.115 0.033 C -0.115 0.044 -0.067 0.052 -0.003 0.052 C 0.061 0.052 0.115 0.044 0.115 0.033 C 0.115 0.021 0.059 0.018 -0.005 0.026 C -0.068 0.035 -0.115 0.05 -0.115 0.061 C -0.115 0.072 -0.066 0.081 -0.003 0.081 C 0.061 0.081 0.115 0.072 0.115 0.061 C 0.115 0.05 0.059 0.047 -0.004 0.055 C -0.068 0.063 -0.115 0.078 -0.115 0.089 C -0.115 0.101 -0.066 0.11 -0.002 0.11 C 0.061 0.11 0.115 0.101 0.115 0.089 C 0.115 0.079 0.059 0.076 -0.004 0.083 C -0.067 0.091 -0.115 0.107 -0.115 0.118 C -0.115 0.129 -0.065 0.138 -0.002 0.138 C 0.063 0.138 0.115 0.129 0.115 0.118 C 0.115 0.107 0.06 0.104 -0.003 0.112 C -0.066 0.12 -0.115 0.135 -0.115 0.146 C -0.115 0.158 -0.065 0.166 -0.001 0.166 C 0.063 0.166 0.115 0.157 0.115 0.146 C 0.115 0.135 0.06 0.132 -0.003 0.14 C -0.066 0.148 -0.115 0.164 -0.115 0.174 C -0.115 0.185 -0.064 0.194 -0.001 0.194 C 0.063 0.194 0.115 0.185 0.115 0.174 C 0.115 0.164 0.061 0.161 -0.003 0.168 C -0.066 0.176 -0.115 0.192 -0.115 0.203 C -0.115 0.213 -0.064 0.223 0 0.223 C 0.064 0.223 0.115 0.214 0.115 0.203 C 0.115 0.192 0.061 0.189 -0.002 0.197 C -0.065 0.205 -0.116 0.22 -0.115 0.231 C -0.114 0.242 -0.064 0.25 0 0.25 C 0.064 0.25 0.115 0.241 0.115 0.23 C 0.115 0.22 0.063 0.217 0 0.226 E" pathEditMode="relative" ptsTypes="">
                                      <p:cBhvr>
                                        <p:cTn id="9" dur="18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00"/>
                            </p:stCondLst>
                            <p:childTnLst>
                              <p:par>
                                <p:cTn id="11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ECC7C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235;p52">
            <a:extLst>
              <a:ext uri="{FF2B5EF4-FFF2-40B4-BE49-F238E27FC236}">
                <a16:creationId xmlns:a16="http://schemas.microsoft.com/office/drawing/2014/main" id="{ED712D8B-804B-9D46-05D7-DA041C1D5D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/>
              <a:t>Does anyone have any questions?</a:t>
            </a:r>
            <a:endParaRPr sz="11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 dirty="0"/>
              <a:t>devhamnah@gmail.com</a:t>
            </a:r>
            <a:endParaRPr sz="1100" u="sng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hlinkClick r:id="rId3"/>
              </a:rPr>
              <a:t>www.linkedin.com/in/devhamna</a:t>
            </a:r>
            <a:endParaRPr lang="en-US" sz="1100" dirty="0"/>
          </a:p>
          <a:p>
            <a:pPr marL="0" indent="0"/>
            <a:r>
              <a:rPr lang="en-US" sz="1100" u="sng" dirty="0"/>
              <a:t>https://github.com/hxmnxs</a:t>
            </a:r>
          </a:p>
        </p:txBody>
      </p:sp>
      <p:sp>
        <p:nvSpPr>
          <p:cNvPr id="7" name="Google Shape;1236;p52">
            <a:extLst>
              <a:ext uri="{FF2B5EF4-FFF2-40B4-BE49-F238E27FC236}">
                <a16:creationId xmlns:a16="http://schemas.microsoft.com/office/drawing/2014/main" id="{EC7CFF32-BD3A-865C-6E39-A55D39E28F1A}"/>
              </a:ext>
            </a:extLst>
          </p:cNvPr>
          <p:cNvSpPr txBox="1">
            <a:spLocks/>
          </p:cNvSpPr>
          <p:nvPr/>
        </p:nvSpPr>
        <p:spPr>
          <a:xfrm>
            <a:off x="2285980" y="984428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Rubik Black"/>
              <a:buNone/>
              <a:defRPr sz="100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Bebas Neue"/>
              <a:buNone/>
              <a:defRPr sz="9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4800" dirty="0"/>
              <a:t>Thanks!</a:t>
            </a:r>
          </a:p>
        </p:txBody>
      </p:sp>
      <p:sp>
        <p:nvSpPr>
          <p:cNvPr id="8" name="Google Shape;1237;p52">
            <a:extLst>
              <a:ext uri="{FF2B5EF4-FFF2-40B4-BE49-F238E27FC236}">
                <a16:creationId xmlns:a16="http://schemas.microsoft.com/office/drawing/2014/main" id="{4BA6BAE2-D9B0-91F4-62B8-21FF89823E51}"/>
              </a:ext>
            </a:extLst>
          </p:cNvPr>
          <p:cNvSpPr txBox="1"/>
          <p:nvPr/>
        </p:nvSpPr>
        <p:spPr>
          <a:xfrm>
            <a:off x="2285980" y="3337561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Palatino Linotype" panose="02040502050505030304" pitchFamily="18" charset="0"/>
                <a:ea typeface="Karla"/>
                <a:cs typeface="Karla"/>
                <a:sym typeface="Karla"/>
              </a:rPr>
              <a:t>The ultimate value of our analysis lies in actionable insights. By identifying at-risk customers and the factors driving churn, the business can tailor retention strategies, optimize offerings, and improve customer satisfaction.</a:t>
            </a: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endParaRPr lang="en" sz="1000" dirty="0">
              <a:solidFill>
                <a:schemeClr val="dk1"/>
              </a:solidFill>
              <a:latin typeface="Palatino Linotype" panose="02040502050505030304" pitchFamily="18" charset="0"/>
              <a:ea typeface="Karla"/>
              <a:cs typeface="Karla"/>
              <a:sym typeface="Karla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Palatino Linotype" panose="02040502050505030304" pitchFamily="18" charset="0"/>
                <a:ea typeface="Karla"/>
                <a:cs typeface="Karla"/>
                <a:sym typeface="Karla"/>
              </a:rPr>
              <a:t>This Presentation was created and designed By </a:t>
            </a:r>
            <a:r>
              <a:rPr lang="en" sz="1000" b="1" dirty="0">
                <a:solidFill>
                  <a:schemeClr val="dk1"/>
                </a:solidFill>
                <a:latin typeface="Palatino Linotype" panose="02040502050505030304" pitchFamily="18" charset="0"/>
                <a:ea typeface="Karla"/>
                <a:cs typeface="Karla"/>
                <a:sym typeface="Karla"/>
              </a:rPr>
              <a:t>Humna Imran</a:t>
            </a:r>
            <a:endParaRPr sz="1000" b="1" dirty="0">
              <a:solidFill>
                <a:schemeClr val="dk1"/>
              </a:solidFill>
              <a:latin typeface="Palatino Linotype" panose="02040502050505030304" pitchFamily="18" charset="0"/>
              <a:ea typeface="Karla"/>
              <a:cs typeface="Karla"/>
              <a:sym typeface="Karla"/>
            </a:endParaRPr>
          </a:p>
        </p:txBody>
      </p:sp>
      <p:grpSp>
        <p:nvGrpSpPr>
          <p:cNvPr id="9" name="Google Shape;1238;p52">
            <a:extLst>
              <a:ext uri="{FF2B5EF4-FFF2-40B4-BE49-F238E27FC236}">
                <a16:creationId xmlns:a16="http://schemas.microsoft.com/office/drawing/2014/main" id="{2AD6C3C0-1564-D19C-FD43-D0912183B7E4}"/>
              </a:ext>
            </a:extLst>
          </p:cNvPr>
          <p:cNvGrpSpPr/>
          <p:nvPr/>
        </p:nvGrpSpPr>
        <p:grpSpPr>
          <a:xfrm>
            <a:off x="274188" y="1428844"/>
            <a:ext cx="1827475" cy="1051350"/>
            <a:chOff x="6161988" y="3104373"/>
            <a:chExt cx="1827475" cy="1051350"/>
          </a:xfrm>
        </p:grpSpPr>
        <p:grpSp>
          <p:nvGrpSpPr>
            <p:cNvPr id="10" name="Google Shape;1239;p52">
              <a:extLst>
                <a:ext uri="{FF2B5EF4-FFF2-40B4-BE49-F238E27FC236}">
                  <a16:creationId xmlns:a16="http://schemas.microsoft.com/office/drawing/2014/main" id="{B19A59FF-8B0D-6A59-66B4-857BE1AC7562}"/>
                </a:ext>
              </a:extLst>
            </p:cNvPr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16" name="Google Shape;1240;p52">
                <a:extLst>
                  <a:ext uri="{FF2B5EF4-FFF2-40B4-BE49-F238E27FC236}">
                    <a16:creationId xmlns:a16="http://schemas.microsoft.com/office/drawing/2014/main" id="{154E39DC-097B-F2B5-146E-B9E8F084FF10}"/>
                  </a:ext>
                </a:extLst>
              </p:cNvPr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" name="Google Shape;1241;p52">
                <a:extLst>
                  <a:ext uri="{FF2B5EF4-FFF2-40B4-BE49-F238E27FC236}">
                    <a16:creationId xmlns:a16="http://schemas.microsoft.com/office/drawing/2014/main" id="{734DD4BE-7B5B-2956-E57F-5C31D23ED147}"/>
                  </a:ext>
                </a:extLst>
              </p:cNvPr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18" name="Google Shape;1242;p52">
                  <a:extLst>
                    <a:ext uri="{FF2B5EF4-FFF2-40B4-BE49-F238E27FC236}">
                      <a16:creationId xmlns:a16="http://schemas.microsoft.com/office/drawing/2014/main" id="{BC3F86DC-273E-13B3-F62F-E78679E8B197}"/>
                    </a:ext>
                  </a:extLst>
                </p:cNvPr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" name="Google Shape;1243;p52">
                  <a:extLst>
                    <a:ext uri="{FF2B5EF4-FFF2-40B4-BE49-F238E27FC236}">
                      <a16:creationId xmlns:a16="http://schemas.microsoft.com/office/drawing/2014/main" id="{265CD5E9-D742-D0E3-2BCA-A0E0166CA907}"/>
                    </a:ext>
                  </a:extLst>
                </p:cNvPr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" name="Google Shape;1244;p52">
              <a:extLst>
                <a:ext uri="{FF2B5EF4-FFF2-40B4-BE49-F238E27FC236}">
                  <a16:creationId xmlns:a16="http://schemas.microsoft.com/office/drawing/2014/main" id="{1AB98DF4-97D7-401C-6F85-65F4997E29FD}"/>
                </a:ext>
              </a:extLst>
            </p:cNvPr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12" name="Google Shape;1245;p52">
                <a:extLst>
                  <a:ext uri="{FF2B5EF4-FFF2-40B4-BE49-F238E27FC236}">
                    <a16:creationId xmlns:a16="http://schemas.microsoft.com/office/drawing/2014/main" id="{3DB4CE2B-6696-B7FF-BF0A-DF40FCE4945F}"/>
                  </a:ext>
                </a:extLst>
              </p:cNvPr>
              <p:cNvSpPr/>
              <p:nvPr/>
            </p:nvSpPr>
            <p:spPr>
              <a:xfrm>
                <a:off x="6343699" y="3524445"/>
                <a:ext cx="776865" cy="54206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48" extrusionOk="0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246;p52">
                <a:extLst>
                  <a:ext uri="{FF2B5EF4-FFF2-40B4-BE49-F238E27FC236}">
                    <a16:creationId xmlns:a16="http://schemas.microsoft.com/office/drawing/2014/main" id="{C3BA1AE5-206D-0D02-31F5-89EC6289CE39}"/>
                  </a:ext>
                </a:extLst>
              </p:cNvPr>
              <p:cNvSpPr/>
              <p:nvPr/>
            </p:nvSpPr>
            <p:spPr>
              <a:xfrm>
                <a:off x="6343699" y="3651035"/>
                <a:ext cx="777147" cy="55131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371" extrusionOk="0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247;p52">
                <a:extLst>
                  <a:ext uri="{FF2B5EF4-FFF2-40B4-BE49-F238E27FC236}">
                    <a16:creationId xmlns:a16="http://schemas.microsoft.com/office/drawing/2014/main" id="{00520AF6-14B8-23CE-C4DE-AAB691E6D22E}"/>
                  </a:ext>
                </a:extLst>
              </p:cNvPr>
              <p:cNvSpPr/>
              <p:nvPr/>
            </p:nvSpPr>
            <p:spPr>
              <a:xfrm>
                <a:off x="6343699" y="3778469"/>
                <a:ext cx="776865" cy="55172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72" extrusionOk="0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248;p52">
                <a:extLst>
                  <a:ext uri="{FF2B5EF4-FFF2-40B4-BE49-F238E27FC236}">
                    <a16:creationId xmlns:a16="http://schemas.microsoft.com/office/drawing/2014/main" id="{735CE4F4-B091-DA15-A209-460C4251BA8E}"/>
                  </a:ext>
                </a:extLst>
              </p:cNvPr>
              <p:cNvSpPr/>
              <p:nvPr/>
            </p:nvSpPr>
            <p:spPr>
              <a:xfrm>
                <a:off x="7286224" y="3416675"/>
                <a:ext cx="413947" cy="509050"/>
              </a:xfrm>
              <a:custGeom>
                <a:avLst/>
                <a:gdLst/>
                <a:ahLst/>
                <a:cxnLst/>
                <a:rect l="l" t="t" r="r" b="b"/>
                <a:pathLst>
                  <a:path w="10294" h="12659" extrusionOk="0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" name="Google Shape;1265;p52">
            <a:extLst>
              <a:ext uri="{FF2B5EF4-FFF2-40B4-BE49-F238E27FC236}">
                <a16:creationId xmlns:a16="http://schemas.microsoft.com/office/drawing/2014/main" id="{0891A73E-CB20-A112-F36A-4FA58B42D148}"/>
              </a:ext>
            </a:extLst>
          </p:cNvPr>
          <p:cNvGrpSpPr/>
          <p:nvPr/>
        </p:nvGrpSpPr>
        <p:grpSpPr>
          <a:xfrm>
            <a:off x="274211" y="2663294"/>
            <a:ext cx="1823501" cy="1051350"/>
            <a:chOff x="7469486" y="1480344"/>
            <a:chExt cx="1823501" cy="1051350"/>
          </a:xfrm>
        </p:grpSpPr>
        <p:grpSp>
          <p:nvGrpSpPr>
            <p:cNvPr id="37" name="Google Shape;1266;p52">
              <a:extLst>
                <a:ext uri="{FF2B5EF4-FFF2-40B4-BE49-F238E27FC236}">
                  <a16:creationId xmlns:a16="http://schemas.microsoft.com/office/drawing/2014/main" id="{21C40E52-2B7F-B6C6-C43F-0768AEBBDB85}"/>
                </a:ext>
              </a:extLst>
            </p:cNvPr>
            <p:cNvGrpSpPr/>
            <p:nvPr/>
          </p:nvGrpSpPr>
          <p:grpSpPr>
            <a:xfrm>
              <a:off x="7469709" y="1480344"/>
              <a:ext cx="1823279" cy="1051350"/>
              <a:chOff x="278384" y="1278048"/>
              <a:chExt cx="1823279" cy="1051350"/>
            </a:xfrm>
          </p:grpSpPr>
          <p:sp>
            <p:nvSpPr>
              <p:cNvPr id="41" name="Google Shape;1267;p52">
                <a:extLst>
                  <a:ext uri="{FF2B5EF4-FFF2-40B4-BE49-F238E27FC236}">
                    <a16:creationId xmlns:a16="http://schemas.microsoft.com/office/drawing/2014/main" id="{C846378D-8275-F7A2-3764-3933D2E1DB85}"/>
                  </a:ext>
                </a:extLst>
              </p:cNvPr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" name="Google Shape;1268;p52">
                <a:extLst>
                  <a:ext uri="{FF2B5EF4-FFF2-40B4-BE49-F238E27FC236}">
                    <a16:creationId xmlns:a16="http://schemas.microsoft.com/office/drawing/2014/main" id="{DE68A006-9A69-B434-05CF-3A46E989F0E5}"/>
                  </a:ext>
                </a:extLst>
              </p:cNvPr>
              <p:cNvGrpSpPr/>
              <p:nvPr/>
            </p:nvGrpSpPr>
            <p:grpSpPr>
              <a:xfrm>
                <a:off x="278384" y="1278048"/>
                <a:ext cx="1737300" cy="960000"/>
                <a:chOff x="7150671" y="2190661"/>
                <a:chExt cx="1737300" cy="960000"/>
              </a:xfrm>
            </p:grpSpPr>
            <p:sp>
              <p:nvSpPr>
                <p:cNvPr id="43" name="Google Shape;1269;p52">
                  <a:extLst>
                    <a:ext uri="{FF2B5EF4-FFF2-40B4-BE49-F238E27FC236}">
                      <a16:creationId xmlns:a16="http://schemas.microsoft.com/office/drawing/2014/main" id="{C37F5E68-1FE1-0F50-5C35-24D26AA6FCCA}"/>
                    </a:ext>
                  </a:extLst>
                </p:cNvPr>
                <p:cNvSpPr/>
                <p:nvPr/>
              </p:nvSpPr>
              <p:spPr>
                <a:xfrm>
                  <a:off x="7150671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4" name="Google Shape;1270;p52">
                  <a:extLst>
                    <a:ext uri="{FF2B5EF4-FFF2-40B4-BE49-F238E27FC236}">
                      <a16:creationId xmlns:a16="http://schemas.microsoft.com/office/drawing/2014/main" id="{74842DCA-8510-27C6-96DF-E90933ECDFB0}"/>
                    </a:ext>
                  </a:extLst>
                </p:cNvPr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38" name="Google Shape;1271;p52">
              <a:extLst>
                <a:ext uri="{FF2B5EF4-FFF2-40B4-BE49-F238E27FC236}">
                  <a16:creationId xmlns:a16="http://schemas.microsoft.com/office/drawing/2014/main" id="{21D7C5A7-A0A4-70AE-D5FD-655DB35C2131}"/>
                </a:ext>
              </a:extLst>
            </p:cNvPr>
            <p:cNvCxnSpPr/>
            <p:nvPr/>
          </p:nvCxnSpPr>
          <p:spPr>
            <a:xfrm>
              <a:off x="7469486" y="2052225"/>
              <a:ext cx="1724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" name="Google Shape;1272;p52">
              <a:extLst>
                <a:ext uri="{FF2B5EF4-FFF2-40B4-BE49-F238E27FC236}">
                  <a16:creationId xmlns:a16="http://schemas.microsoft.com/office/drawing/2014/main" id="{47E2212A-7B9E-67F7-D38D-C33951089C83}"/>
                </a:ext>
              </a:extLst>
            </p:cNvPr>
            <p:cNvSpPr/>
            <p:nvPr/>
          </p:nvSpPr>
          <p:spPr>
            <a:xfrm>
              <a:off x="8031688" y="1782907"/>
              <a:ext cx="599697" cy="538636"/>
            </a:xfrm>
            <a:custGeom>
              <a:avLst/>
              <a:gdLst/>
              <a:ahLst/>
              <a:cxnLst/>
              <a:rect l="l" t="t" r="r" b="b"/>
              <a:pathLst>
                <a:path w="11123" h="9990" extrusionOk="0">
                  <a:moveTo>
                    <a:pt x="5566" y="0"/>
                  </a:moveTo>
                  <a:cubicBezTo>
                    <a:pt x="4372" y="0"/>
                    <a:pt x="3174" y="424"/>
                    <a:pt x="2220" y="1288"/>
                  </a:cubicBezTo>
                  <a:cubicBezTo>
                    <a:pt x="172" y="3117"/>
                    <a:pt x="1" y="6287"/>
                    <a:pt x="1855" y="8336"/>
                  </a:cubicBezTo>
                  <a:cubicBezTo>
                    <a:pt x="2832" y="9431"/>
                    <a:pt x="4192" y="9989"/>
                    <a:pt x="5560" y="9989"/>
                  </a:cubicBezTo>
                  <a:cubicBezTo>
                    <a:pt x="6752" y="9989"/>
                    <a:pt x="7949" y="9565"/>
                    <a:pt x="8903" y="8702"/>
                  </a:cubicBezTo>
                  <a:cubicBezTo>
                    <a:pt x="10952" y="6873"/>
                    <a:pt x="11123" y="3702"/>
                    <a:pt x="9293" y="1653"/>
                  </a:cubicBezTo>
                  <a:cubicBezTo>
                    <a:pt x="8303" y="559"/>
                    <a:pt x="6936" y="0"/>
                    <a:pt x="5566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73;p52">
              <a:extLst>
                <a:ext uri="{FF2B5EF4-FFF2-40B4-BE49-F238E27FC236}">
                  <a16:creationId xmlns:a16="http://schemas.microsoft.com/office/drawing/2014/main" id="{3F56C725-6840-5C57-2CF8-109A616EA743}"/>
                </a:ext>
              </a:extLst>
            </p:cNvPr>
            <p:cNvSpPr/>
            <p:nvPr/>
          </p:nvSpPr>
          <p:spPr>
            <a:xfrm>
              <a:off x="8111159" y="1873044"/>
              <a:ext cx="448465" cy="440236"/>
            </a:xfrm>
            <a:custGeom>
              <a:avLst/>
              <a:gdLst/>
              <a:ahLst/>
              <a:cxnLst/>
              <a:rect l="l" t="t" r="r" b="b"/>
              <a:pathLst>
                <a:path w="8318" h="8165" extrusionOk="0">
                  <a:moveTo>
                    <a:pt x="4147" y="0"/>
                  </a:moveTo>
                  <a:cubicBezTo>
                    <a:pt x="1171" y="0"/>
                    <a:pt x="1366" y="3829"/>
                    <a:pt x="1366" y="3829"/>
                  </a:cubicBezTo>
                  <a:lnTo>
                    <a:pt x="2513" y="3829"/>
                  </a:lnTo>
                  <a:cubicBezTo>
                    <a:pt x="2659" y="4098"/>
                    <a:pt x="2854" y="4366"/>
                    <a:pt x="3074" y="4561"/>
                  </a:cubicBezTo>
                  <a:cubicBezTo>
                    <a:pt x="1952" y="4707"/>
                    <a:pt x="879" y="5195"/>
                    <a:pt x="1" y="5951"/>
                  </a:cubicBezTo>
                  <a:cubicBezTo>
                    <a:pt x="1000" y="7427"/>
                    <a:pt x="2580" y="8165"/>
                    <a:pt x="4159" y="8165"/>
                  </a:cubicBezTo>
                  <a:cubicBezTo>
                    <a:pt x="5738" y="8165"/>
                    <a:pt x="7317" y="7427"/>
                    <a:pt x="8317" y="5951"/>
                  </a:cubicBezTo>
                  <a:cubicBezTo>
                    <a:pt x="7439" y="5195"/>
                    <a:pt x="6366" y="4707"/>
                    <a:pt x="5220" y="4561"/>
                  </a:cubicBezTo>
                  <a:cubicBezTo>
                    <a:pt x="5464" y="4366"/>
                    <a:pt x="5659" y="4098"/>
                    <a:pt x="5805" y="3829"/>
                  </a:cubicBezTo>
                  <a:lnTo>
                    <a:pt x="6952" y="3829"/>
                  </a:lnTo>
                  <a:cubicBezTo>
                    <a:pt x="6952" y="3829"/>
                    <a:pt x="7122" y="0"/>
                    <a:pt x="4147" y="0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1274;p52">
            <a:extLst>
              <a:ext uri="{FF2B5EF4-FFF2-40B4-BE49-F238E27FC236}">
                <a16:creationId xmlns:a16="http://schemas.microsoft.com/office/drawing/2014/main" id="{DB31B6F2-70FD-E777-35CD-2EA16B95B0BE}"/>
              </a:ext>
            </a:extLst>
          </p:cNvPr>
          <p:cNvGrpSpPr/>
          <p:nvPr/>
        </p:nvGrpSpPr>
        <p:grpSpPr>
          <a:xfrm>
            <a:off x="7927951" y="2080033"/>
            <a:ext cx="941841" cy="2789257"/>
            <a:chOff x="6592201" y="2061933"/>
            <a:chExt cx="941841" cy="2789257"/>
          </a:xfrm>
        </p:grpSpPr>
        <p:sp>
          <p:nvSpPr>
            <p:cNvPr id="46" name="Google Shape;1275;p52">
              <a:extLst>
                <a:ext uri="{FF2B5EF4-FFF2-40B4-BE49-F238E27FC236}">
                  <a16:creationId xmlns:a16="http://schemas.microsoft.com/office/drawing/2014/main" id="{55A19F0C-95AB-8E59-BD65-52C567A76B9A}"/>
                </a:ext>
              </a:extLst>
            </p:cNvPr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69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06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  <a:moveTo>
                    <a:pt x="4172" y="3293"/>
                  </a:moveTo>
                  <a:cubicBezTo>
                    <a:pt x="4952" y="3293"/>
                    <a:pt x="4952" y="2147"/>
                    <a:pt x="4172" y="2147"/>
                  </a:cubicBezTo>
                  <a:cubicBezTo>
                    <a:pt x="4025" y="2147"/>
                    <a:pt x="3879" y="2196"/>
                    <a:pt x="3757" y="2318"/>
                  </a:cubicBezTo>
                  <a:cubicBezTo>
                    <a:pt x="3537" y="2537"/>
                    <a:pt x="3537" y="2903"/>
                    <a:pt x="3757" y="3123"/>
                  </a:cubicBezTo>
                  <a:cubicBezTo>
                    <a:pt x="3879" y="3244"/>
                    <a:pt x="4025" y="3293"/>
                    <a:pt x="4172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76;p52">
              <a:extLst>
                <a:ext uri="{FF2B5EF4-FFF2-40B4-BE49-F238E27FC236}">
                  <a16:creationId xmlns:a16="http://schemas.microsoft.com/office/drawing/2014/main" id="{42313E63-ED8C-6FC6-8E63-89529214F0D6}"/>
                </a:ext>
              </a:extLst>
            </p:cNvPr>
            <p:cNvSpPr/>
            <p:nvPr/>
          </p:nvSpPr>
          <p:spPr>
            <a:xfrm>
              <a:off x="6592201" y="2061933"/>
              <a:ext cx="941841" cy="2789257"/>
            </a:xfrm>
            <a:custGeom>
              <a:avLst/>
              <a:gdLst/>
              <a:ahLst/>
              <a:cxnLst/>
              <a:rect l="l" t="t" r="r" b="b"/>
              <a:pathLst>
                <a:path w="8343" h="24976" extrusionOk="0">
                  <a:moveTo>
                    <a:pt x="391" y="23464"/>
                  </a:moveTo>
                  <a:cubicBezTo>
                    <a:pt x="391" y="23756"/>
                    <a:pt x="513" y="24049"/>
                    <a:pt x="733" y="24268"/>
                  </a:cubicBezTo>
                  <a:cubicBezTo>
                    <a:pt x="928" y="24488"/>
                    <a:pt x="1220" y="24585"/>
                    <a:pt x="1537" y="24585"/>
                  </a:cubicBezTo>
                  <a:lnTo>
                    <a:pt x="6806" y="24585"/>
                  </a:lnTo>
                  <a:cubicBezTo>
                    <a:pt x="7440" y="24585"/>
                    <a:pt x="7952" y="24073"/>
                    <a:pt x="7952" y="23464"/>
                  </a:cubicBezTo>
                  <a:lnTo>
                    <a:pt x="7952" y="4074"/>
                  </a:lnTo>
                  <a:cubicBezTo>
                    <a:pt x="7879" y="2025"/>
                    <a:pt x="6220" y="391"/>
                    <a:pt x="4172" y="391"/>
                  </a:cubicBezTo>
                  <a:cubicBezTo>
                    <a:pt x="2123" y="391"/>
                    <a:pt x="440" y="2025"/>
                    <a:pt x="391" y="4074"/>
                  </a:cubicBezTo>
                  <a:close/>
                  <a:moveTo>
                    <a:pt x="4172" y="2196"/>
                  </a:moveTo>
                  <a:cubicBezTo>
                    <a:pt x="4854" y="2196"/>
                    <a:pt x="4854" y="3244"/>
                    <a:pt x="4172" y="3244"/>
                  </a:cubicBezTo>
                  <a:cubicBezTo>
                    <a:pt x="4025" y="3244"/>
                    <a:pt x="3903" y="3171"/>
                    <a:pt x="3806" y="3074"/>
                  </a:cubicBezTo>
                  <a:cubicBezTo>
                    <a:pt x="3611" y="2879"/>
                    <a:pt x="3611" y="2562"/>
                    <a:pt x="3806" y="2342"/>
                  </a:cubicBezTo>
                  <a:cubicBezTo>
                    <a:pt x="3903" y="2245"/>
                    <a:pt x="4025" y="2196"/>
                    <a:pt x="4172" y="2196"/>
                  </a:cubicBezTo>
                  <a:close/>
                  <a:moveTo>
                    <a:pt x="3611" y="2147"/>
                  </a:moveTo>
                  <a:cubicBezTo>
                    <a:pt x="4220" y="1513"/>
                    <a:pt x="5269" y="2196"/>
                    <a:pt x="4928" y="3025"/>
                  </a:cubicBezTo>
                  <a:cubicBezTo>
                    <a:pt x="4586" y="3854"/>
                    <a:pt x="3367" y="3610"/>
                    <a:pt x="3367" y="2708"/>
                  </a:cubicBezTo>
                  <a:cubicBezTo>
                    <a:pt x="3367" y="2488"/>
                    <a:pt x="3440" y="2293"/>
                    <a:pt x="3611" y="2147"/>
                  </a:cubicBezTo>
                  <a:close/>
                  <a:moveTo>
                    <a:pt x="7196" y="19951"/>
                  </a:moveTo>
                  <a:lnTo>
                    <a:pt x="7196" y="19951"/>
                  </a:lnTo>
                  <a:lnTo>
                    <a:pt x="7196" y="22805"/>
                  </a:lnTo>
                  <a:cubicBezTo>
                    <a:pt x="7196" y="22878"/>
                    <a:pt x="7123" y="22951"/>
                    <a:pt x="7049" y="22951"/>
                  </a:cubicBezTo>
                  <a:lnTo>
                    <a:pt x="1294" y="22951"/>
                  </a:lnTo>
                  <a:cubicBezTo>
                    <a:pt x="1220" y="22951"/>
                    <a:pt x="1147" y="22878"/>
                    <a:pt x="1147" y="22805"/>
                  </a:cubicBezTo>
                  <a:lnTo>
                    <a:pt x="1147" y="5635"/>
                  </a:lnTo>
                  <a:cubicBezTo>
                    <a:pt x="1147" y="5562"/>
                    <a:pt x="1220" y="5488"/>
                    <a:pt x="1294" y="5488"/>
                  </a:cubicBezTo>
                  <a:lnTo>
                    <a:pt x="7025" y="5488"/>
                  </a:lnTo>
                  <a:cubicBezTo>
                    <a:pt x="7123" y="5488"/>
                    <a:pt x="7196" y="5562"/>
                    <a:pt x="7196" y="5635"/>
                  </a:cubicBezTo>
                  <a:lnTo>
                    <a:pt x="7196" y="8488"/>
                  </a:lnTo>
                  <a:lnTo>
                    <a:pt x="7196" y="8488"/>
                  </a:lnTo>
                  <a:lnTo>
                    <a:pt x="7196" y="11366"/>
                  </a:lnTo>
                  <a:lnTo>
                    <a:pt x="7196" y="11366"/>
                  </a:lnTo>
                  <a:lnTo>
                    <a:pt x="7196" y="14220"/>
                  </a:lnTo>
                  <a:lnTo>
                    <a:pt x="7196" y="14220"/>
                  </a:lnTo>
                  <a:lnTo>
                    <a:pt x="7196" y="17073"/>
                  </a:lnTo>
                  <a:lnTo>
                    <a:pt x="7196" y="17073"/>
                  </a:lnTo>
                  <a:lnTo>
                    <a:pt x="7196" y="19927"/>
                  </a:lnTo>
                  <a:close/>
                  <a:moveTo>
                    <a:pt x="6879" y="20098"/>
                  </a:moveTo>
                  <a:lnTo>
                    <a:pt x="6879" y="22659"/>
                  </a:lnTo>
                  <a:lnTo>
                    <a:pt x="1440" y="22659"/>
                  </a:lnTo>
                  <a:lnTo>
                    <a:pt x="1440" y="20098"/>
                  </a:lnTo>
                  <a:close/>
                  <a:moveTo>
                    <a:pt x="1440" y="19781"/>
                  </a:moveTo>
                  <a:lnTo>
                    <a:pt x="1440" y="17220"/>
                  </a:lnTo>
                  <a:lnTo>
                    <a:pt x="6879" y="17220"/>
                  </a:lnTo>
                  <a:lnTo>
                    <a:pt x="6879" y="19781"/>
                  </a:lnTo>
                  <a:close/>
                  <a:moveTo>
                    <a:pt x="1440" y="16927"/>
                  </a:moveTo>
                  <a:lnTo>
                    <a:pt x="1440" y="14366"/>
                  </a:lnTo>
                  <a:lnTo>
                    <a:pt x="6879" y="14366"/>
                  </a:lnTo>
                  <a:lnTo>
                    <a:pt x="6879" y="16927"/>
                  </a:lnTo>
                  <a:close/>
                  <a:moveTo>
                    <a:pt x="1440" y="14074"/>
                  </a:moveTo>
                  <a:lnTo>
                    <a:pt x="1440" y="11513"/>
                  </a:lnTo>
                  <a:lnTo>
                    <a:pt x="6879" y="11513"/>
                  </a:lnTo>
                  <a:lnTo>
                    <a:pt x="6879" y="14074"/>
                  </a:lnTo>
                  <a:close/>
                  <a:moveTo>
                    <a:pt x="1440" y="11196"/>
                  </a:moveTo>
                  <a:lnTo>
                    <a:pt x="1440" y="8635"/>
                  </a:lnTo>
                  <a:lnTo>
                    <a:pt x="6879" y="8635"/>
                  </a:lnTo>
                  <a:lnTo>
                    <a:pt x="6879" y="11196"/>
                  </a:lnTo>
                  <a:close/>
                  <a:moveTo>
                    <a:pt x="1440" y="8342"/>
                  </a:moveTo>
                  <a:lnTo>
                    <a:pt x="1440" y="5805"/>
                  </a:lnTo>
                  <a:lnTo>
                    <a:pt x="6879" y="5805"/>
                  </a:lnTo>
                  <a:lnTo>
                    <a:pt x="6879" y="8366"/>
                  </a:lnTo>
                  <a:close/>
                  <a:moveTo>
                    <a:pt x="440" y="24537"/>
                  </a:moveTo>
                  <a:cubicBezTo>
                    <a:pt x="147" y="24244"/>
                    <a:pt x="1" y="23854"/>
                    <a:pt x="1" y="23464"/>
                  </a:cubicBezTo>
                  <a:lnTo>
                    <a:pt x="1" y="4074"/>
                  </a:lnTo>
                  <a:cubicBezTo>
                    <a:pt x="50" y="1805"/>
                    <a:pt x="1903" y="1"/>
                    <a:pt x="4172" y="1"/>
                  </a:cubicBezTo>
                  <a:cubicBezTo>
                    <a:pt x="6440" y="1"/>
                    <a:pt x="8293" y="1805"/>
                    <a:pt x="8342" y="4074"/>
                  </a:cubicBezTo>
                  <a:lnTo>
                    <a:pt x="8342" y="23464"/>
                  </a:lnTo>
                  <a:cubicBezTo>
                    <a:pt x="8342" y="24293"/>
                    <a:pt x="7659" y="24976"/>
                    <a:pt x="6830" y="24976"/>
                  </a:cubicBezTo>
                  <a:lnTo>
                    <a:pt x="1537" y="24976"/>
                  </a:lnTo>
                  <a:cubicBezTo>
                    <a:pt x="1123" y="24976"/>
                    <a:pt x="733" y="24829"/>
                    <a:pt x="440" y="245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77;p52">
              <a:extLst>
                <a:ext uri="{FF2B5EF4-FFF2-40B4-BE49-F238E27FC236}">
                  <a16:creationId xmlns:a16="http://schemas.microsoft.com/office/drawing/2014/main" id="{DFC7A4FE-EF87-FEC2-7702-CA3CFFC3291A}"/>
                </a:ext>
              </a:extLst>
            </p:cNvPr>
            <p:cNvSpPr/>
            <p:nvPr/>
          </p:nvSpPr>
          <p:spPr>
            <a:xfrm>
              <a:off x="6636341" y="2105487"/>
              <a:ext cx="853561" cy="2702149"/>
            </a:xfrm>
            <a:custGeom>
              <a:avLst/>
              <a:gdLst/>
              <a:ahLst/>
              <a:cxnLst/>
              <a:rect l="l" t="t" r="r" b="b"/>
              <a:pathLst>
                <a:path w="7561" h="24196" extrusionOk="0">
                  <a:moveTo>
                    <a:pt x="0" y="3684"/>
                  </a:moveTo>
                  <a:lnTo>
                    <a:pt x="0" y="23074"/>
                  </a:lnTo>
                  <a:cubicBezTo>
                    <a:pt x="0" y="23366"/>
                    <a:pt x="122" y="23659"/>
                    <a:pt x="342" y="23878"/>
                  </a:cubicBezTo>
                  <a:cubicBezTo>
                    <a:pt x="537" y="24098"/>
                    <a:pt x="829" y="24195"/>
                    <a:pt x="1146" y="24195"/>
                  </a:cubicBezTo>
                  <a:lnTo>
                    <a:pt x="6415" y="24195"/>
                  </a:lnTo>
                  <a:cubicBezTo>
                    <a:pt x="7049" y="24195"/>
                    <a:pt x="7561" y="23683"/>
                    <a:pt x="7561" y="23074"/>
                  </a:cubicBezTo>
                  <a:lnTo>
                    <a:pt x="7561" y="3684"/>
                  </a:lnTo>
                  <a:cubicBezTo>
                    <a:pt x="7488" y="1635"/>
                    <a:pt x="5829" y="1"/>
                    <a:pt x="3781" y="1"/>
                  </a:cubicBezTo>
                  <a:cubicBezTo>
                    <a:pt x="1732" y="1"/>
                    <a:pt x="49" y="1635"/>
                    <a:pt x="0" y="3684"/>
                  </a:cubicBezTo>
                  <a:close/>
                  <a:moveTo>
                    <a:pt x="4585" y="2318"/>
                  </a:moveTo>
                  <a:cubicBezTo>
                    <a:pt x="4585" y="3220"/>
                    <a:pt x="3366" y="3464"/>
                    <a:pt x="3024" y="2635"/>
                  </a:cubicBezTo>
                  <a:cubicBezTo>
                    <a:pt x="2683" y="1806"/>
                    <a:pt x="3732" y="1123"/>
                    <a:pt x="4366" y="1757"/>
                  </a:cubicBezTo>
                  <a:cubicBezTo>
                    <a:pt x="4512" y="1903"/>
                    <a:pt x="4585" y="2098"/>
                    <a:pt x="4585" y="2318"/>
                  </a:cubicBezTo>
                  <a:close/>
                  <a:moveTo>
                    <a:pt x="903" y="5098"/>
                  </a:moveTo>
                  <a:lnTo>
                    <a:pt x="6634" y="5098"/>
                  </a:lnTo>
                  <a:cubicBezTo>
                    <a:pt x="6732" y="5098"/>
                    <a:pt x="6805" y="5172"/>
                    <a:pt x="6805" y="5245"/>
                  </a:cubicBezTo>
                  <a:lnTo>
                    <a:pt x="6805" y="8123"/>
                  </a:lnTo>
                  <a:lnTo>
                    <a:pt x="6805" y="8123"/>
                  </a:lnTo>
                  <a:lnTo>
                    <a:pt x="6805" y="10976"/>
                  </a:lnTo>
                  <a:lnTo>
                    <a:pt x="6805" y="10976"/>
                  </a:lnTo>
                  <a:lnTo>
                    <a:pt x="6805" y="13830"/>
                  </a:lnTo>
                  <a:lnTo>
                    <a:pt x="6805" y="13830"/>
                  </a:lnTo>
                  <a:lnTo>
                    <a:pt x="6805" y="16683"/>
                  </a:lnTo>
                  <a:lnTo>
                    <a:pt x="6805" y="16683"/>
                  </a:lnTo>
                  <a:lnTo>
                    <a:pt x="6805" y="19537"/>
                  </a:lnTo>
                  <a:lnTo>
                    <a:pt x="6805" y="19537"/>
                  </a:lnTo>
                  <a:lnTo>
                    <a:pt x="6805" y="22415"/>
                  </a:lnTo>
                  <a:cubicBezTo>
                    <a:pt x="6805" y="22488"/>
                    <a:pt x="6732" y="22561"/>
                    <a:pt x="6634" y="22561"/>
                  </a:cubicBezTo>
                  <a:lnTo>
                    <a:pt x="903" y="22561"/>
                  </a:lnTo>
                  <a:cubicBezTo>
                    <a:pt x="829" y="22561"/>
                    <a:pt x="756" y="22488"/>
                    <a:pt x="756" y="22415"/>
                  </a:cubicBezTo>
                  <a:lnTo>
                    <a:pt x="756" y="5245"/>
                  </a:lnTo>
                  <a:cubicBezTo>
                    <a:pt x="756" y="5172"/>
                    <a:pt x="829" y="5098"/>
                    <a:pt x="903" y="50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78;p52">
              <a:extLst>
                <a:ext uri="{FF2B5EF4-FFF2-40B4-BE49-F238E27FC236}">
                  <a16:creationId xmlns:a16="http://schemas.microsoft.com/office/drawing/2014/main" id="{0BF32A64-BC52-486C-83AE-0B3524BDDD83}"/>
                </a:ext>
              </a:extLst>
            </p:cNvPr>
            <p:cNvSpPr/>
            <p:nvPr/>
          </p:nvSpPr>
          <p:spPr>
            <a:xfrm>
              <a:off x="6754649" y="2707541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6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279;p52">
              <a:extLst>
                <a:ext uri="{FF2B5EF4-FFF2-40B4-BE49-F238E27FC236}">
                  <a16:creationId xmlns:a16="http://schemas.microsoft.com/office/drawing/2014/main" id="{DFBCB141-C298-54F6-93F8-1E1031A4A6E7}"/>
                </a:ext>
              </a:extLst>
            </p:cNvPr>
            <p:cNvSpPr/>
            <p:nvPr/>
          </p:nvSpPr>
          <p:spPr>
            <a:xfrm>
              <a:off x="6754649" y="3028949"/>
              <a:ext cx="614122" cy="286006"/>
            </a:xfrm>
            <a:custGeom>
              <a:avLst/>
              <a:gdLst/>
              <a:ahLst/>
              <a:cxnLst/>
              <a:rect l="l" t="t" r="r" b="b"/>
              <a:pathLst>
                <a:path w="5440" h="2561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7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80;p52">
              <a:extLst>
                <a:ext uri="{FF2B5EF4-FFF2-40B4-BE49-F238E27FC236}">
                  <a16:creationId xmlns:a16="http://schemas.microsoft.com/office/drawing/2014/main" id="{A959B6AC-1CB3-E482-1602-19EE89F0C6EA}"/>
                </a:ext>
              </a:extLst>
            </p:cNvPr>
            <p:cNvSpPr/>
            <p:nvPr/>
          </p:nvSpPr>
          <p:spPr>
            <a:xfrm>
              <a:off x="6754649" y="3347564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281;p52">
              <a:extLst>
                <a:ext uri="{FF2B5EF4-FFF2-40B4-BE49-F238E27FC236}">
                  <a16:creationId xmlns:a16="http://schemas.microsoft.com/office/drawing/2014/main" id="{17C09386-4F40-F314-79B7-995DE0E1562F}"/>
                </a:ext>
              </a:extLst>
            </p:cNvPr>
            <p:cNvSpPr/>
            <p:nvPr/>
          </p:nvSpPr>
          <p:spPr>
            <a:xfrm>
              <a:off x="6754649" y="3666292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866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282;p52">
              <a:extLst>
                <a:ext uri="{FF2B5EF4-FFF2-40B4-BE49-F238E27FC236}">
                  <a16:creationId xmlns:a16="http://schemas.microsoft.com/office/drawing/2014/main" id="{F09B0639-0FC3-4BC7-AAF5-8EF6C2BDC202}"/>
                </a:ext>
              </a:extLst>
            </p:cNvPr>
            <p:cNvSpPr/>
            <p:nvPr/>
          </p:nvSpPr>
          <p:spPr>
            <a:xfrm>
              <a:off x="6754649" y="3987700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0"/>
                  </a:moveTo>
                  <a:lnTo>
                    <a:pt x="1" y="2561"/>
                  </a:lnTo>
                  <a:lnTo>
                    <a:pt x="5440" y="2561"/>
                  </a:lnTo>
                  <a:lnTo>
                    <a:pt x="5440" y="0"/>
                  </a:lnTo>
                  <a:close/>
                </a:path>
              </a:pathLst>
            </a:custGeom>
            <a:solidFill>
              <a:schemeClr val="accent3">
                <a:alpha val="9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283;p52">
              <a:extLst>
                <a:ext uri="{FF2B5EF4-FFF2-40B4-BE49-F238E27FC236}">
                  <a16:creationId xmlns:a16="http://schemas.microsoft.com/office/drawing/2014/main" id="{CC6B0870-8B1E-559D-C643-52D665ED5FF1}"/>
                </a:ext>
              </a:extLst>
            </p:cNvPr>
            <p:cNvSpPr/>
            <p:nvPr/>
          </p:nvSpPr>
          <p:spPr>
            <a:xfrm>
              <a:off x="6754649" y="4306316"/>
              <a:ext cx="614122" cy="286118"/>
            </a:xfrm>
            <a:custGeom>
              <a:avLst/>
              <a:gdLst/>
              <a:ahLst/>
              <a:cxnLst/>
              <a:rect l="l" t="t" r="r" b="b"/>
              <a:pathLst>
                <a:path w="5440" h="2562" extrusionOk="0">
                  <a:moveTo>
                    <a:pt x="1" y="1"/>
                  </a:moveTo>
                  <a:lnTo>
                    <a:pt x="1" y="2562"/>
                  </a:lnTo>
                  <a:lnTo>
                    <a:pt x="5440" y="2562"/>
                  </a:lnTo>
                  <a:lnTo>
                    <a:pt x="54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84;p52">
              <a:extLst>
                <a:ext uri="{FF2B5EF4-FFF2-40B4-BE49-F238E27FC236}">
                  <a16:creationId xmlns:a16="http://schemas.microsoft.com/office/drawing/2014/main" id="{B138583C-FF59-805E-9022-265814C9CC18}"/>
                </a:ext>
              </a:extLst>
            </p:cNvPr>
            <p:cNvSpPr/>
            <p:nvPr/>
          </p:nvSpPr>
          <p:spPr>
            <a:xfrm>
              <a:off x="6655532" y="2184555"/>
              <a:ext cx="834370" cy="2623081"/>
            </a:xfrm>
            <a:custGeom>
              <a:avLst/>
              <a:gdLst/>
              <a:ahLst/>
              <a:cxnLst/>
              <a:rect l="l" t="t" r="r" b="b"/>
              <a:pathLst>
                <a:path w="7391" h="23488" extrusionOk="0">
                  <a:moveTo>
                    <a:pt x="6928" y="21951"/>
                  </a:moveTo>
                  <a:cubicBezTo>
                    <a:pt x="6928" y="22244"/>
                    <a:pt x="6830" y="22536"/>
                    <a:pt x="6610" y="22756"/>
                  </a:cubicBezTo>
                  <a:cubicBezTo>
                    <a:pt x="6391" y="22975"/>
                    <a:pt x="6098" y="23073"/>
                    <a:pt x="5806" y="23097"/>
                  </a:cubicBezTo>
                  <a:lnTo>
                    <a:pt x="513" y="23097"/>
                  </a:lnTo>
                  <a:cubicBezTo>
                    <a:pt x="342" y="23097"/>
                    <a:pt x="172" y="23048"/>
                    <a:pt x="1" y="22951"/>
                  </a:cubicBezTo>
                  <a:cubicBezTo>
                    <a:pt x="50" y="23024"/>
                    <a:pt x="98" y="23097"/>
                    <a:pt x="172" y="23170"/>
                  </a:cubicBezTo>
                  <a:cubicBezTo>
                    <a:pt x="367" y="23390"/>
                    <a:pt x="659" y="23487"/>
                    <a:pt x="976" y="23487"/>
                  </a:cubicBezTo>
                  <a:lnTo>
                    <a:pt x="6245" y="23487"/>
                  </a:lnTo>
                  <a:cubicBezTo>
                    <a:pt x="6879" y="23487"/>
                    <a:pt x="7391" y="22975"/>
                    <a:pt x="7391" y="22366"/>
                  </a:cubicBezTo>
                  <a:lnTo>
                    <a:pt x="7391" y="2976"/>
                  </a:lnTo>
                  <a:cubicBezTo>
                    <a:pt x="7391" y="1976"/>
                    <a:pt x="6976" y="1025"/>
                    <a:pt x="6269" y="317"/>
                  </a:cubicBezTo>
                  <a:cubicBezTo>
                    <a:pt x="6171" y="195"/>
                    <a:pt x="6049" y="98"/>
                    <a:pt x="5928" y="0"/>
                  </a:cubicBezTo>
                  <a:cubicBezTo>
                    <a:pt x="6586" y="707"/>
                    <a:pt x="6952" y="1610"/>
                    <a:pt x="6928" y="2561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1285;p52">
            <a:extLst>
              <a:ext uri="{FF2B5EF4-FFF2-40B4-BE49-F238E27FC236}">
                <a16:creationId xmlns:a16="http://schemas.microsoft.com/office/drawing/2014/main" id="{6EAAC52C-2653-62A5-D32A-8051B99E318C}"/>
              </a:ext>
            </a:extLst>
          </p:cNvPr>
          <p:cNvGrpSpPr/>
          <p:nvPr/>
        </p:nvGrpSpPr>
        <p:grpSpPr>
          <a:xfrm>
            <a:off x="7141459" y="1885950"/>
            <a:ext cx="603495" cy="1371596"/>
            <a:chOff x="3724575" y="3497700"/>
            <a:chExt cx="603495" cy="1371596"/>
          </a:xfrm>
        </p:grpSpPr>
        <p:sp>
          <p:nvSpPr>
            <p:cNvPr id="57" name="Google Shape;1286;p52">
              <a:extLst>
                <a:ext uri="{FF2B5EF4-FFF2-40B4-BE49-F238E27FC236}">
                  <a16:creationId xmlns:a16="http://schemas.microsoft.com/office/drawing/2014/main" id="{61FBA695-C37D-FF57-0699-D9739B139482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287;p52">
              <a:extLst>
                <a:ext uri="{FF2B5EF4-FFF2-40B4-BE49-F238E27FC236}">
                  <a16:creationId xmlns:a16="http://schemas.microsoft.com/office/drawing/2014/main" id="{26A15A86-BA80-D61A-077E-03F3FAE91899}"/>
                </a:ext>
              </a:extLst>
            </p:cNvPr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288;p52">
              <a:extLst>
                <a:ext uri="{FF2B5EF4-FFF2-40B4-BE49-F238E27FC236}">
                  <a16:creationId xmlns:a16="http://schemas.microsoft.com/office/drawing/2014/main" id="{83AA093E-871F-C388-E9A4-9BE6D3D2CA7F}"/>
                </a:ext>
              </a:extLst>
            </p:cNvPr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289;p52">
              <a:extLst>
                <a:ext uri="{FF2B5EF4-FFF2-40B4-BE49-F238E27FC236}">
                  <a16:creationId xmlns:a16="http://schemas.microsoft.com/office/drawing/2014/main" id="{58DB4A5E-F467-E4A1-B1A9-3597862A74EF}"/>
                </a:ext>
              </a:extLst>
            </p:cNvPr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290;p52">
              <a:extLst>
                <a:ext uri="{FF2B5EF4-FFF2-40B4-BE49-F238E27FC236}">
                  <a16:creationId xmlns:a16="http://schemas.microsoft.com/office/drawing/2014/main" id="{E16C4545-2B25-D676-AAE0-D035A146735C}"/>
                </a:ext>
              </a:extLst>
            </p:cNvPr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291;p52">
              <a:extLst>
                <a:ext uri="{FF2B5EF4-FFF2-40B4-BE49-F238E27FC236}">
                  <a16:creationId xmlns:a16="http://schemas.microsoft.com/office/drawing/2014/main" id="{908EB785-47EC-DEE7-29CC-3BF67CB7F53E}"/>
                </a:ext>
              </a:extLst>
            </p:cNvPr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S Lab Manual">
      <a:majorFont>
        <a:latin typeface="Rubik Black"/>
        <a:ea typeface=""/>
        <a:cs typeface=""/>
      </a:majorFont>
      <a:minorFont>
        <a:latin typeface="Palatino Linoty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S Lab Manual">
      <a:majorFont>
        <a:latin typeface="Rubik Black"/>
        <a:ea typeface=""/>
        <a:cs typeface=""/>
      </a:majorFont>
      <a:minorFont>
        <a:latin typeface="Palatino Linoty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Regression</Template>
  <TotalTime>61</TotalTime>
  <Words>712</Words>
  <Application>Microsoft Office PowerPoint</Application>
  <PresentationFormat>On-screen Show (16:9)</PresentationFormat>
  <Paragraphs>90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Cascadia Code</vt:lpstr>
      <vt:lpstr>Bebas Neue</vt:lpstr>
      <vt:lpstr>Palatino Linotype</vt:lpstr>
      <vt:lpstr>Karla</vt:lpstr>
      <vt:lpstr>Rubik Black</vt:lpstr>
      <vt:lpstr>Arial</vt:lpstr>
      <vt:lpstr>Soft Colors UI Design for Agencies by Slidesgo</vt:lpstr>
      <vt:lpstr>2_Soft Colors UI Design for Agencies by Slidesgo</vt:lpstr>
      <vt:lpstr>Predicting Customer Churn</vt:lpstr>
      <vt:lpstr>01</vt:lpstr>
      <vt:lpstr>Introduction</vt:lpstr>
      <vt:lpstr>Introduction</vt:lpstr>
      <vt:lpstr>02</vt:lpstr>
      <vt:lpstr>Exploring the Data</vt:lpstr>
      <vt:lpstr>Exploring the Data</vt:lpstr>
      <vt:lpstr>03</vt:lpstr>
      <vt:lpstr>Target Variable</vt:lpstr>
      <vt:lpstr>Target Variable</vt:lpstr>
      <vt:lpstr>04</vt:lpstr>
      <vt:lpstr>Key Features</vt:lpstr>
      <vt:lpstr>Key Features</vt:lpstr>
      <vt:lpstr>05</vt:lpstr>
      <vt:lpstr>Data Cleaning</vt:lpstr>
      <vt:lpstr>Data Cleaning</vt:lpstr>
      <vt:lpstr>06</vt:lpstr>
      <vt:lpstr>Encoding Categorical Data</vt:lpstr>
      <vt:lpstr>Encoding Categorical Data</vt:lpstr>
      <vt:lpstr>07</vt:lpstr>
      <vt:lpstr>Model Evaluation  </vt:lpstr>
      <vt:lpstr>Model Evaluation</vt:lpstr>
      <vt:lpstr>08</vt:lpstr>
      <vt:lpstr>Predicting House Prices</vt:lpstr>
      <vt:lpstr>Predicting House Prices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Hamnah</dc:creator>
  <cp:lastModifiedBy>Dev Hamnah</cp:lastModifiedBy>
  <cp:revision>1</cp:revision>
  <dcterms:created xsi:type="dcterms:W3CDTF">2025-06-16T09:31:47Z</dcterms:created>
  <dcterms:modified xsi:type="dcterms:W3CDTF">2025-06-16T10:33:31Z</dcterms:modified>
</cp:coreProperties>
</file>