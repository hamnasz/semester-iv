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60" r:id="rId1"/>
    <p:sldMasterId id="2147483672" r:id="rId2"/>
  </p:sldMasterIdLst>
  <p:sldIdLst>
    <p:sldId id="892" r:id="rId3"/>
    <p:sldId id="917" r:id="rId4"/>
    <p:sldId id="904" r:id="rId5"/>
    <p:sldId id="905" r:id="rId6"/>
    <p:sldId id="906" r:id="rId7"/>
    <p:sldId id="894" r:id="rId8"/>
    <p:sldId id="895" r:id="rId9"/>
    <p:sldId id="896" r:id="rId10"/>
    <p:sldId id="897" r:id="rId11"/>
    <p:sldId id="898" r:id="rId12"/>
    <p:sldId id="899" r:id="rId13"/>
    <p:sldId id="900" r:id="rId14"/>
    <p:sldId id="901" r:id="rId15"/>
    <p:sldId id="907" r:id="rId16"/>
    <p:sldId id="908" r:id="rId17"/>
    <p:sldId id="909" r:id="rId18"/>
    <p:sldId id="910" r:id="rId19"/>
    <p:sldId id="911" r:id="rId20"/>
    <p:sldId id="912" r:id="rId21"/>
    <p:sldId id="913" r:id="rId22"/>
    <p:sldId id="914" r:id="rId23"/>
    <p:sldId id="915" r:id="rId24"/>
  </p:sldIdLst>
  <p:sldSz cx="12192000" cy="6858000"/>
  <p:notesSz cx="6858000" cy="9144000"/>
  <p:defaultTextStyle>
    <a:defPPr>
      <a:defRPr lang="x-none"/>
    </a:defPPr>
    <a:lvl1pPr marL="0" algn="l" defTabSz="914400" rtl="0" eaLnBrk="1" latinLnBrk="0" hangingPunct="1">
      <a:defRPr sz="1900" kern="1200">
        <a:solidFill>
          <a:schemeClr val="tx1"/>
        </a:solidFill>
        <a:latin typeface="+mn-lt"/>
        <a:ea typeface="+mn-ea"/>
        <a:cs typeface="+mn-cs"/>
      </a:defRPr>
    </a:lvl1pPr>
    <a:lvl2pPr marL="457200" algn="l" defTabSz="914400" rtl="0" eaLnBrk="1" latinLnBrk="0" hangingPunct="1">
      <a:defRPr sz="1900" kern="1200">
        <a:solidFill>
          <a:schemeClr val="tx1"/>
        </a:solidFill>
        <a:latin typeface="+mn-lt"/>
        <a:ea typeface="+mn-ea"/>
        <a:cs typeface="+mn-cs"/>
      </a:defRPr>
    </a:lvl2pPr>
    <a:lvl3pPr marL="914400" algn="l" defTabSz="914400" rtl="0" eaLnBrk="1" latinLnBrk="0" hangingPunct="1">
      <a:defRPr sz="1900" kern="1200">
        <a:solidFill>
          <a:schemeClr val="tx1"/>
        </a:solidFill>
        <a:latin typeface="+mn-lt"/>
        <a:ea typeface="+mn-ea"/>
        <a:cs typeface="+mn-cs"/>
      </a:defRPr>
    </a:lvl3pPr>
    <a:lvl4pPr marL="1371600" algn="l" defTabSz="914400" rtl="0" eaLnBrk="1" latinLnBrk="0" hangingPunct="1">
      <a:defRPr sz="1900" kern="1200">
        <a:solidFill>
          <a:schemeClr val="tx1"/>
        </a:solidFill>
        <a:latin typeface="+mn-lt"/>
        <a:ea typeface="+mn-ea"/>
        <a:cs typeface="+mn-cs"/>
      </a:defRPr>
    </a:lvl4pPr>
    <a:lvl5pPr marL="1828800" algn="l" defTabSz="914400" rtl="0" eaLnBrk="1" latinLnBrk="0" hangingPunct="1">
      <a:defRPr sz="1900" kern="1200">
        <a:solidFill>
          <a:schemeClr val="tx1"/>
        </a:solidFill>
        <a:latin typeface="+mn-lt"/>
        <a:ea typeface="+mn-ea"/>
        <a:cs typeface="+mn-cs"/>
      </a:defRPr>
    </a:lvl5pPr>
    <a:lvl6pPr marL="2286000" algn="l" defTabSz="914400" rtl="0" eaLnBrk="1" latinLnBrk="0" hangingPunct="1">
      <a:defRPr sz="1900" kern="1200">
        <a:solidFill>
          <a:schemeClr val="tx1"/>
        </a:solidFill>
        <a:latin typeface="+mn-lt"/>
        <a:ea typeface="+mn-ea"/>
        <a:cs typeface="+mn-cs"/>
      </a:defRPr>
    </a:lvl6pPr>
    <a:lvl7pPr marL="2743200" algn="l" defTabSz="914400" rtl="0" eaLnBrk="1" latinLnBrk="0" hangingPunct="1">
      <a:defRPr sz="1900" kern="1200">
        <a:solidFill>
          <a:schemeClr val="tx1"/>
        </a:solidFill>
        <a:latin typeface="+mn-lt"/>
        <a:ea typeface="+mn-ea"/>
        <a:cs typeface="+mn-cs"/>
      </a:defRPr>
    </a:lvl7pPr>
    <a:lvl8pPr marL="3200400" algn="l" defTabSz="914400" rtl="0" eaLnBrk="1" latinLnBrk="0" hangingPunct="1">
      <a:defRPr sz="1900" kern="1200">
        <a:solidFill>
          <a:schemeClr val="tx1"/>
        </a:solidFill>
        <a:latin typeface="+mn-lt"/>
        <a:ea typeface="+mn-ea"/>
        <a:cs typeface="+mn-cs"/>
      </a:defRPr>
    </a:lvl8pPr>
    <a:lvl9pPr marL="3657600" algn="l" defTabSz="914400" rtl="0" eaLnBrk="1" latinLnBrk="0" hangingPunct="1">
      <a:defRPr sz="19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2A2A"/>
    <a:srgbClr val="C00000"/>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0609" autoAdjust="0"/>
    <p:restoredTop sz="94660"/>
  </p:normalViewPr>
  <p:slideViewPr>
    <p:cSldViewPr snapToGrid="0" showGuides="1">
      <p:cViewPr varScale="1">
        <p:scale>
          <a:sx n="68" d="100"/>
          <a:sy n="68" d="100"/>
        </p:scale>
        <p:origin x="784" y="60"/>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viewProps" Target="viewProp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x-none"/>
          </a:p>
        </p:txBody>
      </p:sp>
      <p:sp>
        <p:nvSpPr>
          <p:cNvPr id="3" name="Subtitle 2"/>
          <p:cNvSpPr>
            <a:spLocks noGrp="1"/>
          </p:cNvSpPr>
          <p:nvPr>
            <p:ph type="subTitle" idx="1"/>
          </p:nvPr>
        </p:nvSpPr>
        <p:spPr>
          <a:xfrm>
            <a:off x="1524000" y="3602037"/>
            <a:ext cx="9144000" cy="1655763"/>
          </a:xfrm>
        </p:spPr>
        <p:txBody>
          <a:bodyPr/>
          <a:lstStyle>
            <a:lvl1pPr marL="0" indent="0" algn="ctr">
              <a:buNone/>
              <a:defRPr sz="2400"/>
            </a:lvl1pPr>
            <a:lvl2pPr marL="457200" indent="0" algn="ctr">
              <a:buNone/>
              <a:defRPr sz="2000"/>
            </a:lvl2pPr>
            <a:lvl3pPr marL="914400" indent="0" algn="ctr">
              <a:buNone/>
              <a:defRPr sz="19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x-none"/>
          </a:p>
        </p:txBody>
      </p:sp>
      <p:sp>
        <p:nvSpPr>
          <p:cNvPr id="4" name="Date Placeholder 3"/>
          <p:cNvSpPr>
            <a:spLocks noGrp="1"/>
          </p:cNvSpPr>
          <p:nvPr>
            <p:ph type="dt" sz="half" idx="10"/>
          </p:nvPr>
        </p:nvSpPr>
        <p:spPr/>
        <p:txBody>
          <a:bodyPr/>
          <a:lstStyle/>
          <a:p>
            <a:fld id="{3237A82C-AEEE-48DB-A866-3B1CA0AC9D5D}" type="datetimeFigureOut">
              <a:rPr lang="x-none" smtClean="0"/>
              <a:t>4/8/2025</a:t>
            </a:fld>
            <a:endParaRPr lang="x-none"/>
          </a:p>
        </p:txBody>
      </p:sp>
      <p:sp>
        <p:nvSpPr>
          <p:cNvPr id="5" name="Footer Placeholder 4"/>
          <p:cNvSpPr>
            <a:spLocks noGrp="1"/>
          </p:cNvSpPr>
          <p:nvPr>
            <p:ph type="ftr" sz="quarter" idx="11"/>
          </p:nvPr>
        </p:nvSpPr>
        <p:spPr/>
        <p:txBody>
          <a:bodyPr/>
          <a:lstStyle/>
          <a:p>
            <a:endParaRPr lang="x-none"/>
          </a:p>
        </p:txBody>
      </p:sp>
      <p:sp>
        <p:nvSpPr>
          <p:cNvPr id="6" name="Slide Number Placeholder 5"/>
          <p:cNvSpPr>
            <a:spLocks noGrp="1"/>
          </p:cNvSpPr>
          <p:nvPr>
            <p:ph type="sldNum" sz="quarter" idx="12"/>
          </p:nvPr>
        </p:nvSpPr>
        <p:spPr/>
        <p:txBody>
          <a:bodyPr/>
          <a:lstStyle/>
          <a:p>
            <a:fld id="{6EB9F7D7-3C9C-4146-9FA1-B77DEB44278D}" type="slidenum">
              <a:rPr lang="x-none" smtClean="0"/>
              <a:t>‹#›</a:t>
            </a:fld>
            <a:endParaRPr lang="x-non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x-none"/>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Date Placeholder 3"/>
          <p:cNvSpPr>
            <a:spLocks noGrp="1"/>
          </p:cNvSpPr>
          <p:nvPr>
            <p:ph type="dt" sz="half" idx="10"/>
          </p:nvPr>
        </p:nvSpPr>
        <p:spPr/>
        <p:txBody>
          <a:bodyPr/>
          <a:lstStyle/>
          <a:p>
            <a:fld id="{3237A82C-AEEE-48DB-A866-3B1CA0AC9D5D}" type="datetimeFigureOut">
              <a:rPr lang="x-none" smtClean="0"/>
              <a:t>4/8/2025</a:t>
            </a:fld>
            <a:endParaRPr lang="x-none"/>
          </a:p>
        </p:txBody>
      </p:sp>
      <p:sp>
        <p:nvSpPr>
          <p:cNvPr id="5" name="Footer Placeholder 4"/>
          <p:cNvSpPr>
            <a:spLocks noGrp="1"/>
          </p:cNvSpPr>
          <p:nvPr>
            <p:ph type="ftr" sz="quarter" idx="11"/>
          </p:nvPr>
        </p:nvSpPr>
        <p:spPr/>
        <p:txBody>
          <a:bodyPr/>
          <a:lstStyle/>
          <a:p>
            <a:endParaRPr lang="x-none"/>
          </a:p>
        </p:txBody>
      </p:sp>
      <p:sp>
        <p:nvSpPr>
          <p:cNvPr id="6" name="Slide Number Placeholder 5"/>
          <p:cNvSpPr>
            <a:spLocks noGrp="1"/>
          </p:cNvSpPr>
          <p:nvPr>
            <p:ph type="sldNum" sz="quarter" idx="12"/>
          </p:nvPr>
        </p:nvSpPr>
        <p:spPr/>
        <p:txBody>
          <a:bodyPr/>
          <a:lstStyle/>
          <a:p>
            <a:fld id="{6EB9F7D7-3C9C-4146-9FA1-B77DEB44278D}" type="slidenum">
              <a:rPr lang="x-none" smtClean="0"/>
              <a:t>‹#›</a:t>
            </a:fld>
            <a:endParaRPr lang="x-non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en-US"/>
              <a:t>Click to edit Master title style</a:t>
            </a:r>
            <a:endParaRPr lang="x-none"/>
          </a:p>
        </p:txBody>
      </p:sp>
      <p:sp>
        <p:nvSpPr>
          <p:cNvPr id="3" name="Text Placeholder 2"/>
          <p:cNvSpPr>
            <a:spLocks noGrp="1"/>
          </p:cNvSpPr>
          <p:nvPr>
            <p:ph type="body" idx="1"/>
          </p:nvPr>
        </p:nvSpPr>
        <p:spPr>
          <a:xfrm>
            <a:off x="831851" y="4589464"/>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9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3237A82C-AEEE-48DB-A866-3B1CA0AC9D5D}" type="datetimeFigureOut">
              <a:rPr lang="x-none" smtClean="0"/>
              <a:t>4/8/2025</a:t>
            </a:fld>
            <a:endParaRPr lang="x-none"/>
          </a:p>
        </p:txBody>
      </p:sp>
      <p:sp>
        <p:nvSpPr>
          <p:cNvPr id="5" name="Footer Placeholder 4"/>
          <p:cNvSpPr>
            <a:spLocks noGrp="1"/>
          </p:cNvSpPr>
          <p:nvPr>
            <p:ph type="ftr" sz="quarter" idx="11"/>
          </p:nvPr>
        </p:nvSpPr>
        <p:spPr/>
        <p:txBody>
          <a:bodyPr/>
          <a:lstStyle/>
          <a:p>
            <a:endParaRPr lang="x-none"/>
          </a:p>
        </p:txBody>
      </p:sp>
      <p:sp>
        <p:nvSpPr>
          <p:cNvPr id="6" name="Slide Number Placeholder 5"/>
          <p:cNvSpPr>
            <a:spLocks noGrp="1"/>
          </p:cNvSpPr>
          <p:nvPr>
            <p:ph type="sldNum" sz="quarter" idx="12"/>
          </p:nvPr>
        </p:nvSpPr>
        <p:spPr/>
        <p:txBody>
          <a:bodyPr/>
          <a:lstStyle/>
          <a:p>
            <a:fld id="{6EB9F7D7-3C9C-4146-9FA1-B77DEB44278D}" type="slidenum">
              <a:rPr lang="x-none" smtClean="0"/>
              <a:t>‹#›</a:t>
            </a:fld>
            <a:endParaRPr lang="x-non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x-none"/>
          </a:p>
        </p:txBody>
      </p:sp>
      <p:sp>
        <p:nvSpPr>
          <p:cNvPr id="3" name="Content Placeholder 2"/>
          <p:cNvSpPr>
            <a:spLocks noGrp="1"/>
          </p:cNvSpPr>
          <p:nvPr>
            <p:ph sz="half" idx="1"/>
          </p:nvPr>
        </p:nvSpPr>
        <p:spPr>
          <a:xfrm>
            <a:off x="838200" y="1825625"/>
            <a:ext cx="5181600" cy="4351339"/>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Content Placeholder 3"/>
          <p:cNvSpPr>
            <a:spLocks noGrp="1"/>
          </p:cNvSpPr>
          <p:nvPr>
            <p:ph sz="half" idx="2"/>
          </p:nvPr>
        </p:nvSpPr>
        <p:spPr>
          <a:xfrm>
            <a:off x="6172200" y="1825625"/>
            <a:ext cx="5181600" cy="4351339"/>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5" name="Date Placeholder 4"/>
          <p:cNvSpPr>
            <a:spLocks noGrp="1"/>
          </p:cNvSpPr>
          <p:nvPr>
            <p:ph type="dt" sz="half" idx="10"/>
          </p:nvPr>
        </p:nvSpPr>
        <p:spPr/>
        <p:txBody>
          <a:bodyPr/>
          <a:lstStyle/>
          <a:p>
            <a:fld id="{3237A82C-AEEE-48DB-A866-3B1CA0AC9D5D}" type="datetimeFigureOut">
              <a:rPr lang="x-none" smtClean="0"/>
              <a:t>4/8/2025</a:t>
            </a:fld>
            <a:endParaRPr lang="x-none"/>
          </a:p>
        </p:txBody>
      </p:sp>
      <p:sp>
        <p:nvSpPr>
          <p:cNvPr id="6" name="Footer Placeholder 5"/>
          <p:cNvSpPr>
            <a:spLocks noGrp="1"/>
          </p:cNvSpPr>
          <p:nvPr>
            <p:ph type="ftr" sz="quarter" idx="11"/>
          </p:nvPr>
        </p:nvSpPr>
        <p:spPr/>
        <p:txBody>
          <a:bodyPr/>
          <a:lstStyle/>
          <a:p>
            <a:endParaRPr lang="x-none"/>
          </a:p>
        </p:txBody>
      </p:sp>
      <p:sp>
        <p:nvSpPr>
          <p:cNvPr id="7" name="Slide Number Placeholder 6"/>
          <p:cNvSpPr>
            <a:spLocks noGrp="1"/>
          </p:cNvSpPr>
          <p:nvPr>
            <p:ph type="sldNum" sz="quarter" idx="12"/>
          </p:nvPr>
        </p:nvSpPr>
        <p:spPr/>
        <p:txBody>
          <a:bodyPr/>
          <a:lstStyle/>
          <a:p>
            <a:fld id="{6EB9F7D7-3C9C-4146-9FA1-B77DEB44278D}" type="slidenum">
              <a:rPr lang="x-none" smtClean="0"/>
              <a:t>‹#›</a:t>
            </a:fld>
            <a:endParaRPr lang="x-non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x-none"/>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9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00" indent="0">
              <a:buNone/>
              <a:defRPr sz="2000" b="1"/>
            </a:lvl2pPr>
            <a:lvl3pPr marL="914400" indent="0">
              <a:buNone/>
              <a:defRPr sz="19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7" name="Date Placeholder 6"/>
          <p:cNvSpPr>
            <a:spLocks noGrp="1"/>
          </p:cNvSpPr>
          <p:nvPr>
            <p:ph type="dt" sz="half" idx="10"/>
          </p:nvPr>
        </p:nvSpPr>
        <p:spPr/>
        <p:txBody>
          <a:bodyPr/>
          <a:lstStyle/>
          <a:p>
            <a:fld id="{3237A82C-AEEE-48DB-A866-3B1CA0AC9D5D}" type="datetimeFigureOut">
              <a:rPr lang="x-none" smtClean="0"/>
              <a:t>4/8/2025</a:t>
            </a:fld>
            <a:endParaRPr lang="x-none"/>
          </a:p>
        </p:txBody>
      </p:sp>
      <p:sp>
        <p:nvSpPr>
          <p:cNvPr id="8" name="Footer Placeholder 7"/>
          <p:cNvSpPr>
            <a:spLocks noGrp="1"/>
          </p:cNvSpPr>
          <p:nvPr>
            <p:ph type="ftr" sz="quarter" idx="11"/>
          </p:nvPr>
        </p:nvSpPr>
        <p:spPr/>
        <p:txBody>
          <a:bodyPr/>
          <a:lstStyle/>
          <a:p>
            <a:endParaRPr lang="x-none"/>
          </a:p>
        </p:txBody>
      </p:sp>
      <p:sp>
        <p:nvSpPr>
          <p:cNvPr id="9" name="Slide Number Placeholder 8"/>
          <p:cNvSpPr>
            <a:spLocks noGrp="1"/>
          </p:cNvSpPr>
          <p:nvPr>
            <p:ph type="sldNum" sz="quarter" idx="12"/>
          </p:nvPr>
        </p:nvSpPr>
        <p:spPr/>
        <p:txBody>
          <a:bodyPr/>
          <a:lstStyle/>
          <a:p>
            <a:fld id="{6EB9F7D7-3C9C-4146-9FA1-B77DEB44278D}" type="slidenum">
              <a:rPr lang="x-none" smtClean="0"/>
              <a:t>‹#›</a:t>
            </a:fld>
            <a:endParaRPr lang="x-non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x-none"/>
          </a:p>
        </p:txBody>
      </p:sp>
      <p:sp>
        <p:nvSpPr>
          <p:cNvPr id="3" name="Date Placeholder 2"/>
          <p:cNvSpPr>
            <a:spLocks noGrp="1"/>
          </p:cNvSpPr>
          <p:nvPr>
            <p:ph type="dt" sz="half" idx="10"/>
          </p:nvPr>
        </p:nvSpPr>
        <p:spPr/>
        <p:txBody>
          <a:bodyPr/>
          <a:lstStyle/>
          <a:p>
            <a:fld id="{3237A82C-AEEE-48DB-A866-3B1CA0AC9D5D}" type="datetimeFigureOut">
              <a:rPr lang="x-none" smtClean="0"/>
              <a:t>4/8/2025</a:t>
            </a:fld>
            <a:endParaRPr lang="x-none"/>
          </a:p>
        </p:txBody>
      </p:sp>
      <p:sp>
        <p:nvSpPr>
          <p:cNvPr id="4" name="Footer Placeholder 3"/>
          <p:cNvSpPr>
            <a:spLocks noGrp="1"/>
          </p:cNvSpPr>
          <p:nvPr>
            <p:ph type="ftr" sz="quarter" idx="11"/>
          </p:nvPr>
        </p:nvSpPr>
        <p:spPr/>
        <p:txBody>
          <a:bodyPr/>
          <a:lstStyle/>
          <a:p>
            <a:endParaRPr lang="x-none"/>
          </a:p>
        </p:txBody>
      </p:sp>
      <p:sp>
        <p:nvSpPr>
          <p:cNvPr id="5" name="Slide Number Placeholder 4"/>
          <p:cNvSpPr>
            <a:spLocks noGrp="1"/>
          </p:cNvSpPr>
          <p:nvPr>
            <p:ph type="sldNum" sz="quarter" idx="12"/>
          </p:nvPr>
        </p:nvSpPr>
        <p:spPr/>
        <p:txBody>
          <a:bodyPr/>
          <a:lstStyle/>
          <a:p>
            <a:fld id="{6EB9F7D7-3C9C-4146-9FA1-B77DEB44278D}" type="slidenum">
              <a:rPr lang="x-none" smtClean="0"/>
              <a:t>‹#›</a:t>
            </a:fld>
            <a:endParaRPr lang="x-non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237A82C-AEEE-48DB-A866-3B1CA0AC9D5D}" type="datetimeFigureOut">
              <a:rPr lang="x-none" smtClean="0"/>
              <a:t>4/8/2025</a:t>
            </a:fld>
            <a:endParaRPr lang="x-none"/>
          </a:p>
        </p:txBody>
      </p:sp>
      <p:sp>
        <p:nvSpPr>
          <p:cNvPr id="3" name="Footer Placeholder 2"/>
          <p:cNvSpPr>
            <a:spLocks noGrp="1"/>
          </p:cNvSpPr>
          <p:nvPr>
            <p:ph type="ftr" sz="quarter" idx="11"/>
          </p:nvPr>
        </p:nvSpPr>
        <p:spPr/>
        <p:txBody>
          <a:bodyPr/>
          <a:lstStyle/>
          <a:p>
            <a:endParaRPr lang="x-none"/>
          </a:p>
        </p:txBody>
      </p:sp>
      <p:sp>
        <p:nvSpPr>
          <p:cNvPr id="4" name="Slide Number Placeholder 3"/>
          <p:cNvSpPr>
            <a:spLocks noGrp="1"/>
          </p:cNvSpPr>
          <p:nvPr>
            <p:ph type="sldNum" sz="quarter" idx="12"/>
          </p:nvPr>
        </p:nvSpPr>
        <p:spPr/>
        <p:txBody>
          <a:bodyPr/>
          <a:lstStyle/>
          <a:p>
            <a:fld id="{6EB9F7D7-3C9C-4146-9FA1-B77DEB44278D}" type="slidenum">
              <a:rPr lang="x-none" smtClean="0"/>
              <a:t>‹#›</a:t>
            </a:fld>
            <a:endParaRPr lang="x-non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x-none"/>
          </a:p>
        </p:txBody>
      </p:sp>
      <p:sp>
        <p:nvSpPr>
          <p:cNvPr id="3" name="Content Placeholder 2"/>
          <p:cNvSpPr>
            <a:spLocks noGrp="1"/>
          </p:cNvSpPr>
          <p:nvPr>
            <p:ph idx="1"/>
          </p:nvPr>
        </p:nvSpPr>
        <p:spPr>
          <a:xfrm>
            <a:off x="5183188" y="987426"/>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Text Placeholder 3"/>
          <p:cNvSpPr>
            <a:spLocks noGrp="1"/>
          </p:cNvSpPr>
          <p:nvPr>
            <p:ph type="body" sz="half" idx="2"/>
          </p:nvPr>
        </p:nvSpPr>
        <p:spPr>
          <a:xfrm>
            <a:off x="839788" y="2057401"/>
            <a:ext cx="3932237" cy="3811588"/>
          </a:xfrm>
        </p:spPr>
        <p:txBody>
          <a:bodyPr/>
          <a:lstStyle>
            <a:lvl1pPr marL="0" indent="0">
              <a:buNone/>
              <a:defRPr sz="1600"/>
            </a:lvl1pPr>
            <a:lvl2pPr marL="457200" indent="0">
              <a:buNone/>
              <a:defRPr sz="1500"/>
            </a:lvl2pPr>
            <a:lvl3pPr marL="914400" indent="0">
              <a:buNone/>
              <a:defRPr sz="1200"/>
            </a:lvl3pPr>
            <a:lvl4pPr marL="1371600" indent="0">
              <a:buNone/>
              <a:defRPr sz="1100"/>
            </a:lvl4pPr>
            <a:lvl5pPr marL="1828800" indent="0">
              <a:buNone/>
              <a:defRPr sz="1100"/>
            </a:lvl5pPr>
            <a:lvl6pPr marL="2286000" indent="0">
              <a:buNone/>
              <a:defRPr sz="1100"/>
            </a:lvl6pPr>
            <a:lvl7pPr marL="2743200" indent="0">
              <a:buNone/>
              <a:defRPr sz="1100"/>
            </a:lvl7pPr>
            <a:lvl8pPr marL="3200400" indent="0">
              <a:buNone/>
              <a:defRPr sz="1100"/>
            </a:lvl8pPr>
            <a:lvl9pPr marL="3657600" indent="0">
              <a:buNone/>
              <a:defRPr sz="1100"/>
            </a:lvl9pPr>
          </a:lstStyle>
          <a:p>
            <a:pPr lvl="0"/>
            <a:r>
              <a:rPr lang="en-US"/>
              <a:t>Edit Master text styles</a:t>
            </a:r>
          </a:p>
        </p:txBody>
      </p:sp>
      <p:sp>
        <p:nvSpPr>
          <p:cNvPr id="5" name="Date Placeholder 4"/>
          <p:cNvSpPr>
            <a:spLocks noGrp="1"/>
          </p:cNvSpPr>
          <p:nvPr>
            <p:ph type="dt" sz="half" idx="10"/>
          </p:nvPr>
        </p:nvSpPr>
        <p:spPr/>
        <p:txBody>
          <a:bodyPr/>
          <a:lstStyle/>
          <a:p>
            <a:fld id="{3237A82C-AEEE-48DB-A866-3B1CA0AC9D5D}" type="datetimeFigureOut">
              <a:rPr lang="x-none" smtClean="0"/>
              <a:t>4/8/2025</a:t>
            </a:fld>
            <a:endParaRPr lang="x-none"/>
          </a:p>
        </p:txBody>
      </p:sp>
      <p:sp>
        <p:nvSpPr>
          <p:cNvPr id="6" name="Footer Placeholder 5"/>
          <p:cNvSpPr>
            <a:spLocks noGrp="1"/>
          </p:cNvSpPr>
          <p:nvPr>
            <p:ph type="ftr" sz="quarter" idx="11"/>
          </p:nvPr>
        </p:nvSpPr>
        <p:spPr/>
        <p:txBody>
          <a:bodyPr/>
          <a:lstStyle/>
          <a:p>
            <a:endParaRPr lang="x-none"/>
          </a:p>
        </p:txBody>
      </p:sp>
      <p:sp>
        <p:nvSpPr>
          <p:cNvPr id="7" name="Slide Number Placeholder 6"/>
          <p:cNvSpPr>
            <a:spLocks noGrp="1"/>
          </p:cNvSpPr>
          <p:nvPr>
            <p:ph type="sldNum" sz="quarter" idx="12"/>
          </p:nvPr>
        </p:nvSpPr>
        <p:spPr/>
        <p:txBody>
          <a:bodyPr/>
          <a:lstStyle/>
          <a:p>
            <a:fld id="{6EB9F7D7-3C9C-4146-9FA1-B77DEB44278D}" type="slidenum">
              <a:rPr lang="x-none" smtClean="0"/>
              <a:t>‹#›</a:t>
            </a:fld>
            <a:endParaRPr lang="x-non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x-none"/>
          </a:p>
        </p:txBody>
      </p:sp>
      <p:sp>
        <p:nvSpPr>
          <p:cNvPr id="3" name="Picture Placeholder 2"/>
          <p:cNvSpPr>
            <a:spLocks noGrp="1"/>
          </p:cNvSpPr>
          <p:nvPr>
            <p:ph type="pic" idx="1"/>
          </p:nvPr>
        </p:nvSpPr>
        <p:spPr>
          <a:xfrm>
            <a:off x="5183188" y="987426"/>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x-none"/>
          </a:p>
        </p:txBody>
      </p:sp>
      <p:sp>
        <p:nvSpPr>
          <p:cNvPr id="4" name="Text Placeholder 3"/>
          <p:cNvSpPr>
            <a:spLocks noGrp="1"/>
          </p:cNvSpPr>
          <p:nvPr>
            <p:ph type="body" sz="half" idx="2"/>
          </p:nvPr>
        </p:nvSpPr>
        <p:spPr>
          <a:xfrm>
            <a:off x="839788" y="2057401"/>
            <a:ext cx="3932237" cy="3811588"/>
          </a:xfrm>
        </p:spPr>
        <p:txBody>
          <a:bodyPr/>
          <a:lstStyle>
            <a:lvl1pPr marL="0" indent="0">
              <a:buNone/>
              <a:defRPr sz="1600"/>
            </a:lvl1pPr>
            <a:lvl2pPr marL="457200" indent="0">
              <a:buNone/>
              <a:defRPr sz="1500"/>
            </a:lvl2pPr>
            <a:lvl3pPr marL="914400" indent="0">
              <a:buNone/>
              <a:defRPr sz="1200"/>
            </a:lvl3pPr>
            <a:lvl4pPr marL="1371600" indent="0">
              <a:buNone/>
              <a:defRPr sz="1100"/>
            </a:lvl4pPr>
            <a:lvl5pPr marL="1828800" indent="0">
              <a:buNone/>
              <a:defRPr sz="1100"/>
            </a:lvl5pPr>
            <a:lvl6pPr marL="2286000" indent="0">
              <a:buNone/>
              <a:defRPr sz="1100"/>
            </a:lvl6pPr>
            <a:lvl7pPr marL="2743200" indent="0">
              <a:buNone/>
              <a:defRPr sz="1100"/>
            </a:lvl7pPr>
            <a:lvl8pPr marL="3200400" indent="0">
              <a:buNone/>
              <a:defRPr sz="1100"/>
            </a:lvl8pPr>
            <a:lvl9pPr marL="3657600" indent="0">
              <a:buNone/>
              <a:defRPr sz="1100"/>
            </a:lvl9pPr>
          </a:lstStyle>
          <a:p>
            <a:pPr lvl="0"/>
            <a:r>
              <a:rPr lang="en-US"/>
              <a:t>Edit Master text styles</a:t>
            </a:r>
          </a:p>
        </p:txBody>
      </p:sp>
      <p:sp>
        <p:nvSpPr>
          <p:cNvPr id="5" name="Date Placeholder 4"/>
          <p:cNvSpPr>
            <a:spLocks noGrp="1"/>
          </p:cNvSpPr>
          <p:nvPr>
            <p:ph type="dt" sz="half" idx="10"/>
          </p:nvPr>
        </p:nvSpPr>
        <p:spPr/>
        <p:txBody>
          <a:bodyPr/>
          <a:lstStyle/>
          <a:p>
            <a:fld id="{3237A82C-AEEE-48DB-A866-3B1CA0AC9D5D}" type="datetimeFigureOut">
              <a:rPr lang="x-none" smtClean="0"/>
              <a:t>4/8/2025</a:t>
            </a:fld>
            <a:endParaRPr lang="x-none"/>
          </a:p>
        </p:txBody>
      </p:sp>
      <p:sp>
        <p:nvSpPr>
          <p:cNvPr id="6" name="Footer Placeholder 5"/>
          <p:cNvSpPr>
            <a:spLocks noGrp="1"/>
          </p:cNvSpPr>
          <p:nvPr>
            <p:ph type="ftr" sz="quarter" idx="11"/>
          </p:nvPr>
        </p:nvSpPr>
        <p:spPr/>
        <p:txBody>
          <a:bodyPr/>
          <a:lstStyle/>
          <a:p>
            <a:endParaRPr lang="x-none"/>
          </a:p>
        </p:txBody>
      </p:sp>
      <p:sp>
        <p:nvSpPr>
          <p:cNvPr id="7" name="Slide Number Placeholder 6"/>
          <p:cNvSpPr>
            <a:spLocks noGrp="1"/>
          </p:cNvSpPr>
          <p:nvPr>
            <p:ph type="sldNum" sz="quarter" idx="12"/>
          </p:nvPr>
        </p:nvSpPr>
        <p:spPr/>
        <p:txBody>
          <a:bodyPr/>
          <a:lstStyle/>
          <a:p>
            <a:fld id="{6EB9F7D7-3C9C-4146-9FA1-B77DEB44278D}" type="slidenum">
              <a:rPr lang="x-none" smtClean="0"/>
              <a:t>‹#›</a:t>
            </a:fld>
            <a:endParaRPr lang="x-non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x-none"/>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Date Placeholder 3"/>
          <p:cNvSpPr>
            <a:spLocks noGrp="1"/>
          </p:cNvSpPr>
          <p:nvPr>
            <p:ph type="dt" sz="half" idx="10"/>
          </p:nvPr>
        </p:nvSpPr>
        <p:spPr/>
        <p:txBody>
          <a:bodyPr/>
          <a:lstStyle/>
          <a:p>
            <a:fld id="{3237A82C-AEEE-48DB-A866-3B1CA0AC9D5D}" type="datetimeFigureOut">
              <a:rPr lang="x-none" smtClean="0"/>
              <a:t>4/8/2025</a:t>
            </a:fld>
            <a:endParaRPr lang="x-none"/>
          </a:p>
        </p:txBody>
      </p:sp>
      <p:sp>
        <p:nvSpPr>
          <p:cNvPr id="5" name="Footer Placeholder 4"/>
          <p:cNvSpPr>
            <a:spLocks noGrp="1"/>
          </p:cNvSpPr>
          <p:nvPr>
            <p:ph type="ftr" sz="quarter" idx="11"/>
          </p:nvPr>
        </p:nvSpPr>
        <p:spPr/>
        <p:txBody>
          <a:bodyPr/>
          <a:lstStyle/>
          <a:p>
            <a:endParaRPr lang="x-none"/>
          </a:p>
        </p:txBody>
      </p:sp>
      <p:sp>
        <p:nvSpPr>
          <p:cNvPr id="6" name="Slide Number Placeholder 5"/>
          <p:cNvSpPr>
            <a:spLocks noGrp="1"/>
          </p:cNvSpPr>
          <p:nvPr>
            <p:ph type="sldNum" sz="quarter" idx="12"/>
          </p:nvPr>
        </p:nvSpPr>
        <p:spPr/>
        <p:txBody>
          <a:bodyPr/>
          <a:lstStyle/>
          <a:p>
            <a:fld id="{6EB9F7D7-3C9C-4146-9FA1-B77DEB44278D}" type="slidenum">
              <a:rPr lang="x-none" smtClean="0"/>
              <a:t>‹#›</a:t>
            </a:fld>
            <a:endParaRPr lang="x-non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6"/>
            <a:ext cx="2628900" cy="5811839"/>
          </a:xfrm>
        </p:spPr>
        <p:txBody>
          <a:bodyPr vert="eaVert"/>
          <a:lstStyle/>
          <a:p>
            <a:r>
              <a:rPr lang="en-US"/>
              <a:t>Click to edit Master title style</a:t>
            </a:r>
            <a:endParaRPr lang="x-none"/>
          </a:p>
        </p:txBody>
      </p:sp>
      <p:sp>
        <p:nvSpPr>
          <p:cNvPr id="3" name="Vertical Text Placeholder 2"/>
          <p:cNvSpPr>
            <a:spLocks noGrp="1"/>
          </p:cNvSpPr>
          <p:nvPr>
            <p:ph type="body" orient="vert" idx="1"/>
          </p:nvPr>
        </p:nvSpPr>
        <p:spPr>
          <a:xfrm>
            <a:off x="838201" y="365126"/>
            <a:ext cx="7734300" cy="5811839"/>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Date Placeholder 3"/>
          <p:cNvSpPr>
            <a:spLocks noGrp="1"/>
          </p:cNvSpPr>
          <p:nvPr>
            <p:ph type="dt" sz="half" idx="10"/>
          </p:nvPr>
        </p:nvSpPr>
        <p:spPr/>
        <p:txBody>
          <a:bodyPr/>
          <a:lstStyle/>
          <a:p>
            <a:fld id="{3237A82C-AEEE-48DB-A866-3B1CA0AC9D5D}" type="datetimeFigureOut">
              <a:rPr lang="x-none" smtClean="0"/>
              <a:t>4/8/2025</a:t>
            </a:fld>
            <a:endParaRPr lang="x-none"/>
          </a:p>
        </p:txBody>
      </p:sp>
      <p:sp>
        <p:nvSpPr>
          <p:cNvPr id="5" name="Footer Placeholder 4"/>
          <p:cNvSpPr>
            <a:spLocks noGrp="1"/>
          </p:cNvSpPr>
          <p:nvPr>
            <p:ph type="ftr" sz="quarter" idx="11"/>
          </p:nvPr>
        </p:nvSpPr>
        <p:spPr/>
        <p:txBody>
          <a:bodyPr/>
          <a:lstStyle/>
          <a:p>
            <a:endParaRPr lang="x-none"/>
          </a:p>
        </p:txBody>
      </p:sp>
      <p:sp>
        <p:nvSpPr>
          <p:cNvPr id="6" name="Slide Number Placeholder 5"/>
          <p:cNvSpPr>
            <a:spLocks noGrp="1"/>
          </p:cNvSpPr>
          <p:nvPr>
            <p:ph type="sldNum" sz="quarter" idx="12"/>
          </p:nvPr>
        </p:nvSpPr>
        <p:spPr/>
        <p:txBody>
          <a:bodyPr/>
          <a:lstStyle/>
          <a:p>
            <a:fld id="{6EB9F7D7-3C9C-4146-9FA1-B77DEB44278D}" type="slidenum">
              <a:rPr lang="x-none" smtClean="0"/>
              <a:t>‹#›</a:t>
            </a:fld>
            <a:endParaRPr lang="x-non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x-none"/>
          </a:p>
        </p:txBody>
      </p:sp>
      <p:sp>
        <p:nvSpPr>
          <p:cNvPr id="3" name="Subtitle 2"/>
          <p:cNvSpPr>
            <a:spLocks noGrp="1"/>
          </p:cNvSpPr>
          <p:nvPr>
            <p:ph type="subTitle" idx="1"/>
          </p:nvPr>
        </p:nvSpPr>
        <p:spPr>
          <a:xfrm>
            <a:off x="1524000" y="3602037"/>
            <a:ext cx="9144000" cy="1655763"/>
          </a:xfrm>
        </p:spPr>
        <p:txBody>
          <a:bodyPr/>
          <a:lstStyle>
            <a:lvl1pPr marL="0" indent="0" algn="ctr">
              <a:buNone/>
              <a:defRPr sz="2400"/>
            </a:lvl1pPr>
            <a:lvl2pPr marL="457200" indent="0" algn="ctr">
              <a:buNone/>
              <a:defRPr sz="2000"/>
            </a:lvl2pPr>
            <a:lvl3pPr marL="914400" indent="0" algn="ctr">
              <a:buNone/>
              <a:defRPr sz="19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x-none"/>
          </a:p>
        </p:txBody>
      </p:sp>
      <p:sp>
        <p:nvSpPr>
          <p:cNvPr id="4" name="Date Placeholder 3"/>
          <p:cNvSpPr>
            <a:spLocks noGrp="1"/>
          </p:cNvSpPr>
          <p:nvPr>
            <p:ph type="dt" sz="half" idx="10"/>
          </p:nvPr>
        </p:nvSpPr>
        <p:spPr/>
        <p:txBody>
          <a:bodyPr/>
          <a:lstStyle/>
          <a:p>
            <a:fld id="{3237A82C-AEEE-48DB-A866-3B1CA0AC9D5D}" type="datetimeFigureOut">
              <a:rPr lang="x-none" smtClean="0"/>
              <a:t>4/8/2025</a:t>
            </a:fld>
            <a:endParaRPr lang="x-none"/>
          </a:p>
        </p:txBody>
      </p:sp>
      <p:sp>
        <p:nvSpPr>
          <p:cNvPr id="5" name="Footer Placeholder 4"/>
          <p:cNvSpPr>
            <a:spLocks noGrp="1"/>
          </p:cNvSpPr>
          <p:nvPr>
            <p:ph type="ftr" sz="quarter" idx="11"/>
          </p:nvPr>
        </p:nvSpPr>
        <p:spPr/>
        <p:txBody>
          <a:bodyPr/>
          <a:lstStyle/>
          <a:p>
            <a:endParaRPr lang="x-none"/>
          </a:p>
        </p:txBody>
      </p:sp>
      <p:sp>
        <p:nvSpPr>
          <p:cNvPr id="6" name="Slide Number Placeholder 5"/>
          <p:cNvSpPr>
            <a:spLocks noGrp="1"/>
          </p:cNvSpPr>
          <p:nvPr>
            <p:ph type="sldNum" sz="quarter" idx="12"/>
          </p:nvPr>
        </p:nvSpPr>
        <p:spPr/>
        <p:txBody>
          <a:bodyPr/>
          <a:lstStyle/>
          <a:p>
            <a:fld id="{6EB9F7D7-3C9C-4146-9FA1-B77DEB44278D}" type="slidenum">
              <a:rPr lang="x-none" smtClean="0"/>
              <a:t>‹#›</a:t>
            </a:fld>
            <a:endParaRPr lang="x-non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x-none"/>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Date Placeholder 3"/>
          <p:cNvSpPr>
            <a:spLocks noGrp="1"/>
          </p:cNvSpPr>
          <p:nvPr>
            <p:ph type="dt" sz="half" idx="10"/>
          </p:nvPr>
        </p:nvSpPr>
        <p:spPr/>
        <p:txBody>
          <a:bodyPr/>
          <a:lstStyle/>
          <a:p>
            <a:fld id="{3237A82C-AEEE-48DB-A866-3B1CA0AC9D5D}" type="datetimeFigureOut">
              <a:rPr lang="x-none" smtClean="0"/>
              <a:t>4/8/2025</a:t>
            </a:fld>
            <a:endParaRPr lang="x-none"/>
          </a:p>
        </p:txBody>
      </p:sp>
      <p:sp>
        <p:nvSpPr>
          <p:cNvPr id="5" name="Footer Placeholder 4"/>
          <p:cNvSpPr>
            <a:spLocks noGrp="1"/>
          </p:cNvSpPr>
          <p:nvPr>
            <p:ph type="ftr" sz="quarter" idx="11"/>
          </p:nvPr>
        </p:nvSpPr>
        <p:spPr/>
        <p:txBody>
          <a:bodyPr/>
          <a:lstStyle/>
          <a:p>
            <a:endParaRPr lang="x-none"/>
          </a:p>
        </p:txBody>
      </p:sp>
      <p:sp>
        <p:nvSpPr>
          <p:cNvPr id="6" name="Slide Number Placeholder 5"/>
          <p:cNvSpPr>
            <a:spLocks noGrp="1"/>
          </p:cNvSpPr>
          <p:nvPr>
            <p:ph type="sldNum" sz="quarter" idx="12"/>
          </p:nvPr>
        </p:nvSpPr>
        <p:spPr/>
        <p:txBody>
          <a:bodyPr/>
          <a:lstStyle/>
          <a:p>
            <a:fld id="{6EB9F7D7-3C9C-4146-9FA1-B77DEB44278D}" type="slidenum">
              <a:rPr lang="x-none" smtClean="0"/>
              <a:t>‹#›</a:t>
            </a:fld>
            <a:endParaRPr lang="x-non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en-US"/>
              <a:t>Click to edit Master title style</a:t>
            </a:r>
            <a:endParaRPr lang="x-none"/>
          </a:p>
        </p:txBody>
      </p:sp>
      <p:sp>
        <p:nvSpPr>
          <p:cNvPr id="3" name="Text Placeholder 2"/>
          <p:cNvSpPr>
            <a:spLocks noGrp="1"/>
          </p:cNvSpPr>
          <p:nvPr>
            <p:ph type="body" idx="1"/>
          </p:nvPr>
        </p:nvSpPr>
        <p:spPr>
          <a:xfrm>
            <a:off x="831851" y="4589464"/>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9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3237A82C-AEEE-48DB-A866-3B1CA0AC9D5D}" type="datetimeFigureOut">
              <a:rPr lang="x-none" smtClean="0"/>
              <a:t>4/8/2025</a:t>
            </a:fld>
            <a:endParaRPr lang="x-none"/>
          </a:p>
        </p:txBody>
      </p:sp>
      <p:sp>
        <p:nvSpPr>
          <p:cNvPr id="5" name="Footer Placeholder 4"/>
          <p:cNvSpPr>
            <a:spLocks noGrp="1"/>
          </p:cNvSpPr>
          <p:nvPr>
            <p:ph type="ftr" sz="quarter" idx="11"/>
          </p:nvPr>
        </p:nvSpPr>
        <p:spPr/>
        <p:txBody>
          <a:bodyPr/>
          <a:lstStyle/>
          <a:p>
            <a:endParaRPr lang="x-none"/>
          </a:p>
        </p:txBody>
      </p:sp>
      <p:sp>
        <p:nvSpPr>
          <p:cNvPr id="6" name="Slide Number Placeholder 5"/>
          <p:cNvSpPr>
            <a:spLocks noGrp="1"/>
          </p:cNvSpPr>
          <p:nvPr>
            <p:ph type="sldNum" sz="quarter" idx="12"/>
          </p:nvPr>
        </p:nvSpPr>
        <p:spPr/>
        <p:txBody>
          <a:bodyPr/>
          <a:lstStyle/>
          <a:p>
            <a:fld id="{6EB9F7D7-3C9C-4146-9FA1-B77DEB44278D}" type="slidenum">
              <a:rPr lang="x-none" smtClean="0"/>
              <a:t>‹#›</a:t>
            </a:fld>
            <a:endParaRPr lang="x-non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x-none"/>
          </a:p>
        </p:txBody>
      </p:sp>
      <p:sp>
        <p:nvSpPr>
          <p:cNvPr id="3" name="Content Placeholder 2"/>
          <p:cNvSpPr>
            <a:spLocks noGrp="1"/>
          </p:cNvSpPr>
          <p:nvPr>
            <p:ph sz="half" idx="1"/>
          </p:nvPr>
        </p:nvSpPr>
        <p:spPr>
          <a:xfrm>
            <a:off x="838200" y="1825625"/>
            <a:ext cx="5181600" cy="4351339"/>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Content Placeholder 3"/>
          <p:cNvSpPr>
            <a:spLocks noGrp="1"/>
          </p:cNvSpPr>
          <p:nvPr>
            <p:ph sz="half" idx="2"/>
          </p:nvPr>
        </p:nvSpPr>
        <p:spPr>
          <a:xfrm>
            <a:off x="6172200" y="1825625"/>
            <a:ext cx="5181600" cy="4351339"/>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5" name="Date Placeholder 4"/>
          <p:cNvSpPr>
            <a:spLocks noGrp="1"/>
          </p:cNvSpPr>
          <p:nvPr>
            <p:ph type="dt" sz="half" idx="10"/>
          </p:nvPr>
        </p:nvSpPr>
        <p:spPr/>
        <p:txBody>
          <a:bodyPr/>
          <a:lstStyle/>
          <a:p>
            <a:fld id="{3237A82C-AEEE-48DB-A866-3B1CA0AC9D5D}" type="datetimeFigureOut">
              <a:rPr lang="x-none" smtClean="0"/>
              <a:t>4/8/2025</a:t>
            </a:fld>
            <a:endParaRPr lang="x-none"/>
          </a:p>
        </p:txBody>
      </p:sp>
      <p:sp>
        <p:nvSpPr>
          <p:cNvPr id="6" name="Footer Placeholder 5"/>
          <p:cNvSpPr>
            <a:spLocks noGrp="1"/>
          </p:cNvSpPr>
          <p:nvPr>
            <p:ph type="ftr" sz="quarter" idx="11"/>
          </p:nvPr>
        </p:nvSpPr>
        <p:spPr/>
        <p:txBody>
          <a:bodyPr/>
          <a:lstStyle/>
          <a:p>
            <a:endParaRPr lang="x-none"/>
          </a:p>
        </p:txBody>
      </p:sp>
      <p:sp>
        <p:nvSpPr>
          <p:cNvPr id="7" name="Slide Number Placeholder 6"/>
          <p:cNvSpPr>
            <a:spLocks noGrp="1"/>
          </p:cNvSpPr>
          <p:nvPr>
            <p:ph type="sldNum" sz="quarter" idx="12"/>
          </p:nvPr>
        </p:nvSpPr>
        <p:spPr/>
        <p:txBody>
          <a:bodyPr/>
          <a:lstStyle/>
          <a:p>
            <a:fld id="{6EB9F7D7-3C9C-4146-9FA1-B77DEB44278D}" type="slidenum">
              <a:rPr lang="x-none" smtClean="0"/>
              <a:t>‹#›</a:t>
            </a:fld>
            <a:endParaRPr lang="x-non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x-none"/>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9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00" indent="0">
              <a:buNone/>
              <a:defRPr sz="2000" b="1"/>
            </a:lvl2pPr>
            <a:lvl3pPr marL="914400" indent="0">
              <a:buNone/>
              <a:defRPr sz="19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7" name="Date Placeholder 6"/>
          <p:cNvSpPr>
            <a:spLocks noGrp="1"/>
          </p:cNvSpPr>
          <p:nvPr>
            <p:ph type="dt" sz="half" idx="10"/>
          </p:nvPr>
        </p:nvSpPr>
        <p:spPr/>
        <p:txBody>
          <a:bodyPr/>
          <a:lstStyle/>
          <a:p>
            <a:fld id="{3237A82C-AEEE-48DB-A866-3B1CA0AC9D5D}" type="datetimeFigureOut">
              <a:rPr lang="x-none" smtClean="0"/>
              <a:t>4/8/2025</a:t>
            </a:fld>
            <a:endParaRPr lang="x-none"/>
          </a:p>
        </p:txBody>
      </p:sp>
      <p:sp>
        <p:nvSpPr>
          <p:cNvPr id="8" name="Footer Placeholder 7"/>
          <p:cNvSpPr>
            <a:spLocks noGrp="1"/>
          </p:cNvSpPr>
          <p:nvPr>
            <p:ph type="ftr" sz="quarter" idx="11"/>
          </p:nvPr>
        </p:nvSpPr>
        <p:spPr/>
        <p:txBody>
          <a:bodyPr/>
          <a:lstStyle/>
          <a:p>
            <a:endParaRPr lang="x-none"/>
          </a:p>
        </p:txBody>
      </p:sp>
      <p:sp>
        <p:nvSpPr>
          <p:cNvPr id="9" name="Slide Number Placeholder 8"/>
          <p:cNvSpPr>
            <a:spLocks noGrp="1"/>
          </p:cNvSpPr>
          <p:nvPr>
            <p:ph type="sldNum" sz="quarter" idx="12"/>
          </p:nvPr>
        </p:nvSpPr>
        <p:spPr/>
        <p:txBody>
          <a:bodyPr/>
          <a:lstStyle/>
          <a:p>
            <a:fld id="{6EB9F7D7-3C9C-4146-9FA1-B77DEB44278D}" type="slidenum">
              <a:rPr lang="x-none" smtClean="0"/>
              <a:t>‹#›</a:t>
            </a:fld>
            <a:endParaRPr lang="x-non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x-none"/>
          </a:p>
        </p:txBody>
      </p:sp>
      <p:sp>
        <p:nvSpPr>
          <p:cNvPr id="3" name="Date Placeholder 2"/>
          <p:cNvSpPr>
            <a:spLocks noGrp="1"/>
          </p:cNvSpPr>
          <p:nvPr>
            <p:ph type="dt" sz="half" idx="10"/>
          </p:nvPr>
        </p:nvSpPr>
        <p:spPr/>
        <p:txBody>
          <a:bodyPr/>
          <a:lstStyle/>
          <a:p>
            <a:fld id="{3237A82C-AEEE-48DB-A866-3B1CA0AC9D5D}" type="datetimeFigureOut">
              <a:rPr lang="x-none" smtClean="0"/>
              <a:t>4/8/2025</a:t>
            </a:fld>
            <a:endParaRPr lang="x-none"/>
          </a:p>
        </p:txBody>
      </p:sp>
      <p:sp>
        <p:nvSpPr>
          <p:cNvPr id="4" name="Footer Placeholder 3"/>
          <p:cNvSpPr>
            <a:spLocks noGrp="1"/>
          </p:cNvSpPr>
          <p:nvPr>
            <p:ph type="ftr" sz="quarter" idx="11"/>
          </p:nvPr>
        </p:nvSpPr>
        <p:spPr/>
        <p:txBody>
          <a:bodyPr/>
          <a:lstStyle/>
          <a:p>
            <a:endParaRPr lang="x-none"/>
          </a:p>
        </p:txBody>
      </p:sp>
      <p:sp>
        <p:nvSpPr>
          <p:cNvPr id="5" name="Slide Number Placeholder 4"/>
          <p:cNvSpPr>
            <a:spLocks noGrp="1"/>
          </p:cNvSpPr>
          <p:nvPr>
            <p:ph type="sldNum" sz="quarter" idx="12"/>
          </p:nvPr>
        </p:nvSpPr>
        <p:spPr/>
        <p:txBody>
          <a:bodyPr/>
          <a:lstStyle/>
          <a:p>
            <a:fld id="{6EB9F7D7-3C9C-4146-9FA1-B77DEB44278D}" type="slidenum">
              <a:rPr lang="x-none" smtClean="0"/>
              <a:t>‹#›</a:t>
            </a:fld>
            <a:endParaRPr lang="x-non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237A82C-AEEE-48DB-A866-3B1CA0AC9D5D}" type="datetimeFigureOut">
              <a:rPr lang="x-none" smtClean="0"/>
              <a:t>4/8/2025</a:t>
            </a:fld>
            <a:endParaRPr lang="x-none"/>
          </a:p>
        </p:txBody>
      </p:sp>
      <p:sp>
        <p:nvSpPr>
          <p:cNvPr id="3" name="Footer Placeholder 2"/>
          <p:cNvSpPr>
            <a:spLocks noGrp="1"/>
          </p:cNvSpPr>
          <p:nvPr>
            <p:ph type="ftr" sz="quarter" idx="11"/>
          </p:nvPr>
        </p:nvSpPr>
        <p:spPr/>
        <p:txBody>
          <a:bodyPr/>
          <a:lstStyle/>
          <a:p>
            <a:endParaRPr lang="x-none"/>
          </a:p>
        </p:txBody>
      </p:sp>
      <p:sp>
        <p:nvSpPr>
          <p:cNvPr id="4" name="Slide Number Placeholder 3"/>
          <p:cNvSpPr>
            <a:spLocks noGrp="1"/>
          </p:cNvSpPr>
          <p:nvPr>
            <p:ph type="sldNum" sz="quarter" idx="12"/>
          </p:nvPr>
        </p:nvSpPr>
        <p:spPr/>
        <p:txBody>
          <a:bodyPr/>
          <a:lstStyle/>
          <a:p>
            <a:fld id="{6EB9F7D7-3C9C-4146-9FA1-B77DEB44278D}" type="slidenum">
              <a:rPr lang="x-none" smtClean="0"/>
              <a:t>‹#›</a:t>
            </a:fld>
            <a:endParaRPr lang="x-non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x-none"/>
          </a:p>
        </p:txBody>
      </p:sp>
      <p:sp>
        <p:nvSpPr>
          <p:cNvPr id="3" name="Content Placeholder 2"/>
          <p:cNvSpPr>
            <a:spLocks noGrp="1"/>
          </p:cNvSpPr>
          <p:nvPr>
            <p:ph idx="1"/>
          </p:nvPr>
        </p:nvSpPr>
        <p:spPr>
          <a:xfrm>
            <a:off x="5183188" y="987426"/>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Text Placeholder 3"/>
          <p:cNvSpPr>
            <a:spLocks noGrp="1"/>
          </p:cNvSpPr>
          <p:nvPr>
            <p:ph type="body" sz="half" idx="2"/>
          </p:nvPr>
        </p:nvSpPr>
        <p:spPr>
          <a:xfrm>
            <a:off x="839788" y="2057401"/>
            <a:ext cx="3932237" cy="3811588"/>
          </a:xfrm>
        </p:spPr>
        <p:txBody>
          <a:bodyPr/>
          <a:lstStyle>
            <a:lvl1pPr marL="0" indent="0">
              <a:buNone/>
              <a:defRPr sz="1600"/>
            </a:lvl1pPr>
            <a:lvl2pPr marL="457200" indent="0">
              <a:buNone/>
              <a:defRPr sz="1500"/>
            </a:lvl2pPr>
            <a:lvl3pPr marL="914400" indent="0">
              <a:buNone/>
              <a:defRPr sz="1200"/>
            </a:lvl3pPr>
            <a:lvl4pPr marL="1371600" indent="0">
              <a:buNone/>
              <a:defRPr sz="1100"/>
            </a:lvl4pPr>
            <a:lvl5pPr marL="1828800" indent="0">
              <a:buNone/>
              <a:defRPr sz="1100"/>
            </a:lvl5pPr>
            <a:lvl6pPr marL="2286000" indent="0">
              <a:buNone/>
              <a:defRPr sz="1100"/>
            </a:lvl6pPr>
            <a:lvl7pPr marL="2743200" indent="0">
              <a:buNone/>
              <a:defRPr sz="1100"/>
            </a:lvl7pPr>
            <a:lvl8pPr marL="3200400" indent="0">
              <a:buNone/>
              <a:defRPr sz="1100"/>
            </a:lvl8pPr>
            <a:lvl9pPr marL="3657600" indent="0">
              <a:buNone/>
              <a:defRPr sz="1100"/>
            </a:lvl9pPr>
          </a:lstStyle>
          <a:p>
            <a:pPr lvl="0"/>
            <a:r>
              <a:rPr lang="en-US"/>
              <a:t>Edit Master text styles</a:t>
            </a:r>
          </a:p>
        </p:txBody>
      </p:sp>
      <p:sp>
        <p:nvSpPr>
          <p:cNvPr id="5" name="Date Placeholder 4"/>
          <p:cNvSpPr>
            <a:spLocks noGrp="1"/>
          </p:cNvSpPr>
          <p:nvPr>
            <p:ph type="dt" sz="half" idx="10"/>
          </p:nvPr>
        </p:nvSpPr>
        <p:spPr/>
        <p:txBody>
          <a:bodyPr/>
          <a:lstStyle/>
          <a:p>
            <a:fld id="{3237A82C-AEEE-48DB-A866-3B1CA0AC9D5D}" type="datetimeFigureOut">
              <a:rPr lang="x-none" smtClean="0"/>
              <a:t>4/8/2025</a:t>
            </a:fld>
            <a:endParaRPr lang="x-none"/>
          </a:p>
        </p:txBody>
      </p:sp>
      <p:sp>
        <p:nvSpPr>
          <p:cNvPr id="6" name="Footer Placeholder 5"/>
          <p:cNvSpPr>
            <a:spLocks noGrp="1"/>
          </p:cNvSpPr>
          <p:nvPr>
            <p:ph type="ftr" sz="quarter" idx="11"/>
          </p:nvPr>
        </p:nvSpPr>
        <p:spPr/>
        <p:txBody>
          <a:bodyPr/>
          <a:lstStyle/>
          <a:p>
            <a:endParaRPr lang="x-none"/>
          </a:p>
        </p:txBody>
      </p:sp>
      <p:sp>
        <p:nvSpPr>
          <p:cNvPr id="7" name="Slide Number Placeholder 6"/>
          <p:cNvSpPr>
            <a:spLocks noGrp="1"/>
          </p:cNvSpPr>
          <p:nvPr>
            <p:ph type="sldNum" sz="quarter" idx="12"/>
          </p:nvPr>
        </p:nvSpPr>
        <p:spPr/>
        <p:txBody>
          <a:bodyPr/>
          <a:lstStyle/>
          <a:p>
            <a:fld id="{6EB9F7D7-3C9C-4146-9FA1-B77DEB44278D}" type="slidenum">
              <a:rPr lang="x-none" smtClean="0"/>
              <a:t>‹#›</a:t>
            </a:fld>
            <a:endParaRPr lang="x-non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x-none"/>
          </a:p>
        </p:txBody>
      </p:sp>
      <p:sp>
        <p:nvSpPr>
          <p:cNvPr id="3" name="Picture Placeholder 2"/>
          <p:cNvSpPr>
            <a:spLocks noGrp="1"/>
          </p:cNvSpPr>
          <p:nvPr>
            <p:ph type="pic" idx="1"/>
          </p:nvPr>
        </p:nvSpPr>
        <p:spPr>
          <a:xfrm>
            <a:off x="5183188" y="987426"/>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x-none"/>
          </a:p>
        </p:txBody>
      </p:sp>
      <p:sp>
        <p:nvSpPr>
          <p:cNvPr id="4" name="Text Placeholder 3"/>
          <p:cNvSpPr>
            <a:spLocks noGrp="1"/>
          </p:cNvSpPr>
          <p:nvPr>
            <p:ph type="body" sz="half" idx="2"/>
          </p:nvPr>
        </p:nvSpPr>
        <p:spPr>
          <a:xfrm>
            <a:off x="839788" y="2057401"/>
            <a:ext cx="3932237" cy="3811588"/>
          </a:xfrm>
        </p:spPr>
        <p:txBody>
          <a:bodyPr/>
          <a:lstStyle>
            <a:lvl1pPr marL="0" indent="0">
              <a:buNone/>
              <a:defRPr sz="1600"/>
            </a:lvl1pPr>
            <a:lvl2pPr marL="457200" indent="0">
              <a:buNone/>
              <a:defRPr sz="1500"/>
            </a:lvl2pPr>
            <a:lvl3pPr marL="914400" indent="0">
              <a:buNone/>
              <a:defRPr sz="1200"/>
            </a:lvl3pPr>
            <a:lvl4pPr marL="1371600" indent="0">
              <a:buNone/>
              <a:defRPr sz="1100"/>
            </a:lvl4pPr>
            <a:lvl5pPr marL="1828800" indent="0">
              <a:buNone/>
              <a:defRPr sz="1100"/>
            </a:lvl5pPr>
            <a:lvl6pPr marL="2286000" indent="0">
              <a:buNone/>
              <a:defRPr sz="1100"/>
            </a:lvl6pPr>
            <a:lvl7pPr marL="2743200" indent="0">
              <a:buNone/>
              <a:defRPr sz="1100"/>
            </a:lvl7pPr>
            <a:lvl8pPr marL="3200400" indent="0">
              <a:buNone/>
              <a:defRPr sz="1100"/>
            </a:lvl8pPr>
            <a:lvl9pPr marL="3657600" indent="0">
              <a:buNone/>
              <a:defRPr sz="1100"/>
            </a:lvl9pPr>
          </a:lstStyle>
          <a:p>
            <a:pPr lvl="0"/>
            <a:r>
              <a:rPr lang="en-US"/>
              <a:t>Edit Master text styles</a:t>
            </a:r>
          </a:p>
        </p:txBody>
      </p:sp>
      <p:sp>
        <p:nvSpPr>
          <p:cNvPr id="5" name="Date Placeholder 4"/>
          <p:cNvSpPr>
            <a:spLocks noGrp="1"/>
          </p:cNvSpPr>
          <p:nvPr>
            <p:ph type="dt" sz="half" idx="10"/>
          </p:nvPr>
        </p:nvSpPr>
        <p:spPr/>
        <p:txBody>
          <a:bodyPr/>
          <a:lstStyle/>
          <a:p>
            <a:fld id="{3237A82C-AEEE-48DB-A866-3B1CA0AC9D5D}" type="datetimeFigureOut">
              <a:rPr lang="x-none" smtClean="0"/>
              <a:t>4/8/2025</a:t>
            </a:fld>
            <a:endParaRPr lang="x-none"/>
          </a:p>
        </p:txBody>
      </p:sp>
      <p:sp>
        <p:nvSpPr>
          <p:cNvPr id="6" name="Footer Placeholder 5"/>
          <p:cNvSpPr>
            <a:spLocks noGrp="1"/>
          </p:cNvSpPr>
          <p:nvPr>
            <p:ph type="ftr" sz="quarter" idx="11"/>
          </p:nvPr>
        </p:nvSpPr>
        <p:spPr/>
        <p:txBody>
          <a:bodyPr/>
          <a:lstStyle/>
          <a:p>
            <a:endParaRPr lang="x-none"/>
          </a:p>
        </p:txBody>
      </p:sp>
      <p:sp>
        <p:nvSpPr>
          <p:cNvPr id="7" name="Slide Number Placeholder 6"/>
          <p:cNvSpPr>
            <a:spLocks noGrp="1"/>
          </p:cNvSpPr>
          <p:nvPr>
            <p:ph type="sldNum" sz="quarter" idx="12"/>
          </p:nvPr>
        </p:nvSpPr>
        <p:spPr/>
        <p:txBody>
          <a:bodyPr/>
          <a:lstStyle/>
          <a:p>
            <a:fld id="{6EB9F7D7-3C9C-4146-9FA1-B77DEB44278D}" type="slidenum">
              <a:rPr lang="x-none" smtClean="0"/>
              <a:t>‹#›</a:t>
            </a:fld>
            <a:endParaRPr lang="x-non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x-none"/>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Date Placeholder 3"/>
          <p:cNvSpPr>
            <a:spLocks noGrp="1"/>
          </p:cNvSpPr>
          <p:nvPr>
            <p:ph type="dt" sz="half" idx="10"/>
          </p:nvPr>
        </p:nvSpPr>
        <p:spPr/>
        <p:txBody>
          <a:bodyPr/>
          <a:lstStyle/>
          <a:p>
            <a:fld id="{3237A82C-AEEE-48DB-A866-3B1CA0AC9D5D}" type="datetimeFigureOut">
              <a:rPr lang="x-none" smtClean="0"/>
              <a:t>4/8/2025</a:t>
            </a:fld>
            <a:endParaRPr lang="x-none"/>
          </a:p>
        </p:txBody>
      </p:sp>
      <p:sp>
        <p:nvSpPr>
          <p:cNvPr id="5" name="Footer Placeholder 4"/>
          <p:cNvSpPr>
            <a:spLocks noGrp="1"/>
          </p:cNvSpPr>
          <p:nvPr>
            <p:ph type="ftr" sz="quarter" idx="11"/>
          </p:nvPr>
        </p:nvSpPr>
        <p:spPr/>
        <p:txBody>
          <a:bodyPr/>
          <a:lstStyle/>
          <a:p>
            <a:endParaRPr lang="x-none"/>
          </a:p>
        </p:txBody>
      </p:sp>
      <p:sp>
        <p:nvSpPr>
          <p:cNvPr id="6" name="Slide Number Placeholder 5"/>
          <p:cNvSpPr>
            <a:spLocks noGrp="1"/>
          </p:cNvSpPr>
          <p:nvPr>
            <p:ph type="sldNum" sz="quarter" idx="12"/>
          </p:nvPr>
        </p:nvSpPr>
        <p:spPr/>
        <p:txBody>
          <a:bodyPr/>
          <a:lstStyle/>
          <a:p>
            <a:fld id="{6EB9F7D7-3C9C-4146-9FA1-B77DEB44278D}" type="slidenum">
              <a:rPr lang="x-none" smtClean="0"/>
              <a:t>‹#›</a:t>
            </a:fld>
            <a:endParaRPr lang="x-non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6"/>
            <a:ext cx="2628900" cy="5811839"/>
          </a:xfrm>
        </p:spPr>
        <p:txBody>
          <a:bodyPr vert="eaVert"/>
          <a:lstStyle/>
          <a:p>
            <a:r>
              <a:rPr lang="en-US"/>
              <a:t>Click to edit Master title style</a:t>
            </a:r>
            <a:endParaRPr lang="x-none"/>
          </a:p>
        </p:txBody>
      </p:sp>
      <p:sp>
        <p:nvSpPr>
          <p:cNvPr id="3" name="Vertical Text Placeholder 2"/>
          <p:cNvSpPr>
            <a:spLocks noGrp="1"/>
          </p:cNvSpPr>
          <p:nvPr>
            <p:ph type="body" orient="vert" idx="1"/>
          </p:nvPr>
        </p:nvSpPr>
        <p:spPr>
          <a:xfrm>
            <a:off x="838201" y="365126"/>
            <a:ext cx="7734300" cy="5811839"/>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Date Placeholder 3"/>
          <p:cNvSpPr>
            <a:spLocks noGrp="1"/>
          </p:cNvSpPr>
          <p:nvPr>
            <p:ph type="dt" sz="half" idx="10"/>
          </p:nvPr>
        </p:nvSpPr>
        <p:spPr/>
        <p:txBody>
          <a:bodyPr/>
          <a:lstStyle/>
          <a:p>
            <a:fld id="{3237A82C-AEEE-48DB-A866-3B1CA0AC9D5D}" type="datetimeFigureOut">
              <a:rPr lang="x-none" smtClean="0"/>
              <a:t>4/8/2025</a:t>
            </a:fld>
            <a:endParaRPr lang="x-none"/>
          </a:p>
        </p:txBody>
      </p:sp>
      <p:sp>
        <p:nvSpPr>
          <p:cNvPr id="5" name="Footer Placeholder 4"/>
          <p:cNvSpPr>
            <a:spLocks noGrp="1"/>
          </p:cNvSpPr>
          <p:nvPr>
            <p:ph type="ftr" sz="quarter" idx="11"/>
          </p:nvPr>
        </p:nvSpPr>
        <p:spPr/>
        <p:txBody>
          <a:bodyPr/>
          <a:lstStyle/>
          <a:p>
            <a:endParaRPr lang="x-none"/>
          </a:p>
        </p:txBody>
      </p:sp>
      <p:sp>
        <p:nvSpPr>
          <p:cNvPr id="6" name="Slide Number Placeholder 5"/>
          <p:cNvSpPr>
            <a:spLocks noGrp="1"/>
          </p:cNvSpPr>
          <p:nvPr>
            <p:ph type="sldNum" sz="quarter" idx="12"/>
          </p:nvPr>
        </p:nvSpPr>
        <p:spPr/>
        <p:txBody>
          <a:bodyPr/>
          <a:lstStyle/>
          <a:p>
            <a:fld id="{6EB9F7D7-3C9C-4146-9FA1-B77DEB44278D}" type="slidenum">
              <a:rPr lang="x-none" smtClean="0"/>
              <a:t>‹#›</a:t>
            </a:fld>
            <a:endParaRPr lang="x-none"/>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18" Type="http://schemas.openxmlformats.org/officeDocument/2006/relationships/image" Target="../media/image6.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17" Type="http://schemas.openxmlformats.org/officeDocument/2006/relationships/image" Target="../media/image5.svg"/><Relationship Id="rId2" Type="http://schemas.openxmlformats.org/officeDocument/2006/relationships/slideLayout" Target="../slideLayouts/slideLayout2.xml"/><Relationship Id="rId16"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sv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38" tIns="45719" rIns="91438" bIns="45719" rtlCol="0" anchor="ctr">
            <a:normAutofit/>
          </a:bodyPr>
          <a:lstStyle/>
          <a:p>
            <a:r>
              <a:rPr lang="en-US"/>
              <a:t>Click to edit Master title style</a:t>
            </a:r>
            <a:endParaRPr lang="x-none"/>
          </a:p>
        </p:txBody>
      </p:sp>
      <p:sp>
        <p:nvSpPr>
          <p:cNvPr id="3" name="Text Placeholder 2"/>
          <p:cNvSpPr>
            <a:spLocks noGrp="1"/>
          </p:cNvSpPr>
          <p:nvPr>
            <p:ph type="body" idx="1"/>
          </p:nvPr>
        </p:nvSpPr>
        <p:spPr>
          <a:xfrm>
            <a:off x="838200" y="1825625"/>
            <a:ext cx="10515600" cy="4351339"/>
          </a:xfrm>
          <a:prstGeom prst="rect">
            <a:avLst/>
          </a:prstGeom>
        </p:spPr>
        <p:txBody>
          <a:bodyPr vert="horz" lIns="91438" tIns="45719" rIns="91438" bIns="45719"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Date Placeholder 3"/>
          <p:cNvSpPr>
            <a:spLocks noGrp="1"/>
          </p:cNvSpPr>
          <p:nvPr>
            <p:ph type="dt" sz="half" idx="2"/>
          </p:nvPr>
        </p:nvSpPr>
        <p:spPr>
          <a:xfrm>
            <a:off x="838200" y="6356351"/>
            <a:ext cx="2743200" cy="365125"/>
          </a:xfrm>
          <a:prstGeom prst="rect">
            <a:avLst/>
          </a:prstGeom>
        </p:spPr>
        <p:txBody>
          <a:bodyPr vert="horz" lIns="91438" tIns="45719" rIns="91438" bIns="45719" rtlCol="0" anchor="ctr"/>
          <a:lstStyle>
            <a:lvl1pPr algn="l">
              <a:defRPr sz="1200">
                <a:solidFill>
                  <a:schemeClr val="tx1">
                    <a:tint val="75000"/>
                  </a:schemeClr>
                </a:solidFill>
              </a:defRPr>
            </a:lvl1pPr>
          </a:lstStyle>
          <a:p>
            <a:fld id="{3237A82C-AEEE-48DB-A866-3B1CA0AC9D5D}" type="datetimeFigureOut">
              <a:rPr lang="x-none" smtClean="0"/>
              <a:t>4/8/2025</a:t>
            </a:fld>
            <a:endParaRPr lang="x-none"/>
          </a:p>
        </p:txBody>
      </p:sp>
      <p:sp>
        <p:nvSpPr>
          <p:cNvPr id="5" name="Footer Placeholder 4"/>
          <p:cNvSpPr>
            <a:spLocks noGrp="1"/>
          </p:cNvSpPr>
          <p:nvPr>
            <p:ph type="ftr" sz="quarter" idx="3"/>
          </p:nvPr>
        </p:nvSpPr>
        <p:spPr>
          <a:xfrm>
            <a:off x="4038600" y="6356351"/>
            <a:ext cx="4114800" cy="365125"/>
          </a:xfrm>
          <a:prstGeom prst="rect">
            <a:avLst/>
          </a:prstGeom>
        </p:spPr>
        <p:txBody>
          <a:bodyPr vert="horz" lIns="91438" tIns="45719" rIns="91438" bIns="45719" rtlCol="0" anchor="ctr"/>
          <a:lstStyle>
            <a:lvl1pPr algn="ctr">
              <a:defRPr sz="1200">
                <a:solidFill>
                  <a:schemeClr val="tx1">
                    <a:tint val="75000"/>
                  </a:schemeClr>
                </a:solidFill>
              </a:defRPr>
            </a:lvl1pPr>
          </a:lstStyle>
          <a:p>
            <a:endParaRPr lang="x-none"/>
          </a:p>
        </p:txBody>
      </p:sp>
      <p:sp>
        <p:nvSpPr>
          <p:cNvPr id="6" name="Slide Number Placeholder 5"/>
          <p:cNvSpPr>
            <a:spLocks noGrp="1"/>
          </p:cNvSpPr>
          <p:nvPr>
            <p:ph type="sldNum" sz="quarter" idx="4"/>
          </p:nvPr>
        </p:nvSpPr>
        <p:spPr>
          <a:xfrm>
            <a:off x="8610600" y="6356351"/>
            <a:ext cx="2743200" cy="365125"/>
          </a:xfrm>
          <a:prstGeom prst="rect">
            <a:avLst/>
          </a:prstGeom>
        </p:spPr>
        <p:txBody>
          <a:bodyPr vert="horz" lIns="91438" tIns="45719" rIns="91438" bIns="45719" rtlCol="0" anchor="ctr"/>
          <a:lstStyle>
            <a:lvl1pPr algn="r">
              <a:defRPr sz="1200">
                <a:solidFill>
                  <a:schemeClr val="tx1">
                    <a:tint val="75000"/>
                  </a:schemeClr>
                </a:solidFill>
              </a:defRPr>
            </a:lvl1pPr>
          </a:lstStyle>
          <a:p>
            <a:fld id="{6EB9F7D7-3C9C-4146-9FA1-B77DEB44278D}" type="slidenum">
              <a:rPr lang="x-none" smtClean="0"/>
              <a:t>‹#›</a:t>
            </a:fld>
            <a:endParaRPr lang="x-none"/>
          </a:p>
        </p:txBody>
      </p:sp>
      <p:grpSp>
        <p:nvGrpSpPr>
          <p:cNvPr id="7" name="Group 6"/>
          <p:cNvGrpSpPr/>
          <p:nvPr userDrawn="1"/>
        </p:nvGrpSpPr>
        <p:grpSpPr>
          <a:xfrm>
            <a:off x="0" y="0"/>
            <a:ext cx="12749348" cy="1115736"/>
            <a:chOff x="0" y="0"/>
            <a:chExt cx="12749348" cy="1115736"/>
          </a:xfrm>
        </p:grpSpPr>
        <p:sp>
          <p:nvSpPr>
            <p:cNvPr id="8" name="Rectangle 7"/>
            <p:cNvSpPr/>
            <p:nvPr userDrawn="1"/>
          </p:nvSpPr>
          <p:spPr>
            <a:xfrm>
              <a:off x="0" y="0"/>
              <a:ext cx="12192000" cy="1115736"/>
            </a:xfrm>
            <a:prstGeom prst="rect">
              <a:avLst/>
            </a:prstGeom>
            <a:solidFill>
              <a:srgbClr val="D32A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x-non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x-none" dirty="0"/>
            </a:p>
          </p:txBody>
        </p:sp>
        <p:pic>
          <p:nvPicPr>
            <p:cNvPr id="9" name="Picture 8"/>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662730" y="155317"/>
              <a:ext cx="1504919" cy="805101"/>
            </a:xfrm>
            <a:prstGeom prst="rect">
              <a:avLst/>
            </a:prstGeom>
          </p:spPr>
        </p:pic>
        <p:sp>
          <p:nvSpPr>
            <p:cNvPr id="10" name="TextBox 10"/>
            <p:cNvSpPr txBox="1"/>
            <p:nvPr userDrawn="1"/>
          </p:nvSpPr>
          <p:spPr>
            <a:xfrm>
              <a:off x="10719753" y="696917"/>
              <a:ext cx="1619033" cy="261610"/>
            </a:xfrm>
            <a:prstGeom prst="rect">
              <a:avLst/>
            </a:prstGeom>
            <a:noFill/>
          </p:spPr>
          <p:txBody>
            <a:bodyPr wrap="square" rtlCol="0">
              <a:spAutoFit/>
            </a:bodyPr>
            <a:lstStyle>
              <a:defPPr>
                <a:defRPr lang="x-non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100" dirty="0" err="1">
                  <a:solidFill>
                    <a:schemeClr val="bg1"/>
                  </a:solidFill>
                </a:rPr>
                <a:t>unioffaisalabad</a:t>
              </a:r>
              <a:endParaRPr lang="x-none" sz="1100" dirty="0">
                <a:solidFill>
                  <a:schemeClr val="bg1"/>
                </a:solidFill>
              </a:endParaRPr>
            </a:p>
          </p:txBody>
        </p:sp>
        <p:pic>
          <p:nvPicPr>
            <p:cNvPr id="11" name="Graphic 11"/>
            <p:cNvPicPr>
              <a:picLocks noChangeAspect="1"/>
            </p:cNvPicPr>
            <p:nvPr userDrawn="1"/>
          </p:nvPicPr>
          <p:blipFill>
            <a:blip r:embed="rId14">
              <a:extLst>
                <a:ext uri="{96DAC541-7B7A-43D3-8B79-37D633B846F1}">
                  <asvg:svgBlip xmlns:asvg="http://schemas.microsoft.com/office/drawing/2016/SVG/main" r:embed="rId15"/>
                </a:ext>
              </a:extLst>
            </a:blip>
            <a:stretch>
              <a:fillRect/>
            </a:stretch>
          </p:blipFill>
          <p:spPr>
            <a:xfrm>
              <a:off x="9906056" y="403986"/>
              <a:ext cx="261610" cy="261610"/>
            </a:xfrm>
            <a:prstGeom prst="rect">
              <a:avLst/>
            </a:prstGeom>
          </p:spPr>
        </p:pic>
        <p:sp>
          <p:nvSpPr>
            <p:cNvPr id="12" name="TextBox 12"/>
            <p:cNvSpPr txBox="1"/>
            <p:nvPr userDrawn="1"/>
          </p:nvSpPr>
          <p:spPr>
            <a:xfrm>
              <a:off x="10142944" y="350125"/>
              <a:ext cx="2606404" cy="369332"/>
            </a:xfrm>
            <a:prstGeom prst="rect">
              <a:avLst/>
            </a:prstGeom>
            <a:noFill/>
          </p:spPr>
          <p:txBody>
            <a:bodyPr wrap="square" rtlCol="0">
              <a:spAutoFit/>
            </a:bodyPr>
            <a:lstStyle>
              <a:defPPr>
                <a:defRPr lang="x-non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x-none" dirty="0">
                  <a:solidFill>
                    <a:schemeClr val="bg1"/>
                  </a:solidFill>
                </a:rPr>
                <a:t>w</a:t>
              </a:r>
              <a:r>
                <a:rPr lang="en-US" dirty="0">
                  <a:solidFill>
                    <a:schemeClr val="bg1"/>
                  </a:solidFill>
                </a:rPr>
                <a:t>w</a:t>
              </a:r>
              <a:r>
                <a:rPr lang="x-none" dirty="0">
                  <a:solidFill>
                    <a:schemeClr val="bg1"/>
                  </a:solidFill>
                </a:rPr>
                <a:t>w.</a:t>
              </a:r>
              <a:r>
                <a:rPr lang="en-US" dirty="0">
                  <a:solidFill>
                    <a:schemeClr val="bg1"/>
                  </a:solidFill>
                </a:rPr>
                <a:t>t</a:t>
              </a:r>
              <a:r>
                <a:rPr lang="x-none" dirty="0">
                  <a:solidFill>
                    <a:schemeClr val="bg1"/>
                  </a:solidFill>
                </a:rPr>
                <a:t>u</a:t>
              </a:r>
              <a:r>
                <a:rPr lang="en-US" dirty="0">
                  <a:solidFill>
                    <a:schemeClr val="bg1"/>
                  </a:solidFill>
                </a:rPr>
                <a:t>f</a:t>
              </a:r>
              <a:r>
                <a:rPr lang="x-none" dirty="0">
                  <a:solidFill>
                    <a:schemeClr val="bg1"/>
                  </a:solidFill>
                </a:rPr>
                <a:t>.</a:t>
              </a:r>
              <a:r>
                <a:rPr lang="en-US" dirty="0">
                  <a:solidFill>
                    <a:schemeClr val="bg1"/>
                  </a:solidFill>
                </a:rPr>
                <a:t>e</a:t>
              </a:r>
              <a:r>
                <a:rPr lang="x-none" dirty="0">
                  <a:solidFill>
                    <a:schemeClr val="bg1"/>
                  </a:solidFill>
                </a:rPr>
                <a:t>d</a:t>
              </a:r>
              <a:r>
                <a:rPr lang="en-US" dirty="0">
                  <a:solidFill>
                    <a:schemeClr val="bg1"/>
                  </a:solidFill>
                </a:rPr>
                <a:t>u</a:t>
              </a:r>
              <a:r>
                <a:rPr lang="x-none" dirty="0">
                  <a:solidFill>
                    <a:schemeClr val="bg1"/>
                  </a:solidFill>
                </a:rPr>
                <a:t>.</a:t>
              </a:r>
              <a:r>
                <a:rPr lang="en-US" dirty="0">
                  <a:solidFill>
                    <a:schemeClr val="bg1"/>
                  </a:solidFill>
                </a:rPr>
                <a:t>p</a:t>
              </a:r>
              <a:r>
                <a:rPr lang="x-none" dirty="0">
                  <a:solidFill>
                    <a:schemeClr val="bg1"/>
                  </a:solidFill>
                </a:rPr>
                <a:t>k</a:t>
              </a:r>
            </a:p>
          </p:txBody>
        </p:sp>
        <p:pic>
          <p:nvPicPr>
            <p:cNvPr id="13" name="Graphic 13"/>
            <p:cNvPicPr>
              <a:picLocks noChangeAspect="1"/>
            </p:cNvPicPr>
            <p:nvPr userDrawn="1"/>
          </p:nvPicPr>
          <p:blipFill>
            <a:blip r:embed="rId16">
              <a:extLst>
                <a:ext uri="{96DAC541-7B7A-43D3-8B79-37D633B846F1}">
                  <asvg:svgBlip xmlns:asvg="http://schemas.microsoft.com/office/drawing/2016/SVG/main" r:embed="rId17"/>
                </a:ext>
              </a:extLst>
            </a:blip>
            <a:stretch>
              <a:fillRect/>
            </a:stretch>
          </p:blipFill>
          <p:spPr>
            <a:xfrm>
              <a:off x="10591033" y="741997"/>
              <a:ext cx="171450" cy="171450"/>
            </a:xfrm>
            <a:prstGeom prst="rect">
              <a:avLst/>
            </a:prstGeom>
          </p:spPr>
        </p:pic>
        <p:pic>
          <p:nvPicPr>
            <p:cNvPr id="14" name="Picture 13"/>
            <p:cNvPicPr>
              <a:picLocks noChangeAspect="1"/>
            </p:cNvPicPr>
            <p:nvPr userDrawn="1"/>
          </p:nvPicPr>
          <p:blipFill>
            <a:blip r:embed="rId18" cstate="print">
              <a:extLst>
                <a:ext uri="{28A0092B-C50C-407E-A947-70E740481C1C}">
                  <a14:useLocalDpi xmlns:a14="http://schemas.microsoft.com/office/drawing/2010/main" val="0"/>
                </a:ext>
              </a:extLst>
            </a:blip>
            <a:stretch>
              <a:fillRect/>
            </a:stretch>
          </p:blipFill>
          <p:spPr>
            <a:xfrm>
              <a:off x="10353170" y="749176"/>
              <a:ext cx="171451" cy="171451"/>
            </a:xfrm>
            <a:prstGeom prst="rect">
              <a:avLst/>
            </a:prstGeom>
          </p:spPr>
        </p:pic>
      </p:gr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9pPr>
    </p:bodyStyle>
    <p:otherStyle>
      <a:defPPr>
        <a:defRPr lang="x-none"/>
      </a:defPPr>
      <a:lvl1pPr marL="0" algn="l" defTabSz="914400" rtl="0" eaLnBrk="1" latinLnBrk="0" hangingPunct="1">
        <a:defRPr sz="1900" kern="1200">
          <a:solidFill>
            <a:schemeClr val="tx1"/>
          </a:solidFill>
          <a:latin typeface="+mn-lt"/>
          <a:ea typeface="+mn-ea"/>
          <a:cs typeface="+mn-cs"/>
        </a:defRPr>
      </a:lvl1pPr>
      <a:lvl2pPr marL="457200" algn="l" defTabSz="914400" rtl="0" eaLnBrk="1" latinLnBrk="0" hangingPunct="1">
        <a:defRPr sz="1900" kern="1200">
          <a:solidFill>
            <a:schemeClr val="tx1"/>
          </a:solidFill>
          <a:latin typeface="+mn-lt"/>
          <a:ea typeface="+mn-ea"/>
          <a:cs typeface="+mn-cs"/>
        </a:defRPr>
      </a:lvl2pPr>
      <a:lvl3pPr marL="914400" algn="l" defTabSz="914400" rtl="0" eaLnBrk="1" latinLnBrk="0" hangingPunct="1">
        <a:defRPr sz="1900" kern="1200">
          <a:solidFill>
            <a:schemeClr val="tx1"/>
          </a:solidFill>
          <a:latin typeface="+mn-lt"/>
          <a:ea typeface="+mn-ea"/>
          <a:cs typeface="+mn-cs"/>
        </a:defRPr>
      </a:lvl3pPr>
      <a:lvl4pPr marL="1371600" algn="l" defTabSz="914400" rtl="0" eaLnBrk="1" latinLnBrk="0" hangingPunct="1">
        <a:defRPr sz="1900" kern="1200">
          <a:solidFill>
            <a:schemeClr val="tx1"/>
          </a:solidFill>
          <a:latin typeface="+mn-lt"/>
          <a:ea typeface="+mn-ea"/>
          <a:cs typeface="+mn-cs"/>
        </a:defRPr>
      </a:lvl4pPr>
      <a:lvl5pPr marL="1828800" algn="l" defTabSz="914400" rtl="0" eaLnBrk="1" latinLnBrk="0" hangingPunct="1">
        <a:defRPr sz="1900" kern="1200">
          <a:solidFill>
            <a:schemeClr val="tx1"/>
          </a:solidFill>
          <a:latin typeface="+mn-lt"/>
          <a:ea typeface="+mn-ea"/>
          <a:cs typeface="+mn-cs"/>
        </a:defRPr>
      </a:lvl5pPr>
      <a:lvl6pPr marL="2286000" algn="l" defTabSz="914400" rtl="0" eaLnBrk="1" latinLnBrk="0" hangingPunct="1">
        <a:defRPr sz="1900" kern="1200">
          <a:solidFill>
            <a:schemeClr val="tx1"/>
          </a:solidFill>
          <a:latin typeface="+mn-lt"/>
          <a:ea typeface="+mn-ea"/>
          <a:cs typeface="+mn-cs"/>
        </a:defRPr>
      </a:lvl6pPr>
      <a:lvl7pPr marL="2743200" algn="l" defTabSz="914400" rtl="0" eaLnBrk="1" latinLnBrk="0" hangingPunct="1">
        <a:defRPr sz="1900" kern="1200">
          <a:solidFill>
            <a:schemeClr val="tx1"/>
          </a:solidFill>
          <a:latin typeface="+mn-lt"/>
          <a:ea typeface="+mn-ea"/>
          <a:cs typeface="+mn-cs"/>
        </a:defRPr>
      </a:lvl7pPr>
      <a:lvl8pPr marL="3200400" algn="l" defTabSz="914400" rtl="0" eaLnBrk="1" latinLnBrk="0" hangingPunct="1">
        <a:defRPr sz="1900" kern="1200">
          <a:solidFill>
            <a:schemeClr val="tx1"/>
          </a:solidFill>
          <a:latin typeface="+mn-lt"/>
          <a:ea typeface="+mn-ea"/>
          <a:cs typeface="+mn-cs"/>
        </a:defRPr>
      </a:lvl8pPr>
      <a:lvl9pPr marL="3657600" algn="l" defTabSz="914400" rtl="0" eaLnBrk="1" latinLnBrk="0" hangingPunct="1">
        <a:defRPr sz="19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38" tIns="45719" rIns="91438" bIns="45719" rtlCol="0" anchor="ctr">
            <a:normAutofit/>
          </a:bodyPr>
          <a:lstStyle/>
          <a:p>
            <a:r>
              <a:rPr lang="en-US"/>
              <a:t>Click to edit Master title style</a:t>
            </a:r>
            <a:endParaRPr lang="x-none"/>
          </a:p>
        </p:txBody>
      </p:sp>
      <p:sp>
        <p:nvSpPr>
          <p:cNvPr id="3" name="Text Placeholder 2"/>
          <p:cNvSpPr>
            <a:spLocks noGrp="1"/>
          </p:cNvSpPr>
          <p:nvPr>
            <p:ph type="body" idx="1"/>
          </p:nvPr>
        </p:nvSpPr>
        <p:spPr>
          <a:xfrm>
            <a:off x="838200" y="1825625"/>
            <a:ext cx="10515600" cy="4351339"/>
          </a:xfrm>
          <a:prstGeom prst="rect">
            <a:avLst/>
          </a:prstGeom>
        </p:spPr>
        <p:txBody>
          <a:bodyPr vert="horz" lIns="91438" tIns="45719" rIns="91438" bIns="45719"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Date Placeholder 3"/>
          <p:cNvSpPr>
            <a:spLocks noGrp="1"/>
          </p:cNvSpPr>
          <p:nvPr>
            <p:ph type="dt" sz="half" idx="2"/>
          </p:nvPr>
        </p:nvSpPr>
        <p:spPr>
          <a:xfrm>
            <a:off x="838200" y="6356351"/>
            <a:ext cx="2743200" cy="365125"/>
          </a:xfrm>
          <a:prstGeom prst="rect">
            <a:avLst/>
          </a:prstGeom>
        </p:spPr>
        <p:txBody>
          <a:bodyPr vert="horz" lIns="91438" tIns="45719" rIns="91438" bIns="45719" rtlCol="0" anchor="ctr"/>
          <a:lstStyle>
            <a:lvl1pPr algn="l">
              <a:defRPr sz="1200">
                <a:solidFill>
                  <a:schemeClr val="tx1">
                    <a:tint val="75000"/>
                  </a:schemeClr>
                </a:solidFill>
              </a:defRPr>
            </a:lvl1pPr>
          </a:lstStyle>
          <a:p>
            <a:fld id="{3237A82C-AEEE-48DB-A866-3B1CA0AC9D5D}" type="datetimeFigureOut">
              <a:rPr lang="x-none" smtClean="0"/>
              <a:t>4/8/2025</a:t>
            </a:fld>
            <a:endParaRPr lang="x-none"/>
          </a:p>
        </p:txBody>
      </p:sp>
      <p:sp>
        <p:nvSpPr>
          <p:cNvPr id="5" name="Footer Placeholder 4"/>
          <p:cNvSpPr>
            <a:spLocks noGrp="1"/>
          </p:cNvSpPr>
          <p:nvPr>
            <p:ph type="ftr" sz="quarter" idx="3"/>
          </p:nvPr>
        </p:nvSpPr>
        <p:spPr>
          <a:xfrm>
            <a:off x="4038600" y="6356351"/>
            <a:ext cx="4114800" cy="365125"/>
          </a:xfrm>
          <a:prstGeom prst="rect">
            <a:avLst/>
          </a:prstGeom>
        </p:spPr>
        <p:txBody>
          <a:bodyPr vert="horz" lIns="91438" tIns="45719" rIns="91438" bIns="45719" rtlCol="0" anchor="ctr"/>
          <a:lstStyle>
            <a:lvl1pPr algn="ctr">
              <a:defRPr sz="1200">
                <a:solidFill>
                  <a:schemeClr val="tx1">
                    <a:tint val="75000"/>
                  </a:schemeClr>
                </a:solidFill>
              </a:defRPr>
            </a:lvl1pPr>
          </a:lstStyle>
          <a:p>
            <a:endParaRPr lang="x-none"/>
          </a:p>
        </p:txBody>
      </p:sp>
      <p:sp>
        <p:nvSpPr>
          <p:cNvPr id="6" name="Slide Number Placeholder 5"/>
          <p:cNvSpPr>
            <a:spLocks noGrp="1"/>
          </p:cNvSpPr>
          <p:nvPr>
            <p:ph type="sldNum" sz="quarter" idx="4"/>
          </p:nvPr>
        </p:nvSpPr>
        <p:spPr>
          <a:xfrm>
            <a:off x="8610600" y="6356351"/>
            <a:ext cx="2743200" cy="365125"/>
          </a:xfrm>
          <a:prstGeom prst="rect">
            <a:avLst/>
          </a:prstGeom>
        </p:spPr>
        <p:txBody>
          <a:bodyPr vert="horz" lIns="91438" tIns="45719" rIns="91438" bIns="45719" rtlCol="0" anchor="ctr"/>
          <a:lstStyle>
            <a:lvl1pPr algn="r">
              <a:defRPr sz="1200">
                <a:solidFill>
                  <a:schemeClr val="tx1">
                    <a:tint val="75000"/>
                  </a:schemeClr>
                </a:solidFill>
              </a:defRPr>
            </a:lvl1pPr>
          </a:lstStyle>
          <a:p>
            <a:fld id="{6EB9F7D7-3C9C-4146-9FA1-B77DEB44278D}" type="slidenum">
              <a:rPr lang="x-none" smtClean="0"/>
              <a:t>‹#›</a:t>
            </a:fld>
            <a:endParaRPr lang="x-none"/>
          </a:p>
        </p:txBody>
      </p:sp>
    </p:spTree>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9pPr>
    </p:bodyStyle>
    <p:otherStyle>
      <a:defPPr>
        <a:defRPr lang="x-none"/>
      </a:defPPr>
      <a:lvl1pPr marL="0" algn="l" defTabSz="914400" rtl="0" eaLnBrk="1" latinLnBrk="0" hangingPunct="1">
        <a:defRPr sz="1900" kern="1200">
          <a:solidFill>
            <a:schemeClr val="tx1"/>
          </a:solidFill>
          <a:latin typeface="+mn-lt"/>
          <a:ea typeface="+mn-ea"/>
          <a:cs typeface="+mn-cs"/>
        </a:defRPr>
      </a:lvl1pPr>
      <a:lvl2pPr marL="457200" algn="l" defTabSz="914400" rtl="0" eaLnBrk="1" latinLnBrk="0" hangingPunct="1">
        <a:defRPr sz="1900" kern="1200">
          <a:solidFill>
            <a:schemeClr val="tx1"/>
          </a:solidFill>
          <a:latin typeface="+mn-lt"/>
          <a:ea typeface="+mn-ea"/>
          <a:cs typeface="+mn-cs"/>
        </a:defRPr>
      </a:lvl2pPr>
      <a:lvl3pPr marL="914400" algn="l" defTabSz="914400" rtl="0" eaLnBrk="1" latinLnBrk="0" hangingPunct="1">
        <a:defRPr sz="1900" kern="1200">
          <a:solidFill>
            <a:schemeClr val="tx1"/>
          </a:solidFill>
          <a:latin typeface="+mn-lt"/>
          <a:ea typeface="+mn-ea"/>
          <a:cs typeface="+mn-cs"/>
        </a:defRPr>
      </a:lvl3pPr>
      <a:lvl4pPr marL="1371600" algn="l" defTabSz="914400" rtl="0" eaLnBrk="1" latinLnBrk="0" hangingPunct="1">
        <a:defRPr sz="1900" kern="1200">
          <a:solidFill>
            <a:schemeClr val="tx1"/>
          </a:solidFill>
          <a:latin typeface="+mn-lt"/>
          <a:ea typeface="+mn-ea"/>
          <a:cs typeface="+mn-cs"/>
        </a:defRPr>
      </a:lvl4pPr>
      <a:lvl5pPr marL="1828800" algn="l" defTabSz="914400" rtl="0" eaLnBrk="1" latinLnBrk="0" hangingPunct="1">
        <a:defRPr sz="1900" kern="1200">
          <a:solidFill>
            <a:schemeClr val="tx1"/>
          </a:solidFill>
          <a:latin typeface="+mn-lt"/>
          <a:ea typeface="+mn-ea"/>
          <a:cs typeface="+mn-cs"/>
        </a:defRPr>
      </a:lvl5pPr>
      <a:lvl6pPr marL="2286000" algn="l" defTabSz="914400" rtl="0" eaLnBrk="1" latinLnBrk="0" hangingPunct="1">
        <a:defRPr sz="1900" kern="1200">
          <a:solidFill>
            <a:schemeClr val="tx1"/>
          </a:solidFill>
          <a:latin typeface="+mn-lt"/>
          <a:ea typeface="+mn-ea"/>
          <a:cs typeface="+mn-cs"/>
        </a:defRPr>
      </a:lvl6pPr>
      <a:lvl7pPr marL="2743200" algn="l" defTabSz="914400" rtl="0" eaLnBrk="1" latinLnBrk="0" hangingPunct="1">
        <a:defRPr sz="1900" kern="1200">
          <a:solidFill>
            <a:schemeClr val="tx1"/>
          </a:solidFill>
          <a:latin typeface="+mn-lt"/>
          <a:ea typeface="+mn-ea"/>
          <a:cs typeface="+mn-cs"/>
        </a:defRPr>
      </a:lvl7pPr>
      <a:lvl8pPr marL="3200400" algn="l" defTabSz="914400" rtl="0" eaLnBrk="1" latinLnBrk="0" hangingPunct="1">
        <a:defRPr sz="1900" kern="1200">
          <a:solidFill>
            <a:schemeClr val="tx1"/>
          </a:solidFill>
          <a:latin typeface="+mn-lt"/>
          <a:ea typeface="+mn-ea"/>
          <a:cs typeface="+mn-cs"/>
        </a:defRPr>
      </a:lvl8pPr>
      <a:lvl9pPr marL="3657600" algn="l" defTabSz="914400" rtl="0" eaLnBrk="1" latinLnBrk="0" hangingPunct="1">
        <a:defRPr sz="1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a:bodyPr>
          <a:lstStyle/>
          <a:p>
            <a:r>
              <a:rPr lang="en-US" sz="4800" b="1" dirty="0"/>
              <a:t>Operating System</a:t>
            </a:r>
          </a:p>
        </p:txBody>
      </p:sp>
      <p:sp>
        <p:nvSpPr>
          <p:cNvPr id="5" name="Text Placeholder 4"/>
          <p:cNvSpPr>
            <a:spLocks noGrp="1"/>
          </p:cNvSpPr>
          <p:nvPr>
            <p:ph type="body" idx="1"/>
          </p:nvPr>
        </p:nvSpPr>
        <p:spPr/>
        <p:txBody>
          <a:bodyPr>
            <a:normAutofit/>
          </a:bodyPr>
          <a:lstStyle/>
          <a:p>
            <a:r>
              <a:rPr lang="en-US" sz="3600" b="1" dirty="0"/>
              <a:t>Background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69217"/>
            <a:ext cx="10515600" cy="1325563"/>
          </a:xfrm>
        </p:spPr>
        <p:txBody>
          <a:bodyPr>
            <a:normAutofit/>
          </a:bodyPr>
          <a:lstStyle/>
          <a:p>
            <a:pPr algn="ctr"/>
            <a:r>
              <a:rPr lang="en-US" sz="3600" b="1" dirty="0">
                <a:solidFill>
                  <a:schemeClr val="accent4"/>
                </a:solidFill>
              </a:rPr>
              <a:t>Four Components of a Computer System</a:t>
            </a:r>
          </a:p>
        </p:txBody>
      </p:sp>
      <p:pic>
        <p:nvPicPr>
          <p:cNvPr id="4" name="Picture 4"/>
          <p:cNvPicPr>
            <a:picLocks noChangeAspect="1" noChangeArrowheads="1"/>
          </p:cNvPicPr>
          <p:nvPr/>
        </p:nvPicPr>
        <p:blipFill>
          <a:blip r:embed="rId2"/>
          <a:srcRect/>
          <a:stretch>
            <a:fillRect/>
          </a:stretch>
        </p:blipFill>
        <p:spPr bwMode="auto">
          <a:xfrm>
            <a:off x="1659466" y="1259313"/>
            <a:ext cx="9144000" cy="5463220"/>
          </a:xfrm>
          <a:prstGeom prst="rect">
            <a:avLst/>
          </a:prstGeom>
          <a:noFill/>
          <a:ln w="9525">
            <a:noFill/>
            <a:miter lim="800000"/>
            <a:headEnd/>
            <a:tailEnd/>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29733" y="170392"/>
            <a:ext cx="10515600" cy="1325563"/>
          </a:xfrm>
        </p:spPr>
        <p:txBody>
          <a:bodyPr/>
          <a:lstStyle/>
          <a:p>
            <a:pPr algn="ctr"/>
            <a:r>
              <a:rPr lang="en-US" b="1" dirty="0">
                <a:solidFill>
                  <a:schemeClr val="accent4"/>
                </a:solidFill>
              </a:rPr>
              <a:t>Overview</a:t>
            </a:r>
          </a:p>
        </p:txBody>
      </p:sp>
      <p:sp>
        <p:nvSpPr>
          <p:cNvPr id="3" name="Content Placeholder 2"/>
          <p:cNvSpPr>
            <a:spLocks noGrp="1"/>
          </p:cNvSpPr>
          <p:nvPr>
            <p:ph idx="1"/>
          </p:nvPr>
        </p:nvSpPr>
        <p:spPr/>
        <p:txBody>
          <a:bodyPr>
            <a:normAutofit/>
          </a:bodyPr>
          <a:lstStyle/>
          <a:p>
            <a:pPr algn="just"/>
            <a:r>
              <a:rPr lang="en-US" dirty="0"/>
              <a:t>A computer system has many resources (hardware and software), which may be require to complete a task. </a:t>
            </a:r>
          </a:p>
          <a:p>
            <a:pPr algn="just"/>
            <a:r>
              <a:rPr lang="en-US" dirty="0"/>
              <a:t>The commonly required resources are input/output devices, memory, file storage space, CPU etc.</a:t>
            </a:r>
          </a:p>
          <a:p>
            <a:pPr algn="just"/>
            <a:r>
              <a:rPr lang="en-US" dirty="0"/>
              <a:t>Software also plays a vital role in a computer system</a:t>
            </a:r>
          </a:p>
          <a:p>
            <a:pPr lvl="1" algn="just"/>
            <a:r>
              <a:rPr lang="en-US" dirty="0"/>
              <a:t>Application Software</a:t>
            </a:r>
          </a:p>
          <a:p>
            <a:pPr lvl="1" algn="just"/>
            <a:r>
              <a:rPr lang="en-US" dirty="0"/>
              <a:t>System Software</a:t>
            </a:r>
          </a:p>
          <a:p>
            <a:pPr algn="just"/>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94192"/>
            <a:ext cx="10515600" cy="1325563"/>
          </a:xfrm>
        </p:spPr>
        <p:txBody>
          <a:bodyPr>
            <a:normAutofit/>
          </a:bodyPr>
          <a:lstStyle/>
          <a:p>
            <a:pPr algn="ctr"/>
            <a:r>
              <a:rPr lang="en-US" b="1" dirty="0">
                <a:solidFill>
                  <a:schemeClr val="accent4"/>
                </a:solidFill>
              </a:rPr>
              <a:t>What is Operating System?</a:t>
            </a:r>
          </a:p>
        </p:txBody>
      </p:sp>
      <p:sp>
        <p:nvSpPr>
          <p:cNvPr id="3" name="Content Placeholder 2"/>
          <p:cNvSpPr>
            <a:spLocks noGrp="1"/>
          </p:cNvSpPr>
          <p:nvPr>
            <p:ph idx="1"/>
          </p:nvPr>
        </p:nvSpPr>
        <p:spPr/>
        <p:txBody>
          <a:bodyPr/>
          <a:lstStyle/>
          <a:p>
            <a:pPr algn="just"/>
            <a:r>
              <a:rPr lang="en-US" dirty="0"/>
              <a:t>A program that acts as an intermediary between a user of a computer and the computer hardware</a:t>
            </a:r>
          </a:p>
          <a:p>
            <a:pPr algn="just"/>
            <a:r>
              <a:rPr lang="en-US" dirty="0"/>
              <a:t>All computers and computer-like devices have operating systems, including your laptop, tablet, desktop, Smartphone, smart watch, router</a:t>
            </a:r>
          </a:p>
          <a:p>
            <a:endParaRPr lang="en-US" dirty="0"/>
          </a:p>
        </p:txBody>
      </p:sp>
      <p:pic>
        <p:nvPicPr>
          <p:cNvPr id="4" name="Picture 11"/>
          <p:cNvPicPr>
            <a:picLocks noChangeAspect="1"/>
          </p:cNvPicPr>
          <p:nvPr/>
        </p:nvPicPr>
        <p:blipFill>
          <a:blip r:embed="rId2" cstate="print"/>
          <a:srcRect/>
          <a:stretch>
            <a:fillRect/>
          </a:stretch>
        </p:blipFill>
        <p:spPr bwMode="auto">
          <a:xfrm>
            <a:off x="8940800" y="4419600"/>
            <a:ext cx="2743200" cy="2057400"/>
          </a:xfrm>
          <a:prstGeom prst="rect">
            <a:avLst/>
          </a:prstGeom>
          <a:noFill/>
          <a:ln w="9525">
            <a:noFill/>
            <a:miter lim="800000"/>
            <a:headEnd/>
            <a:tailEnd/>
          </a:ln>
        </p:spPr>
      </p:pic>
      <p:sp>
        <p:nvSpPr>
          <p:cNvPr id="5" name="Rectangle 4"/>
          <p:cNvSpPr/>
          <p:nvPr/>
        </p:nvSpPr>
        <p:spPr>
          <a:xfrm>
            <a:off x="1524000" y="5911334"/>
            <a:ext cx="7213600" cy="384721"/>
          </a:xfrm>
          <a:prstGeom prst="rect">
            <a:avLst/>
          </a:prstGeom>
        </p:spPr>
        <p:txBody>
          <a:bodyPr wrap="square">
            <a:spAutoFit/>
          </a:bodyPr>
          <a:lstStyle/>
          <a:p>
            <a:r>
              <a:rPr lang="en-US" dirty="0"/>
              <a:t>https://www.youtube.com/watch?v=fkGCLIQx1MI</a:t>
            </a:r>
          </a:p>
        </p:txBody>
      </p:sp>
      <p:sp>
        <p:nvSpPr>
          <p:cNvPr id="6" name="Rectangle 5"/>
          <p:cNvSpPr/>
          <p:nvPr/>
        </p:nvSpPr>
        <p:spPr>
          <a:xfrm>
            <a:off x="1524000" y="5627727"/>
            <a:ext cx="7213600" cy="384721"/>
          </a:xfrm>
          <a:prstGeom prst="rect">
            <a:avLst/>
          </a:prstGeom>
        </p:spPr>
        <p:txBody>
          <a:bodyPr wrap="square">
            <a:spAutoFit/>
          </a:bodyPr>
          <a:lstStyle/>
          <a:p>
            <a:r>
              <a:rPr lang="en-US" dirty="0"/>
              <a:t>Homework: Watch the following video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7400" y="85725"/>
            <a:ext cx="10515600" cy="1325563"/>
          </a:xfrm>
        </p:spPr>
        <p:txBody>
          <a:bodyPr/>
          <a:lstStyle/>
          <a:p>
            <a:pPr algn="ctr"/>
            <a:r>
              <a:rPr lang="en-US" b="1" dirty="0">
                <a:solidFill>
                  <a:schemeClr val="accent4"/>
                </a:solidFill>
              </a:rPr>
              <a:t>Operating System</a:t>
            </a:r>
          </a:p>
        </p:txBody>
      </p:sp>
      <p:sp>
        <p:nvSpPr>
          <p:cNvPr id="3" name="Content Placeholder 2"/>
          <p:cNvSpPr>
            <a:spLocks noGrp="1"/>
          </p:cNvSpPr>
          <p:nvPr>
            <p:ph idx="1"/>
          </p:nvPr>
        </p:nvSpPr>
        <p:spPr/>
        <p:txBody>
          <a:bodyPr/>
          <a:lstStyle/>
          <a:p>
            <a:pPr algn="just"/>
            <a:r>
              <a:rPr lang="en-US" dirty="0"/>
              <a:t>In technical terms, operating system is the resource manager i.e. it can manage the resource of a computer system internally.</a:t>
            </a:r>
          </a:p>
          <a:p>
            <a:pPr algn="just"/>
            <a:r>
              <a:rPr lang="en-US" dirty="0"/>
              <a:t>The resources are; processor, memory, storage, I/O Devices, files etc.</a:t>
            </a:r>
          </a:p>
        </p:txBody>
      </p:sp>
      <p:pic>
        <p:nvPicPr>
          <p:cNvPr id="4" name="Picture 5" descr="rhpe0090bx"/>
          <p:cNvPicPr>
            <a:picLocks noChangeAspect="1" noChangeArrowheads="1"/>
          </p:cNvPicPr>
          <p:nvPr/>
        </p:nvPicPr>
        <p:blipFill>
          <a:blip r:embed="rId2" cstate="print"/>
          <a:srcRect/>
          <a:stretch>
            <a:fillRect/>
          </a:stretch>
        </p:blipFill>
        <p:spPr bwMode="auto">
          <a:xfrm>
            <a:off x="8331200" y="4038600"/>
            <a:ext cx="2971800" cy="2228850"/>
          </a:xfrm>
          <a:prstGeom prst="rect">
            <a:avLst/>
          </a:prstGeom>
          <a:noFill/>
          <a:ln w="9525">
            <a:noFill/>
            <a:miter lim="800000"/>
            <a:headEnd/>
            <a:tailEnd/>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US" sz="3200" b="1" dirty="0">
                <a:solidFill>
                  <a:schemeClr val="accent4"/>
                </a:solidFill>
              </a:rPr>
              <a:t>Computer-System Organization</a:t>
            </a:r>
            <a:br>
              <a:rPr lang="en-US" sz="3200" b="1" dirty="0">
                <a:solidFill>
                  <a:schemeClr val="accent4"/>
                </a:solidFill>
              </a:rPr>
            </a:br>
            <a:endParaRPr lang="en-US" sz="3200" dirty="0">
              <a:solidFill>
                <a:schemeClr val="accent4"/>
              </a:solidFill>
            </a:endParaRPr>
          </a:p>
        </p:txBody>
      </p:sp>
      <p:sp>
        <p:nvSpPr>
          <p:cNvPr id="3" name="Content Placeholder 2"/>
          <p:cNvSpPr>
            <a:spLocks noGrp="1"/>
          </p:cNvSpPr>
          <p:nvPr>
            <p:ph idx="1"/>
          </p:nvPr>
        </p:nvSpPr>
        <p:spPr/>
        <p:txBody>
          <a:bodyPr>
            <a:normAutofit/>
          </a:bodyPr>
          <a:lstStyle/>
          <a:p>
            <a:pPr algn="just"/>
            <a:r>
              <a:rPr lang="en-US" dirty="0"/>
              <a:t>A modern computer system consists of one or more CPUs and multiple device controllers, all connected via a common bus to shared memory. Each device controller manages a specific type of device (e.g., disk drives, audio, video). The CPU and controllers operate in parallel, with a memory controller ensuring synchronized access.</a:t>
            </a:r>
          </a:p>
          <a:p>
            <a:pPr algn="just"/>
            <a:r>
              <a:rPr lang="en-US" dirty="0"/>
              <a:t>When powered on or rebooted, the system runs a bootstrap program stored in ROM or EEPROM (firmware). This program initializes the system, sets up hardware components, and loads the operating system for execution. For completing this goal, the bootstrap program must locate the operating-system kernel and load it into memory.</a:t>
            </a:r>
          </a:p>
          <a:p>
            <a:pPr marL="0" indent="0" algn="just">
              <a:buNone/>
            </a:pP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916007" y="1947281"/>
            <a:ext cx="7818120" cy="40233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b="1" dirty="0">
                <a:solidFill>
                  <a:schemeClr val="accent4"/>
                </a:solidFill>
              </a:rPr>
              <a:t>System Boot and Interrupts</a:t>
            </a:r>
            <a:br>
              <a:rPr lang="en-US" b="1" dirty="0">
                <a:solidFill>
                  <a:schemeClr val="accent4"/>
                </a:solidFill>
              </a:rPr>
            </a:br>
            <a:endParaRPr lang="en-US" dirty="0">
              <a:solidFill>
                <a:schemeClr val="accent4"/>
              </a:solidFill>
            </a:endParaRPr>
          </a:p>
        </p:txBody>
      </p:sp>
      <p:sp>
        <p:nvSpPr>
          <p:cNvPr id="3" name="Content Placeholder 2"/>
          <p:cNvSpPr>
            <a:spLocks noGrp="1"/>
          </p:cNvSpPr>
          <p:nvPr>
            <p:ph idx="1"/>
          </p:nvPr>
        </p:nvSpPr>
        <p:spPr/>
        <p:txBody>
          <a:bodyPr>
            <a:normAutofit fontScale="92500"/>
          </a:bodyPr>
          <a:lstStyle/>
          <a:p>
            <a:pPr algn="just"/>
            <a:r>
              <a:rPr lang="en-US" dirty="0"/>
              <a:t>After loading, the </a:t>
            </a:r>
            <a:r>
              <a:rPr lang="en-US" b="1" dirty="0"/>
              <a:t>kernel</a:t>
            </a:r>
            <a:r>
              <a:rPr lang="en-US" dirty="0"/>
              <a:t> starts system processes (</a:t>
            </a:r>
            <a:r>
              <a:rPr lang="en-US" b="1" dirty="0"/>
              <a:t>daemons</a:t>
            </a:r>
            <a:r>
              <a:rPr lang="en-US" dirty="0"/>
              <a:t>) to provide services. On UNIX, the </a:t>
            </a:r>
            <a:r>
              <a:rPr lang="en-US" b="1" dirty="0"/>
              <a:t>"</a:t>
            </a:r>
            <a:r>
              <a:rPr lang="en-US" b="1" dirty="0" err="1"/>
              <a:t>init</a:t>
            </a:r>
            <a:r>
              <a:rPr lang="en-US" b="1" dirty="0"/>
              <a:t>"</a:t>
            </a:r>
            <a:r>
              <a:rPr lang="en-US" dirty="0"/>
              <a:t> process launches other daemons. Once booted, the system waits for events, usually triggered by </a:t>
            </a:r>
            <a:r>
              <a:rPr lang="en-US" b="1" dirty="0"/>
              <a:t>interrupts</a:t>
            </a:r>
            <a:r>
              <a:rPr lang="en-US" dirty="0"/>
              <a:t> from hardware or software.</a:t>
            </a:r>
          </a:p>
          <a:p>
            <a:pPr algn="just"/>
            <a:r>
              <a:rPr lang="en-US" b="1" dirty="0"/>
              <a:t>Hardware interrupts</a:t>
            </a:r>
            <a:r>
              <a:rPr lang="en-US" dirty="0"/>
              <a:t> come via the system bus, while </a:t>
            </a:r>
            <a:r>
              <a:rPr lang="en-US" b="1" dirty="0"/>
              <a:t>software interrupts</a:t>
            </a:r>
            <a:r>
              <a:rPr lang="en-US" dirty="0"/>
              <a:t> occur through </a:t>
            </a:r>
            <a:r>
              <a:rPr lang="en-US" b="1" dirty="0"/>
              <a:t>system calls</a:t>
            </a:r>
            <a:r>
              <a:rPr lang="en-US" dirty="0"/>
              <a:t>. When interrupted, the CPU pauses execution, jumps to an </a:t>
            </a:r>
            <a:r>
              <a:rPr lang="en-US" b="1" dirty="0"/>
              <a:t>interrupt service routine (ISR)</a:t>
            </a:r>
            <a:r>
              <a:rPr lang="en-US" dirty="0"/>
              <a:t> via an </a:t>
            </a:r>
            <a:r>
              <a:rPr lang="en-US" b="1" dirty="0"/>
              <a:t>interrupt vector table</a:t>
            </a:r>
            <a:r>
              <a:rPr lang="en-US" dirty="0"/>
              <a:t>, processes the request, then resumes the previous task.</a:t>
            </a:r>
          </a:p>
          <a:p>
            <a:pPr algn="just"/>
            <a:r>
              <a:rPr lang="en-US" dirty="0"/>
              <a:t>Modern systems store the return address on the </a:t>
            </a:r>
            <a:r>
              <a:rPr lang="en-US" b="1" dirty="0"/>
              <a:t>system stack</a:t>
            </a:r>
            <a:r>
              <a:rPr lang="en-US" dirty="0"/>
              <a:t>. If the ISR modifies processor state, it must save and restore it before returning to ensure smooth execution.</a:t>
            </a:r>
          </a:p>
          <a:p>
            <a:pPr marL="0" indent="0">
              <a:buNone/>
            </a:pP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b="1" dirty="0">
                <a:solidFill>
                  <a:schemeClr val="accent4"/>
                </a:solidFill>
              </a:rPr>
              <a:t>Storage Structure</a:t>
            </a:r>
            <a:br>
              <a:rPr lang="en-US" b="1" dirty="0">
                <a:solidFill>
                  <a:schemeClr val="accent4"/>
                </a:solidFill>
              </a:rPr>
            </a:br>
            <a:endParaRPr lang="en-US" dirty="0">
              <a:solidFill>
                <a:schemeClr val="accent4"/>
              </a:solidFill>
            </a:endParaRPr>
          </a:p>
        </p:txBody>
      </p:sp>
      <p:sp>
        <p:nvSpPr>
          <p:cNvPr id="3" name="Content Placeholder 2"/>
          <p:cNvSpPr>
            <a:spLocks noGrp="1"/>
          </p:cNvSpPr>
          <p:nvPr>
            <p:ph idx="1"/>
          </p:nvPr>
        </p:nvSpPr>
        <p:spPr/>
        <p:txBody>
          <a:bodyPr/>
          <a:lstStyle/>
          <a:p>
            <a:pPr algn="just"/>
            <a:r>
              <a:rPr lang="en-US" dirty="0"/>
              <a:t>The </a:t>
            </a:r>
            <a:r>
              <a:rPr lang="en-US" b="1" dirty="0"/>
              <a:t>CPU</a:t>
            </a:r>
            <a:r>
              <a:rPr lang="en-US" dirty="0"/>
              <a:t> can only execute instructions from </a:t>
            </a:r>
            <a:r>
              <a:rPr lang="en-US" b="1" dirty="0"/>
              <a:t>main memory</a:t>
            </a:r>
            <a:r>
              <a:rPr lang="en-US" dirty="0"/>
              <a:t> (RAM), typically </a:t>
            </a:r>
            <a:r>
              <a:rPr lang="en-US" b="1" dirty="0"/>
              <a:t>DRAM</a:t>
            </a:r>
            <a:r>
              <a:rPr lang="en-US" dirty="0"/>
              <a:t>. General-purpose computers store programs in </a:t>
            </a:r>
            <a:r>
              <a:rPr lang="en-US" b="1" dirty="0"/>
              <a:t>rewritable memory</a:t>
            </a:r>
            <a:r>
              <a:rPr lang="en-US" dirty="0"/>
              <a:t>, while </a:t>
            </a:r>
            <a:r>
              <a:rPr lang="en-US" b="1" dirty="0"/>
              <a:t>ROM</a:t>
            </a:r>
            <a:r>
              <a:rPr lang="en-US" dirty="0"/>
              <a:t> and </a:t>
            </a:r>
            <a:r>
              <a:rPr lang="en-US" b="1" dirty="0"/>
              <a:t>EEPROM</a:t>
            </a:r>
            <a:r>
              <a:rPr lang="en-US" dirty="0"/>
              <a:t> store static programs like the </a:t>
            </a:r>
            <a:r>
              <a:rPr lang="en-US" b="1" dirty="0"/>
              <a:t>bootstrap program</a:t>
            </a:r>
            <a:r>
              <a:rPr lang="en-US" dirty="0"/>
              <a:t>.</a:t>
            </a:r>
          </a:p>
          <a:p>
            <a:pPr algn="just"/>
            <a:r>
              <a:rPr lang="en-US" dirty="0"/>
              <a:t>Memory consists of </a:t>
            </a:r>
            <a:r>
              <a:rPr lang="en-US" b="1" dirty="0"/>
              <a:t>bytes</a:t>
            </a:r>
            <a:r>
              <a:rPr lang="en-US" dirty="0"/>
              <a:t> with unique addresses, accessed via </a:t>
            </a:r>
            <a:r>
              <a:rPr lang="en-US" b="1" dirty="0"/>
              <a:t>load</a:t>
            </a:r>
            <a:r>
              <a:rPr lang="en-US" dirty="0"/>
              <a:t> and </a:t>
            </a:r>
            <a:r>
              <a:rPr lang="en-US" b="1" dirty="0"/>
              <a:t>store</a:t>
            </a:r>
            <a:r>
              <a:rPr lang="en-US" dirty="0"/>
              <a:t> instructions. The </a:t>
            </a:r>
            <a:r>
              <a:rPr lang="en-US" b="1" dirty="0"/>
              <a:t>CPU</a:t>
            </a:r>
            <a:r>
              <a:rPr lang="en-US" dirty="0"/>
              <a:t> loads data from memory into registers and stores data back when needed. It also automatically fetches instructions from memory for execution.</a:t>
            </a:r>
          </a:p>
          <a:p>
            <a:pPr marL="0" indent="0">
              <a:buNone/>
            </a:pP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0" indent="0" algn="just">
              <a:buNone/>
            </a:pPr>
            <a:r>
              <a:rPr lang="en-US" dirty="0"/>
              <a:t>A computer’s instruction-execution cycle fetches, decodes, and executes instructions, storing results in memory. Main memory is limited and volatile, so secondary storage (like magnetic disks) is used for permanent data storage. Storage systems vary in speed, cost, size, and volatility, including registers, cache, RAM, disks, and CDs. Efficient storage management is crucial for system performance.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3090762" y="1393825"/>
            <a:ext cx="5451676" cy="4351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0" indent="0" algn="just">
              <a:buNone/>
            </a:pPr>
            <a:r>
              <a:rPr lang="en-US" dirty="0"/>
              <a:t>Storage systems are organized in a hierarchy based on speed and cost. Faster storage (e.g., registers and cache) is more expensive and volatile, while slower storage (e.g., magnetic disks and tapes) is cheaper and nonvolatile. Solid-state drives (SSDs) are faster than magnetic disks and nonvolatile. Flash memory and NVRAM provide nonvolatile storage, with flash being slower than DRAM and NVRAM using batteries for backup power. The hierarchy balances speed, cost, and reliability.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12800" y="0"/>
            <a:ext cx="10515600" cy="1325563"/>
          </a:xfrm>
        </p:spPr>
        <p:txBody>
          <a:bodyPr/>
          <a:lstStyle/>
          <a:p>
            <a:pPr algn="ctr"/>
            <a:r>
              <a:rPr lang="en-US" b="1" dirty="0">
                <a:solidFill>
                  <a:schemeClr val="accent4"/>
                </a:solidFill>
              </a:rPr>
              <a:t>I/O Structure</a:t>
            </a:r>
          </a:p>
        </p:txBody>
      </p:sp>
      <p:sp>
        <p:nvSpPr>
          <p:cNvPr id="3" name="Content Placeholder 2"/>
          <p:cNvSpPr>
            <a:spLocks noGrp="1"/>
          </p:cNvSpPr>
          <p:nvPr>
            <p:ph idx="1"/>
          </p:nvPr>
        </p:nvSpPr>
        <p:spPr/>
        <p:txBody>
          <a:bodyPr/>
          <a:lstStyle/>
          <a:p>
            <a:pPr algn="just"/>
            <a:r>
              <a:rPr lang="en-US" dirty="0"/>
              <a:t>I/O devices in a computer are managed by device controllers and device drivers. Controllers handle specific devices and transfer data to their local buffers, while drivers provide a standard interface for the operating system.</a:t>
            </a:r>
          </a:p>
          <a:p>
            <a:pPr algn="just"/>
            <a:r>
              <a:rPr lang="en-US" dirty="0"/>
              <a:t>For I/O operations, the driver sets up the controller, which performs the data transfer. The controller signals completion via an interrupt. For large data transfers, </a:t>
            </a:r>
            <a:r>
              <a:rPr lang="en-US" b="1" dirty="0"/>
              <a:t>Direct Memory Access (DMA)</a:t>
            </a:r>
            <a:r>
              <a:rPr lang="en-US" dirty="0"/>
              <a:t> allows controllers to transfer entire blocks of data directly to or from memory with minimal CPU involvement, reducing overhead and improving efficiency.</a:t>
            </a:r>
          </a:p>
          <a:p>
            <a:pPr marL="0" indent="0">
              <a:buNone/>
            </a:pP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29733" y="102658"/>
            <a:ext cx="10515600" cy="1325563"/>
          </a:xfrm>
        </p:spPr>
        <p:txBody>
          <a:bodyPr/>
          <a:lstStyle/>
          <a:p>
            <a:pPr algn="ctr"/>
            <a:r>
              <a:rPr lang="en-US" b="1" dirty="0">
                <a:solidFill>
                  <a:schemeClr val="accent4"/>
                </a:solidFill>
              </a:rPr>
              <a:t>Computer System Structure</a:t>
            </a:r>
          </a:p>
        </p:txBody>
      </p:sp>
      <p:sp>
        <p:nvSpPr>
          <p:cNvPr id="3" name="Content Placeholder 2"/>
          <p:cNvSpPr>
            <a:spLocks noGrp="1"/>
          </p:cNvSpPr>
          <p:nvPr>
            <p:ph idx="1"/>
          </p:nvPr>
        </p:nvSpPr>
        <p:spPr>
          <a:xfrm>
            <a:off x="816864" y="1600200"/>
            <a:ext cx="10871200" cy="5029200"/>
          </a:xfrm>
        </p:spPr>
        <p:txBody>
          <a:bodyPr>
            <a:normAutofit/>
          </a:bodyPr>
          <a:lstStyle/>
          <a:p>
            <a:pPr algn="just"/>
            <a:r>
              <a:rPr lang="en-US" dirty="0"/>
              <a:t>Computer system can be divided into four components:</a:t>
            </a:r>
          </a:p>
          <a:p>
            <a:pPr lvl="1" algn="just"/>
            <a:r>
              <a:rPr lang="en-US" b="1" dirty="0"/>
              <a:t>Hardware</a:t>
            </a:r>
            <a:r>
              <a:rPr lang="en-US" dirty="0"/>
              <a:t> – provides basic computing resources</a:t>
            </a:r>
          </a:p>
          <a:p>
            <a:pPr lvl="2" algn="just"/>
            <a:r>
              <a:rPr lang="en-US" dirty="0"/>
              <a:t>CPU, memory, I/O devices</a:t>
            </a:r>
          </a:p>
          <a:p>
            <a:pPr lvl="1" algn="just"/>
            <a:r>
              <a:rPr lang="en-US" b="1" dirty="0"/>
              <a:t>Operating system</a:t>
            </a:r>
          </a:p>
          <a:p>
            <a:pPr lvl="2" algn="just"/>
            <a:r>
              <a:rPr lang="en-US" dirty="0"/>
              <a:t>Controls and coordinates use of hardware among various applications and users</a:t>
            </a:r>
          </a:p>
          <a:p>
            <a:pPr lvl="1" algn="just"/>
            <a:r>
              <a:rPr lang="en-US" b="1" dirty="0"/>
              <a:t>Application programs </a:t>
            </a:r>
            <a:r>
              <a:rPr lang="en-US" dirty="0"/>
              <a:t>– define the ways in which the system resources are used to solve the computing problems of the users</a:t>
            </a:r>
          </a:p>
          <a:p>
            <a:pPr lvl="2" algn="just"/>
            <a:r>
              <a:rPr lang="en-US" dirty="0"/>
              <a:t>Word processors, compilers, web browsers, database systems, video games</a:t>
            </a:r>
          </a:p>
          <a:p>
            <a:pPr lvl="1" algn="just"/>
            <a:r>
              <a:rPr lang="en-US" b="1" dirty="0"/>
              <a:t>Users</a:t>
            </a:r>
          </a:p>
          <a:p>
            <a:pPr lvl="2" algn="just"/>
            <a:r>
              <a:rPr lang="en-US" dirty="0"/>
              <a:t>People, machines, other computers</a:t>
            </a:r>
          </a:p>
          <a:p>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69217"/>
            <a:ext cx="10515600" cy="1325563"/>
          </a:xfrm>
        </p:spPr>
        <p:txBody>
          <a:bodyPr>
            <a:normAutofit/>
          </a:bodyPr>
          <a:lstStyle/>
          <a:p>
            <a:pPr algn="ctr"/>
            <a:r>
              <a:rPr lang="en-US" sz="3600" b="1" dirty="0">
                <a:solidFill>
                  <a:schemeClr val="accent4"/>
                </a:solidFill>
              </a:rPr>
              <a:t>Four Components of a Computer System</a:t>
            </a:r>
          </a:p>
        </p:txBody>
      </p:sp>
      <p:pic>
        <p:nvPicPr>
          <p:cNvPr id="4" name="Picture 4"/>
          <p:cNvPicPr>
            <a:picLocks noChangeAspect="1" noChangeArrowheads="1"/>
          </p:cNvPicPr>
          <p:nvPr/>
        </p:nvPicPr>
        <p:blipFill>
          <a:blip r:embed="rId2"/>
          <a:srcRect/>
          <a:stretch>
            <a:fillRect/>
          </a:stretch>
        </p:blipFill>
        <p:spPr bwMode="auto">
          <a:xfrm>
            <a:off x="1422400" y="1394780"/>
            <a:ext cx="9144000" cy="5463220"/>
          </a:xfrm>
          <a:prstGeom prst="rect">
            <a:avLst/>
          </a:prstGeom>
          <a:noFill/>
          <a:ln w="9525">
            <a:noFill/>
            <a:miter lim="800000"/>
            <a:headEnd/>
            <a:tailEnd/>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27309" y="1781175"/>
            <a:ext cx="3326191" cy="1905000"/>
          </a:xfrm>
          <a:prstGeom prst="rect">
            <a:avLst/>
          </a:prstGeom>
        </p:spPr>
      </p:pic>
      <p:pic>
        <p:nvPicPr>
          <p:cNvPr id="5" name="Picture 4"/>
          <p:cNvPicPr>
            <a:picLocks noChangeAspect="1"/>
          </p:cNvPicPr>
          <p:nvPr/>
        </p:nvPicPr>
        <p:blipFill>
          <a:blip r:embed="rId3"/>
          <a:stretch>
            <a:fillRect/>
          </a:stretch>
        </p:blipFill>
        <p:spPr>
          <a:xfrm>
            <a:off x="4088796" y="2128420"/>
            <a:ext cx="3429605" cy="1529180"/>
          </a:xfrm>
          <a:prstGeom prst="rect">
            <a:avLst/>
          </a:prstGeom>
        </p:spPr>
      </p:pic>
      <p:pic>
        <p:nvPicPr>
          <p:cNvPr id="6" name="Picture 5"/>
          <p:cNvPicPr>
            <a:picLocks noChangeAspect="1"/>
          </p:cNvPicPr>
          <p:nvPr/>
        </p:nvPicPr>
        <p:blipFill rotWithShape="1">
          <a:blip r:embed="rId4"/>
          <a:srcRect l="13200" t="5200" r="13200" b="5200"/>
          <a:stretch>
            <a:fillRect/>
          </a:stretch>
        </p:blipFill>
        <p:spPr>
          <a:xfrm>
            <a:off x="8591549" y="1752600"/>
            <a:ext cx="3149600" cy="2156792"/>
          </a:xfrm>
          <a:prstGeom prst="rect">
            <a:avLst/>
          </a:prstGeom>
        </p:spPr>
      </p:pic>
      <p:sp>
        <p:nvSpPr>
          <p:cNvPr id="7" name="TextBox 6"/>
          <p:cNvSpPr txBox="1"/>
          <p:nvPr/>
        </p:nvSpPr>
        <p:spPr>
          <a:xfrm>
            <a:off x="565149" y="4219576"/>
            <a:ext cx="1410386" cy="461665"/>
          </a:xfrm>
          <a:prstGeom prst="rect">
            <a:avLst/>
          </a:prstGeom>
          <a:noFill/>
        </p:spPr>
        <p:txBody>
          <a:bodyPr wrap="none" rtlCol="0">
            <a:spAutoFit/>
          </a:bodyPr>
          <a:lstStyle/>
          <a:p>
            <a:r>
              <a:rPr lang="en-US" sz="2400" b="1" dirty="0"/>
              <a:t>Hard Disk</a:t>
            </a:r>
          </a:p>
        </p:txBody>
      </p:sp>
      <p:sp>
        <p:nvSpPr>
          <p:cNvPr id="8" name="TextBox 7"/>
          <p:cNvSpPr txBox="1"/>
          <p:nvPr/>
        </p:nvSpPr>
        <p:spPr>
          <a:xfrm>
            <a:off x="5189431" y="4205288"/>
            <a:ext cx="813043" cy="461665"/>
          </a:xfrm>
          <a:prstGeom prst="rect">
            <a:avLst/>
          </a:prstGeom>
          <a:noFill/>
        </p:spPr>
        <p:txBody>
          <a:bodyPr wrap="none" rtlCol="0">
            <a:spAutoFit/>
          </a:bodyPr>
          <a:lstStyle/>
          <a:p>
            <a:r>
              <a:rPr lang="en-US" sz="2400" b="1" dirty="0"/>
              <a:t>RAM</a:t>
            </a:r>
          </a:p>
        </p:txBody>
      </p:sp>
      <p:sp>
        <p:nvSpPr>
          <p:cNvPr id="9" name="TextBox 8"/>
          <p:cNvSpPr txBox="1"/>
          <p:nvPr/>
        </p:nvSpPr>
        <p:spPr>
          <a:xfrm>
            <a:off x="9302750" y="4205288"/>
            <a:ext cx="1423210" cy="461665"/>
          </a:xfrm>
          <a:prstGeom prst="rect">
            <a:avLst/>
          </a:prstGeom>
          <a:noFill/>
        </p:spPr>
        <p:txBody>
          <a:bodyPr wrap="none" rtlCol="0">
            <a:spAutoFit/>
          </a:bodyPr>
          <a:lstStyle/>
          <a:p>
            <a:r>
              <a:rPr lang="en-US" sz="2400" b="1" dirty="0"/>
              <a:t>Processor</a:t>
            </a:r>
          </a:p>
        </p:txBody>
      </p:sp>
      <p:sp>
        <p:nvSpPr>
          <p:cNvPr id="10" name="Right Arrow 9"/>
          <p:cNvSpPr/>
          <p:nvPr/>
        </p:nvSpPr>
        <p:spPr>
          <a:xfrm>
            <a:off x="3328099" y="4288631"/>
            <a:ext cx="1016000" cy="32355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p:cNvSpPr/>
          <p:nvPr/>
        </p:nvSpPr>
        <p:spPr>
          <a:xfrm>
            <a:off x="7364811" y="4295478"/>
            <a:ext cx="1016000" cy="32355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12800" y="128059"/>
            <a:ext cx="10515600" cy="1325563"/>
          </a:xfrm>
        </p:spPr>
        <p:txBody>
          <a:bodyPr>
            <a:normAutofit fontScale="90000"/>
          </a:bodyPr>
          <a:lstStyle/>
          <a:p>
            <a:pPr algn="ctr"/>
            <a:br>
              <a:rPr lang="en-US" b="1" dirty="0">
                <a:solidFill>
                  <a:schemeClr val="accent4"/>
                </a:solidFill>
              </a:rPr>
            </a:br>
            <a:r>
              <a:rPr lang="en-US" b="1" dirty="0">
                <a:solidFill>
                  <a:schemeClr val="accent4"/>
                </a:solidFill>
              </a:rPr>
              <a:t>Basic components of a CPU</a:t>
            </a:r>
            <a:br>
              <a:rPr lang="en-US" b="1" dirty="0">
                <a:solidFill>
                  <a:schemeClr val="accent4"/>
                </a:solidFill>
              </a:rPr>
            </a:br>
            <a:endParaRPr lang="en-US" b="1" dirty="0">
              <a:solidFill>
                <a:schemeClr val="accent4"/>
              </a:solidFill>
            </a:endParaRPr>
          </a:p>
        </p:txBody>
      </p:sp>
      <p:sp>
        <p:nvSpPr>
          <p:cNvPr id="3" name="Content Placeholder 2"/>
          <p:cNvSpPr>
            <a:spLocks noGrp="1"/>
          </p:cNvSpPr>
          <p:nvPr>
            <p:ph idx="1"/>
          </p:nvPr>
        </p:nvSpPr>
        <p:spPr>
          <a:xfrm>
            <a:off x="838200" y="1834092"/>
            <a:ext cx="10515600" cy="4351339"/>
          </a:xfrm>
        </p:spPr>
        <p:txBody>
          <a:bodyPr>
            <a:normAutofit/>
          </a:bodyPr>
          <a:lstStyle/>
          <a:p>
            <a:r>
              <a:rPr lang="en-US" b="1" dirty="0"/>
              <a:t>Program Counter (PC) </a:t>
            </a:r>
            <a:endParaRPr lang="en-US" dirty="0"/>
          </a:p>
          <a:p>
            <a:pPr lvl="1"/>
            <a:r>
              <a:rPr lang="en-US" dirty="0"/>
              <a:t>Holds the memory address of the next instruction </a:t>
            </a:r>
          </a:p>
          <a:p>
            <a:r>
              <a:rPr lang="en-US" b="1" dirty="0"/>
              <a:t>Instruction Register (IR) </a:t>
            </a:r>
            <a:endParaRPr lang="en-US" dirty="0"/>
          </a:p>
          <a:p>
            <a:pPr lvl="1"/>
            <a:r>
              <a:rPr lang="en-US" dirty="0"/>
              <a:t>holds the instruction currently being executed </a:t>
            </a:r>
          </a:p>
          <a:p>
            <a:r>
              <a:rPr lang="en-US" b="1" dirty="0"/>
              <a:t>General Registers (Reg. 1..n) </a:t>
            </a:r>
            <a:endParaRPr lang="en-US" dirty="0"/>
          </a:p>
          <a:p>
            <a:pPr lvl="1"/>
            <a:r>
              <a:rPr lang="en-US" dirty="0"/>
              <a:t>hold variables and temporary results </a:t>
            </a:r>
          </a:p>
          <a:p>
            <a:r>
              <a:rPr lang="en-US" b="1" dirty="0"/>
              <a:t>Arithmetic and Logic Unit (ALU) </a:t>
            </a:r>
            <a:endParaRPr lang="en-US" dirty="0"/>
          </a:p>
          <a:p>
            <a:pPr lvl="1"/>
            <a:r>
              <a:rPr lang="en-US" dirty="0"/>
              <a:t>performs arithmetic functions and logic operations </a:t>
            </a:r>
          </a:p>
          <a:p>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a:bodyPr>
          <a:lstStyle/>
          <a:p>
            <a:r>
              <a:rPr lang="en-US" b="1" dirty="0"/>
              <a:t>Stack Pointer (SP) </a:t>
            </a:r>
            <a:endParaRPr lang="en-US" dirty="0"/>
          </a:p>
          <a:p>
            <a:pPr lvl="1"/>
            <a:r>
              <a:rPr lang="en-US" dirty="0"/>
              <a:t>holds memory address of a stack with a frame for each active procedure’s parameters &amp; local variables </a:t>
            </a:r>
          </a:p>
          <a:p>
            <a:r>
              <a:rPr lang="en-US" b="1" dirty="0"/>
              <a:t>Processor Status Word (PSW) </a:t>
            </a:r>
            <a:endParaRPr lang="en-US" dirty="0"/>
          </a:p>
          <a:p>
            <a:pPr lvl="1"/>
            <a:r>
              <a:rPr lang="en-US" dirty="0"/>
              <a:t>contains various control bits including the mode bit which determines whether privileged instructions can be executed </a:t>
            </a:r>
          </a:p>
          <a:p>
            <a:r>
              <a:rPr lang="en-US" b="1" dirty="0"/>
              <a:t>Memory Address Register (MAR) </a:t>
            </a:r>
            <a:endParaRPr lang="en-US" dirty="0"/>
          </a:p>
          <a:p>
            <a:pPr lvl="1"/>
            <a:r>
              <a:rPr lang="en-US" dirty="0"/>
              <a:t>contains address of memory to be loaded from/stored to </a:t>
            </a:r>
          </a:p>
          <a:p>
            <a:r>
              <a:rPr lang="en-US" b="1" dirty="0"/>
              <a:t>Memory Data Register (MDR) </a:t>
            </a:r>
            <a:endParaRPr lang="en-US" dirty="0"/>
          </a:p>
          <a:p>
            <a:pPr lvl="1"/>
            <a:r>
              <a:rPr lang="en-US" dirty="0"/>
              <a:t>contains memory data loaded or to be stored </a:t>
            </a:r>
          </a:p>
          <a:p>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70392"/>
            <a:ext cx="10515600" cy="1325563"/>
          </a:xfrm>
        </p:spPr>
        <p:txBody>
          <a:bodyPr>
            <a:normAutofit/>
          </a:bodyPr>
          <a:lstStyle/>
          <a:p>
            <a:pPr algn="ctr"/>
            <a:r>
              <a:rPr lang="en-US" b="1" dirty="0">
                <a:solidFill>
                  <a:schemeClr val="accent4"/>
                </a:solidFill>
              </a:rPr>
              <a:t>Two Views of Operating System</a:t>
            </a:r>
          </a:p>
        </p:txBody>
      </p:sp>
      <p:sp>
        <p:nvSpPr>
          <p:cNvPr id="3" name="Content Placeholder 2"/>
          <p:cNvSpPr>
            <a:spLocks noGrp="1"/>
          </p:cNvSpPr>
          <p:nvPr>
            <p:ph idx="1"/>
          </p:nvPr>
        </p:nvSpPr>
        <p:spPr/>
        <p:txBody>
          <a:bodyPr>
            <a:normAutofit/>
          </a:bodyPr>
          <a:lstStyle/>
          <a:p>
            <a:r>
              <a:rPr lang="en-US" sz="4400" b="1" dirty="0"/>
              <a:t>User's View</a:t>
            </a:r>
          </a:p>
          <a:p>
            <a:r>
              <a:rPr lang="en-US" sz="4400" b="1" dirty="0"/>
              <a:t>System View</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55133" y="77258"/>
            <a:ext cx="10515600" cy="1325563"/>
          </a:xfrm>
        </p:spPr>
        <p:txBody>
          <a:bodyPr/>
          <a:lstStyle/>
          <a:p>
            <a:pPr algn="ctr"/>
            <a:r>
              <a:rPr lang="en-US" b="1" dirty="0">
                <a:solidFill>
                  <a:schemeClr val="accent4"/>
                </a:solidFill>
              </a:rPr>
              <a:t>Operating System: </a:t>
            </a:r>
            <a:r>
              <a:rPr lang="en-US" dirty="0">
                <a:solidFill>
                  <a:schemeClr val="accent4"/>
                </a:solidFill>
              </a:rPr>
              <a:t>User View</a:t>
            </a:r>
          </a:p>
        </p:txBody>
      </p:sp>
      <p:sp>
        <p:nvSpPr>
          <p:cNvPr id="3" name="Content Placeholder 2"/>
          <p:cNvSpPr>
            <a:spLocks noGrp="1"/>
          </p:cNvSpPr>
          <p:nvPr>
            <p:ph idx="1"/>
          </p:nvPr>
        </p:nvSpPr>
        <p:spPr/>
        <p:txBody>
          <a:bodyPr>
            <a:normAutofit/>
          </a:bodyPr>
          <a:lstStyle/>
          <a:p>
            <a:pPr algn="just"/>
            <a:r>
              <a:rPr lang="en-US" dirty="0"/>
              <a:t>The user view of the computer refers to the interface being used. </a:t>
            </a:r>
          </a:p>
          <a:p>
            <a:pPr algn="just"/>
            <a:r>
              <a:rPr lang="en-US" dirty="0"/>
              <a:t>Such systems are designed for one user to monopolize its resources, to maximize the work that the user is performing.</a:t>
            </a:r>
          </a:p>
          <a:p>
            <a:pPr algn="just"/>
            <a:r>
              <a:rPr lang="en-US" dirty="0"/>
              <a:t> In these cases, the operating system is designed mostly for ease of use, with some attention paid to performance, and none paid to resource utilization.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02658"/>
            <a:ext cx="10515600" cy="1325563"/>
          </a:xfrm>
        </p:spPr>
        <p:txBody>
          <a:bodyPr>
            <a:normAutofit/>
          </a:bodyPr>
          <a:lstStyle/>
          <a:p>
            <a:pPr algn="ctr"/>
            <a:r>
              <a:rPr lang="en-US" b="1" dirty="0">
                <a:solidFill>
                  <a:schemeClr val="accent4"/>
                </a:solidFill>
              </a:rPr>
              <a:t>Operating System: </a:t>
            </a:r>
            <a:r>
              <a:rPr lang="en-US" dirty="0">
                <a:solidFill>
                  <a:schemeClr val="accent4"/>
                </a:solidFill>
              </a:rPr>
              <a:t>System View</a:t>
            </a:r>
          </a:p>
        </p:txBody>
      </p:sp>
      <p:sp>
        <p:nvSpPr>
          <p:cNvPr id="3" name="Content Placeholder 2"/>
          <p:cNvSpPr>
            <a:spLocks noGrp="1"/>
          </p:cNvSpPr>
          <p:nvPr>
            <p:ph idx="1"/>
          </p:nvPr>
        </p:nvSpPr>
        <p:spPr/>
        <p:txBody>
          <a:bodyPr/>
          <a:lstStyle/>
          <a:p>
            <a:pPr algn="just"/>
            <a:r>
              <a:rPr lang="en-US" dirty="0"/>
              <a:t>Operating system can be viewed as a resource allocator also. </a:t>
            </a:r>
          </a:p>
          <a:p>
            <a:pPr algn="just"/>
            <a:r>
              <a:rPr lang="en-US" dirty="0"/>
              <a:t>A computer system consists of many resources like - hardware and software - that must be managed efficiently. </a:t>
            </a:r>
          </a:p>
          <a:p>
            <a:pPr algn="just"/>
            <a:r>
              <a:rPr lang="en-US" dirty="0"/>
              <a:t>The operating system acts as the manager of the resources, decides between conflicting requests, controls execution of programs etc.</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63600" y="0"/>
            <a:ext cx="10515600" cy="1325563"/>
          </a:xfrm>
        </p:spPr>
        <p:txBody>
          <a:bodyPr/>
          <a:lstStyle/>
          <a:p>
            <a:pPr algn="ctr"/>
            <a:r>
              <a:rPr lang="en-US" b="1" dirty="0">
                <a:solidFill>
                  <a:schemeClr val="accent4"/>
                </a:solidFill>
              </a:rPr>
              <a:t>What Operating Systems Do</a:t>
            </a:r>
          </a:p>
        </p:txBody>
      </p:sp>
      <p:sp>
        <p:nvSpPr>
          <p:cNvPr id="3" name="Content Placeholder 2"/>
          <p:cNvSpPr>
            <a:spLocks noGrp="1"/>
          </p:cNvSpPr>
          <p:nvPr>
            <p:ph idx="1"/>
          </p:nvPr>
        </p:nvSpPr>
        <p:spPr>
          <a:xfrm>
            <a:off x="816864" y="1600200"/>
            <a:ext cx="10871200" cy="5105400"/>
          </a:xfrm>
        </p:spPr>
        <p:txBody>
          <a:bodyPr>
            <a:noAutofit/>
          </a:bodyPr>
          <a:lstStyle/>
          <a:p>
            <a:pPr algn="just"/>
            <a:r>
              <a:rPr lang="en-US" sz="2200" dirty="0"/>
              <a:t>Depends on the point of view</a:t>
            </a:r>
          </a:p>
          <a:p>
            <a:pPr algn="just"/>
            <a:r>
              <a:rPr lang="en-US" sz="2200" dirty="0"/>
              <a:t>Users want convenience, </a:t>
            </a:r>
            <a:r>
              <a:rPr lang="en-US" sz="2200" b="1" dirty="0">
                <a:solidFill>
                  <a:srgbClr val="3366FF"/>
                </a:solidFill>
              </a:rPr>
              <a:t>ease</a:t>
            </a:r>
            <a:r>
              <a:rPr lang="en-US" sz="2200" dirty="0">
                <a:solidFill>
                  <a:srgbClr val="3366FF"/>
                </a:solidFill>
              </a:rPr>
              <a:t> </a:t>
            </a:r>
            <a:r>
              <a:rPr lang="en-US" sz="2200" b="1" dirty="0">
                <a:solidFill>
                  <a:srgbClr val="3366FF"/>
                </a:solidFill>
              </a:rPr>
              <a:t>of</a:t>
            </a:r>
            <a:r>
              <a:rPr lang="en-US" sz="2200" dirty="0">
                <a:solidFill>
                  <a:srgbClr val="3366FF"/>
                </a:solidFill>
              </a:rPr>
              <a:t> </a:t>
            </a:r>
            <a:r>
              <a:rPr lang="en-US" sz="2200" b="1" dirty="0">
                <a:solidFill>
                  <a:srgbClr val="3366FF"/>
                </a:solidFill>
              </a:rPr>
              <a:t>use </a:t>
            </a:r>
            <a:r>
              <a:rPr lang="en-US" sz="2200" dirty="0"/>
              <a:t>and</a:t>
            </a:r>
            <a:r>
              <a:rPr lang="en-US" sz="2200" b="1" dirty="0">
                <a:solidFill>
                  <a:srgbClr val="3366FF"/>
                </a:solidFill>
              </a:rPr>
              <a:t> good performance </a:t>
            </a:r>
          </a:p>
          <a:p>
            <a:pPr lvl="1" algn="just"/>
            <a:r>
              <a:rPr lang="en-US" sz="2200" dirty="0"/>
              <a:t>Don</a:t>
            </a:r>
            <a:r>
              <a:rPr lang="ja-JP" altLang="en-US" sz="2200" dirty="0"/>
              <a:t>’</a:t>
            </a:r>
            <a:r>
              <a:rPr lang="en-US" altLang="ja-JP" sz="2200" dirty="0"/>
              <a:t>t care about </a:t>
            </a:r>
            <a:r>
              <a:rPr lang="en-US" altLang="ja-JP" sz="2200" b="1" dirty="0">
                <a:solidFill>
                  <a:srgbClr val="3366FF"/>
                </a:solidFill>
              </a:rPr>
              <a:t>resource</a:t>
            </a:r>
            <a:r>
              <a:rPr lang="en-US" altLang="ja-JP" sz="2200" dirty="0">
                <a:solidFill>
                  <a:srgbClr val="3366FF"/>
                </a:solidFill>
              </a:rPr>
              <a:t> </a:t>
            </a:r>
            <a:r>
              <a:rPr lang="en-US" altLang="ja-JP" sz="2200" b="1" dirty="0">
                <a:solidFill>
                  <a:srgbClr val="3366FF"/>
                </a:solidFill>
              </a:rPr>
              <a:t>utilization</a:t>
            </a:r>
          </a:p>
          <a:p>
            <a:pPr algn="just"/>
            <a:r>
              <a:rPr lang="en-US" sz="2200" dirty="0"/>
              <a:t>But shared computer such as </a:t>
            </a:r>
            <a:r>
              <a:rPr lang="en-US" sz="2200" b="1" dirty="0">
                <a:solidFill>
                  <a:srgbClr val="3366FF"/>
                </a:solidFill>
              </a:rPr>
              <a:t>mainframe</a:t>
            </a:r>
            <a:r>
              <a:rPr lang="en-US" sz="2200" dirty="0"/>
              <a:t> or </a:t>
            </a:r>
            <a:r>
              <a:rPr lang="en-US" sz="2200" b="1" dirty="0">
                <a:solidFill>
                  <a:srgbClr val="3366FF"/>
                </a:solidFill>
              </a:rPr>
              <a:t>minicomputer</a:t>
            </a:r>
            <a:r>
              <a:rPr lang="en-US" sz="2200" dirty="0"/>
              <a:t> must keep all users happy</a:t>
            </a:r>
          </a:p>
          <a:p>
            <a:pPr algn="just"/>
            <a:r>
              <a:rPr lang="en-US" sz="2200" dirty="0"/>
              <a:t>Users of dedicate systems such as </a:t>
            </a:r>
            <a:r>
              <a:rPr lang="en-US" sz="2200" b="1" dirty="0">
                <a:solidFill>
                  <a:srgbClr val="3366FF"/>
                </a:solidFill>
              </a:rPr>
              <a:t>workstations</a:t>
            </a:r>
            <a:r>
              <a:rPr lang="en-US" sz="2200" dirty="0"/>
              <a:t> have dedicated resources but frequently use shared resources from </a:t>
            </a:r>
            <a:r>
              <a:rPr lang="en-US" sz="2200" b="1" dirty="0">
                <a:solidFill>
                  <a:srgbClr val="3366FF"/>
                </a:solidFill>
              </a:rPr>
              <a:t>servers</a:t>
            </a:r>
          </a:p>
          <a:p>
            <a:pPr algn="just"/>
            <a:r>
              <a:rPr lang="en-US" sz="2200" dirty="0">
                <a:solidFill>
                  <a:srgbClr val="000000"/>
                </a:solidFill>
              </a:rPr>
              <a:t>Handheld computers are resource poor,  optimized for usability and battery life</a:t>
            </a:r>
          </a:p>
          <a:p>
            <a:pPr algn="just"/>
            <a:r>
              <a:rPr lang="en-US" sz="2200" dirty="0">
                <a:solidFill>
                  <a:srgbClr val="000000"/>
                </a:solidFill>
              </a:rPr>
              <a:t>Some computers have little or no user interface, such as embedded computers in devices and automobiles</a:t>
            </a:r>
          </a:p>
        </p:txBody>
      </p:sp>
    </p:spTree>
  </p:cSld>
  <p:clrMapOvr>
    <a:masterClrMapping/>
  </p:clrMapOvr>
</p:sld>
</file>

<file path=ppt/theme/theme1.xml><?xml version="1.0" encoding="utf-8"?>
<a:theme xmlns:a="http://schemas.openxmlformats.org/drawingml/2006/main" name="Lecture 6">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1219</Words>
  <Application>Microsoft Office PowerPoint</Application>
  <PresentationFormat>Widescreen</PresentationFormat>
  <Paragraphs>82</Paragraphs>
  <Slides>22</Slides>
  <Notes>0</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22</vt:i4>
      </vt:variant>
    </vt:vector>
  </HeadingPairs>
  <TitlesOfParts>
    <vt:vector size="27" baseType="lpstr">
      <vt:lpstr>Arial</vt:lpstr>
      <vt:lpstr>Calibri</vt:lpstr>
      <vt:lpstr>Calibri Light</vt:lpstr>
      <vt:lpstr>Lecture 6</vt:lpstr>
      <vt:lpstr>1_Office Theme</vt:lpstr>
      <vt:lpstr>Operating System</vt:lpstr>
      <vt:lpstr>Four Components of a Computer System</vt:lpstr>
      <vt:lpstr>Overview</vt:lpstr>
      <vt:lpstr>What is Operating System?</vt:lpstr>
      <vt:lpstr>Operating System</vt:lpstr>
      <vt:lpstr>Computer-System Organization </vt:lpstr>
      <vt:lpstr>PowerPoint Presentation</vt:lpstr>
      <vt:lpstr>System Boot and Interrupts </vt:lpstr>
      <vt:lpstr>Storage Structure </vt:lpstr>
      <vt:lpstr>PowerPoint Presentation</vt:lpstr>
      <vt:lpstr>PowerPoint Presentation</vt:lpstr>
      <vt:lpstr>PowerPoint Presentation</vt:lpstr>
      <vt:lpstr>I/O Structure</vt:lpstr>
      <vt:lpstr>Computer System Structure</vt:lpstr>
      <vt:lpstr>Four Components of a Computer System</vt:lpstr>
      <vt:lpstr>PowerPoint Presentation</vt:lpstr>
      <vt:lpstr> Basic components of a CPU </vt:lpstr>
      <vt:lpstr>PowerPoint Presentation</vt:lpstr>
      <vt:lpstr>Two Views of Operating System</vt:lpstr>
      <vt:lpstr>Operating System: User View</vt:lpstr>
      <vt:lpstr>Operating System: System View</vt:lpstr>
      <vt:lpstr>What Operating Systems Do</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Sofia Sultana</dc:creator>
  <cp:lastModifiedBy>Hamna Mirza</cp:lastModifiedBy>
  <cp:revision>153</cp:revision>
  <dcterms:created xsi:type="dcterms:W3CDTF">2024-06-21T09:49:00Z</dcterms:created>
  <dcterms:modified xsi:type="dcterms:W3CDTF">2025-04-08T14:03:03Z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D61AE8DE3F6049F98ADA58C240837B38_12</vt:lpwstr>
  </property>
  <property fmtid="{D5CDD505-2E9C-101B-9397-08002B2CF9AE}" pid="3" name="KSOProductBuildVer">
    <vt:lpwstr>1033-12.2.0.20326</vt:lpwstr>
  </property>
</Properties>
</file>