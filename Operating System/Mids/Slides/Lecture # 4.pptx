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15"/>
  </p:notesMasterIdLst>
  <p:sldIdLst>
    <p:sldId id="273" r:id="rId4"/>
    <p:sldId id="953" r:id="rId5"/>
    <p:sldId id="954" r:id="rId6"/>
    <p:sldId id="955" r:id="rId7"/>
    <p:sldId id="956" r:id="rId8"/>
    <p:sldId id="957" r:id="rId9"/>
    <p:sldId id="958" r:id="rId10"/>
    <p:sldId id="959" r:id="rId11"/>
    <p:sldId id="960" r:id="rId12"/>
    <p:sldId id="961" r:id="rId13"/>
    <p:sldId id="962" r:id="rId14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9" autoAdjust="0"/>
    <p:restoredTop sz="92140" autoAdjust="0"/>
  </p:normalViewPr>
  <p:slideViewPr>
    <p:cSldViewPr snapToGrid="0">
      <p:cViewPr>
        <p:scale>
          <a:sx n="90" d="100"/>
          <a:sy n="90" d="100"/>
        </p:scale>
        <p:origin x="-600" y="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D3B8-2E01-4CE0-B02F-91BFC8CDC8FD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2658C-66DA-4116-8E6C-1579936CD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2/18/2025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4"/>
                </a:solidFill>
              </a:rPr>
              <a:t>Goals and Operation  </a:t>
            </a:r>
            <a:r>
              <a:rPr lang="en-US" b="1" dirty="0">
                <a:solidFill>
                  <a:schemeClr val="accent4"/>
                </a:solidFill>
              </a:rPr>
              <a:t>of Operating System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4"/>
                </a:solidFill>
              </a:rPr>
              <a:t>Lecture #4</a:t>
            </a:r>
            <a:endParaRPr lang="en-US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267" y="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Goals of Operating System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Following are some of important functions of an operating System.</a:t>
            </a:r>
          </a:p>
          <a:p>
            <a:pPr lvl="0"/>
            <a:r>
              <a:rPr lang="en-US" dirty="0" smtClean="0"/>
              <a:t>Memory Management</a:t>
            </a:r>
          </a:p>
          <a:p>
            <a:pPr lvl="0"/>
            <a:r>
              <a:rPr lang="en-US" dirty="0" smtClean="0"/>
              <a:t>Processor Management</a:t>
            </a:r>
          </a:p>
          <a:p>
            <a:pPr lvl="0"/>
            <a:r>
              <a:rPr lang="en-US" dirty="0" smtClean="0"/>
              <a:t>Device Management</a:t>
            </a:r>
          </a:p>
          <a:p>
            <a:pPr lvl="0"/>
            <a:r>
              <a:rPr lang="en-US" dirty="0" smtClean="0"/>
              <a:t>File Management</a:t>
            </a:r>
          </a:p>
          <a:p>
            <a:pPr lvl="0"/>
            <a:r>
              <a:rPr lang="en-US" dirty="0" smtClean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50041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333" y="2127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Memory Management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Keeps tracks of primary memory i.e. what part of it are in use by whom, what part are not in use.</a:t>
            </a:r>
          </a:p>
          <a:p>
            <a:pPr lvl="0"/>
            <a:r>
              <a:rPr lang="en-US" dirty="0" smtClean="0"/>
              <a:t>In multiprogramming, OS decides which process will get memory when and how much.</a:t>
            </a:r>
          </a:p>
          <a:p>
            <a:pPr lvl="0"/>
            <a:r>
              <a:rPr lang="en-US" dirty="0" smtClean="0"/>
              <a:t>Allocates the memory when the process requests it to do so.</a:t>
            </a:r>
          </a:p>
          <a:p>
            <a:pPr lvl="0"/>
            <a:r>
              <a:rPr lang="en-US" dirty="0" smtClean="0"/>
              <a:t>De-allocates the memory when the process no longer needs it or has been terminated.</a:t>
            </a:r>
          </a:p>
        </p:txBody>
      </p:sp>
    </p:spTree>
    <p:extLst>
      <p:ext uri="{BB962C8B-B14F-4D97-AF65-F5344CB8AC3E}">
        <p14:creationId xmlns:p14="http://schemas.microsoft.com/office/powerpoint/2010/main" val="268885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4191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Memory Management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0" y="1600200"/>
            <a:ext cx="7721600" cy="5150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7465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333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Processor Management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 smtClean="0"/>
              <a:t>Keeps tracks of processor and status of process. Program responsible for this task is known as traffic controller.</a:t>
            </a:r>
          </a:p>
          <a:p>
            <a:pPr lvl="0" algn="just"/>
            <a:r>
              <a:rPr lang="en-US" dirty="0" smtClean="0"/>
              <a:t>Allocates the processor(CPU) to a process.</a:t>
            </a:r>
          </a:p>
          <a:p>
            <a:pPr lvl="0" algn="just"/>
            <a:r>
              <a:rPr lang="en-US" dirty="0" smtClean="0"/>
              <a:t>De-allocates processor when processor is no longer required.</a:t>
            </a:r>
          </a:p>
        </p:txBody>
      </p:sp>
    </p:spTree>
    <p:extLst>
      <p:ext uri="{BB962C8B-B14F-4D97-AF65-F5344CB8AC3E}">
        <p14:creationId xmlns:p14="http://schemas.microsoft.com/office/powerpoint/2010/main" val="2759838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866" y="204259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Processor Management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77" r="6649"/>
          <a:stretch/>
        </p:blipFill>
        <p:spPr bwMode="auto">
          <a:xfrm>
            <a:off x="1930401" y="2133600"/>
            <a:ext cx="8429337" cy="413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1804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4659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Device Management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Keeps tracks of all devices. Program responsible for this task is known as the I/O controller.</a:t>
            </a:r>
          </a:p>
          <a:p>
            <a:pPr lvl="0"/>
            <a:r>
              <a:rPr lang="en-US" dirty="0" smtClean="0"/>
              <a:t>Decides which process gets the device when and for how much time.</a:t>
            </a:r>
          </a:p>
          <a:p>
            <a:pPr lvl="0"/>
            <a:r>
              <a:rPr lang="en-US" dirty="0" smtClean="0"/>
              <a:t>Allocates the device in the efficient way.</a:t>
            </a:r>
          </a:p>
          <a:p>
            <a:pPr lvl="0"/>
            <a:r>
              <a:rPr lang="en-US" dirty="0" smtClean="0"/>
              <a:t>De-allocates devices.</a:t>
            </a:r>
          </a:p>
        </p:txBody>
      </p:sp>
    </p:spTree>
    <p:extLst>
      <p:ext uri="{BB962C8B-B14F-4D97-AF65-F5344CB8AC3E}">
        <p14:creationId xmlns:p14="http://schemas.microsoft.com/office/powerpoint/2010/main" val="2997778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667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Device Management</a:t>
            </a:r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4098" name="Picture 2" descr="Image result for device management in operating system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71"/>
          <a:stretch/>
        </p:blipFill>
        <p:spPr bwMode="auto">
          <a:xfrm>
            <a:off x="2669309" y="1530928"/>
            <a:ext cx="6604000" cy="518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080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4" y="238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File Management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Keeps track of information, location, uses, status etc. The collective facilities are often known as file system.</a:t>
            </a:r>
          </a:p>
          <a:p>
            <a:pPr lvl="0"/>
            <a:r>
              <a:rPr lang="en-US" dirty="0" smtClean="0"/>
              <a:t>Decides who gets the resources.</a:t>
            </a:r>
          </a:p>
          <a:p>
            <a:pPr lvl="0"/>
            <a:r>
              <a:rPr lang="en-US" dirty="0" smtClean="0"/>
              <a:t>Allocates the resources.</a:t>
            </a:r>
          </a:p>
          <a:p>
            <a:pPr lvl="0"/>
            <a:r>
              <a:rPr lang="en-US" dirty="0" smtClean="0"/>
              <a:t>De-allocates the resources.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4" r="10905" b="3735"/>
          <a:stretch/>
        </p:blipFill>
        <p:spPr bwMode="auto">
          <a:xfrm>
            <a:off x="7414314" y="4444712"/>
            <a:ext cx="4777687" cy="2413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078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chemeClr val="accent4"/>
                </a:solidFill>
              </a:rPr>
              <a:t>Other Important Activities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2400" b="1" dirty="0" smtClean="0"/>
              <a:t>Security</a:t>
            </a:r>
            <a:r>
              <a:rPr lang="en-US" sz="2400" dirty="0" smtClean="0"/>
              <a:t> -- By means of password and similar other techniques, preventing unauthorized access to programs and data.</a:t>
            </a:r>
          </a:p>
          <a:p>
            <a:pPr lvl="0" algn="just"/>
            <a:r>
              <a:rPr lang="en-US" sz="2400" b="1" dirty="0" smtClean="0"/>
              <a:t>Control over system performance</a:t>
            </a:r>
            <a:r>
              <a:rPr lang="en-US" sz="2400" dirty="0" smtClean="0"/>
              <a:t> -- Recording delays between request for a service and response from the system.</a:t>
            </a:r>
          </a:p>
          <a:p>
            <a:pPr lvl="0" algn="just"/>
            <a:r>
              <a:rPr lang="en-US" sz="2400" b="1" dirty="0" smtClean="0"/>
              <a:t>Job accounting</a:t>
            </a:r>
            <a:r>
              <a:rPr lang="en-US" sz="2400" dirty="0" smtClean="0"/>
              <a:t> -- Keeping track of time and resources used by various jobs and users.</a:t>
            </a:r>
          </a:p>
        </p:txBody>
      </p:sp>
    </p:spTree>
    <p:extLst>
      <p:ext uri="{BB962C8B-B14F-4D97-AF65-F5344CB8AC3E}">
        <p14:creationId xmlns:p14="http://schemas.microsoft.com/office/powerpoint/2010/main" val="4247648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b="1" dirty="0"/>
              <a:t>Error detecting aids</a:t>
            </a:r>
            <a:r>
              <a:rPr lang="en-US" dirty="0"/>
              <a:t> -- Production of dumps, traces, error messages and other debugging and error detecting aids.</a:t>
            </a:r>
          </a:p>
          <a:p>
            <a:pPr lvl="0" algn="just"/>
            <a:r>
              <a:rPr lang="en-US" b="1" dirty="0"/>
              <a:t>Coordination between other software and users</a:t>
            </a:r>
            <a:r>
              <a:rPr lang="en-US" dirty="0"/>
              <a:t> -- Coordination and assignment of compilers, interpreters, assemblers and other software to the various users of the computer systems.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73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215</Words>
  <Application>Microsoft Office PowerPoint</Application>
  <PresentationFormat>Custom</PresentationFormat>
  <Paragraphs>37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Office Theme</vt:lpstr>
      <vt:lpstr>Lecture 6</vt:lpstr>
      <vt:lpstr>1_Office Theme</vt:lpstr>
      <vt:lpstr>Goals and Operation  of Operating System</vt:lpstr>
      <vt:lpstr>Goals of Operating System</vt:lpstr>
      <vt:lpstr>Memory Management</vt:lpstr>
      <vt:lpstr>Memory Management</vt:lpstr>
      <vt:lpstr>Processor Management</vt:lpstr>
      <vt:lpstr>Processor Management</vt:lpstr>
      <vt:lpstr>Device Management</vt:lpstr>
      <vt:lpstr>Device Management</vt:lpstr>
      <vt:lpstr>File Management</vt:lpstr>
      <vt:lpstr>Other Important Activities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Saima Kanwal</cp:lastModifiedBy>
  <cp:revision>158</cp:revision>
  <dcterms:created xsi:type="dcterms:W3CDTF">2024-06-21T09:49:00Z</dcterms:created>
  <dcterms:modified xsi:type="dcterms:W3CDTF">2025-02-18T11:54:54Z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